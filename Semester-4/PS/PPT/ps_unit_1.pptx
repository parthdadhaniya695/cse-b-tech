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 autoCompressPictures="0">
  <p:sldMasterIdLst>
    <p:sldMasterId id="2147483648" r:id="rId1"/>
  </p:sldMasterIdLst>
  <p:notesMasterIdLst>
    <p:notesMasterId r:id="rId168"/>
  </p:notesMasterIdLst>
  <p:handoutMasterIdLst>
    <p:handoutMasterId r:id="rId169"/>
  </p:handoutMasterIdLst>
  <p:sldIdLst>
    <p:sldId id="256" r:id="rId2"/>
    <p:sldId id="265" r:id="rId3"/>
    <p:sldId id="268" r:id="rId4"/>
    <p:sldId id="927" r:id="rId5"/>
    <p:sldId id="269" r:id="rId6"/>
    <p:sldId id="856" r:id="rId7"/>
    <p:sldId id="941" r:id="rId8"/>
    <p:sldId id="858" r:id="rId9"/>
    <p:sldId id="859" r:id="rId10"/>
    <p:sldId id="257" r:id="rId11"/>
    <p:sldId id="721" r:id="rId12"/>
    <p:sldId id="863" r:id="rId13"/>
    <p:sldId id="864" r:id="rId14"/>
    <p:sldId id="865" r:id="rId15"/>
    <p:sldId id="866" r:id="rId16"/>
    <p:sldId id="1126" r:id="rId17"/>
    <p:sldId id="775" r:id="rId18"/>
    <p:sldId id="929" r:id="rId19"/>
    <p:sldId id="807" r:id="rId20"/>
    <p:sldId id="1112" r:id="rId21"/>
    <p:sldId id="1127" r:id="rId22"/>
    <p:sldId id="820" r:id="rId23"/>
    <p:sldId id="931" r:id="rId24"/>
    <p:sldId id="874" r:id="rId25"/>
    <p:sldId id="932" r:id="rId26"/>
    <p:sldId id="934" r:id="rId27"/>
    <p:sldId id="1092" r:id="rId28"/>
    <p:sldId id="938" r:id="rId29"/>
    <p:sldId id="1113" r:id="rId30"/>
    <p:sldId id="1095" r:id="rId31"/>
    <p:sldId id="1114" r:id="rId32"/>
    <p:sldId id="940" r:id="rId33"/>
    <p:sldId id="1053" r:id="rId34"/>
    <p:sldId id="943" r:id="rId35"/>
    <p:sldId id="1100" r:id="rId36"/>
    <p:sldId id="1109" r:id="rId37"/>
    <p:sldId id="1128" r:id="rId38"/>
    <p:sldId id="875" r:id="rId39"/>
    <p:sldId id="930" r:id="rId40"/>
    <p:sldId id="944" r:id="rId41"/>
    <p:sldId id="1115" r:id="rId42"/>
    <p:sldId id="947" r:id="rId43"/>
    <p:sldId id="1129" r:id="rId44"/>
    <p:sldId id="948" r:id="rId45"/>
    <p:sldId id="1093" r:id="rId46"/>
    <p:sldId id="950" r:id="rId47"/>
    <p:sldId id="951" r:id="rId48"/>
    <p:sldId id="954" r:id="rId49"/>
    <p:sldId id="956" r:id="rId50"/>
    <p:sldId id="1130" r:id="rId51"/>
    <p:sldId id="1131" r:id="rId52"/>
    <p:sldId id="878" r:id="rId53"/>
    <p:sldId id="873" r:id="rId54"/>
    <p:sldId id="880" r:id="rId55"/>
    <p:sldId id="1132" r:id="rId56"/>
    <p:sldId id="957" r:id="rId57"/>
    <p:sldId id="958" r:id="rId58"/>
    <p:sldId id="966" r:id="rId59"/>
    <p:sldId id="967" r:id="rId60"/>
    <p:sldId id="961" r:id="rId61"/>
    <p:sldId id="1073" r:id="rId62"/>
    <p:sldId id="1133" r:id="rId63"/>
    <p:sldId id="1134" r:id="rId64"/>
    <p:sldId id="1096" r:id="rId65"/>
    <p:sldId id="829" r:id="rId66"/>
    <p:sldId id="850" r:id="rId67"/>
    <p:sldId id="830" r:id="rId68"/>
    <p:sldId id="834" r:id="rId69"/>
    <p:sldId id="1135" r:id="rId70"/>
    <p:sldId id="1136" r:id="rId71"/>
    <p:sldId id="1137" r:id="rId72"/>
    <p:sldId id="965" r:id="rId73"/>
    <p:sldId id="964" r:id="rId74"/>
    <p:sldId id="968" r:id="rId75"/>
    <p:sldId id="1105" r:id="rId76"/>
    <p:sldId id="971" r:id="rId77"/>
    <p:sldId id="972" r:id="rId78"/>
    <p:sldId id="973" r:id="rId79"/>
    <p:sldId id="974" r:id="rId80"/>
    <p:sldId id="1018" r:id="rId81"/>
    <p:sldId id="1138" r:id="rId82"/>
    <p:sldId id="1066" r:id="rId83"/>
    <p:sldId id="977" r:id="rId84"/>
    <p:sldId id="1139" r:id="rId85"/>
    <p:sldId id="1140" r:id="rId86"/>
    <p:sldId id="1117" r:id="rId87"/>
    <p:sldId id="1143" r:id="rId88"/>
    <p:sldId id="980" r:id="rId89"/>
    <p:sldId id="1144" r:id="rId90"/>
    <p:sldId id="1145" r:id="rId91"/>
    <p:sldId id="1146" r:id="rId92"/>
    <p:sldId id="1147" r:id="rId93"/>
    <p:sldId id="981" r:id="rId94"/>
    <p:sldId id="1103" r:id="rId95"/>
    <p:sldId id="998" r:id="rId96"/>
    <p:sldId id="1110" r:id="rId97"/>
    <p:sldId id="1119" r:id="rId98"/>
    <p:sldId id="1148" r:id="rId99"/>
    <p:sldId id="1004" r:id="rId100"/>
    <p:sldId id="1007" r:id="rId101"/>
    <p:sldId id="1008" r:id="rId102"/>
    <p:sldId id="1149" r:id="rId103"/>
    <p:sldId id="1120" r:id="rId104"/>
    <p:sldId id="1151" r:id="rId105"/>
    <p:sldId id="1152" r:id="rId106"/>
    <p:sldId id="1153" r:id="rId107"/>
    <p:sldId id="896" r:id="rId108"/>
    <p:sldId id="897" r:id="rId109"/>
    <p:sldId id="898" r:id="rId110"/>
    <p:sldId id="900" r:id="rId111"/>
    <p:sldId id="1154" r:id="rId112"/>
    <p:sldId id="901" r:id="rId113"/>
    <p:sldId id="1019" r:id="rId114"/>
    <p:sldId id="1155" r:id="rId115"/>
    <p:sldId id="1156" r:id="rId116"/>
    <p:sldId id="1157" r:id="rId117"/>
    <p:sldId id="1158" r:id="rId118"/>
    <p:sldId id="1159" r:id="rId119"/>
    <p:sldId id="1160" r:id="rId120"/>
    <p:sldId id="1029" r:id="rId121"/>
    <p:sldId id="1161" r:id="rId122"/>
    <p:sldId id="1162" r:id="rId123"/>
    <p:sldId id="1163" r:id="rId124"/>
    <p:sldId id="1164" r:id="rId125"/>
    <p:sldId id="1165" r:id="rId126"/>
    <p:sldId id="1166" r:id="rId127"/>
    <p:sldId id="1048" r:id="rId128"/>
    <p:sldId id="1167" r:id="rId129"/>
    <p:sldId id="1168" r:id="rId130"/>
    <p:sldId id="1141" r:id="rId131"/>
    <p:sldId id="1169" r:id="rId132"/>
    <p:sldId id="1142" r:id="rId133"/>
    <p:sldId id="1170" r:id="rId134"/>
    <p:sldId id="1171" r:id="rId135"/>
    <p:sldId id="916" r:id="rId136"/>
    <p:sldId id="917" r:id="rId137"/>
    <p:sldId id="983" r:id="rId138"/>
    <p:sldId id="984" r:id="rId139"/>
    <p:sldId id="986" r:id="rId140"/>
    <p:sldId id="985" r:id="rId141"/>
    <p:sldId id="987" r:id="rId142"/>
    <p:sldId id="1084" r:id="rId143"/>
    <p:sldId id="1172" r:id="rId144"/>
    <p:sldId id="1173" r:id="rId145"/>
    <p:sldId id="1174" r:id="rId146"/>
    <p:sldId id="1085" r:id="rId147"/>
    <p:sldId id="1150" r:id="rId148"/>
    <p:sldId id="1175" r:id="rId149"/>
    <p:sldId id="1176" r:id="rId150"/>
    <p:sldId id="1177" r:id="rId151"/>
    <p:sldId id="1178" r:id="rId152"/>
    <p:sldId id="1179" r:id="rId153"/>
    <p:sldId id="1180" r:id="rId154"/>
    <p:sldId id="1181" r:id="rId155"/>
    <p:sldId id="1182" r:id="rId156"/>
    <p:sldId id="1183" r:id="rId157"/>
    <p:sldId id="1184" r:id="rId158"/>
    <p:sldId id="1185" r:id="rId159"/>
    <p:sldId id="1186" r:id="rId160"/>
    <p:sldId id="1187" r:id="rId161"/>
    <p:sldId id="1188" r:id="rId162"/>
    <p:sldId id="1189" r:id="rId163"/>
    <p:sldId id="1190" r:id="rId164"/>
    <p:sldId id="1191" r:id="rId165"/>
    <p:sldId id="1192" r:id="rId166"/>
    <p:sldId id="264" r:id="rId167"/>
  </p:sldIdLst>
  <p:sldSz cx="12192000" cy="6858000"/>
  <p:notesSz cx="6858000" cy="9144000"/>
  <p:embeddedFontLst>
    <p:embeddedFont>
      <p:font typeface="Calibri" panose="020F0502020204030204" pitchFamily="34" charset="0"/>
      <p:regular r:id="rId170"/>
      <p:bold r:id="rId171"/>
      <p:italic r:id="rId172"/>
      <p:boldItalic r:id="rId173"/>
    </p:embeddedFont>
    <p:embeddedFont>
      <p:font typeface="Cambria" panose="02040503050406030204" pitchFamily="18" charset="0"/>
      <p:regular r:id="rId174"/>
      <p:bold r:id="rId175"/>
      <p:italic r:id="rId176"/>
      <p:boldItalic r:id="rId177"/>
    </p:embeddedFont>
    <p:embeddedFont>
      <p:font typeface="Cambria Math" panose="02040503050406030204" pitchFamily="18" charset="0"/>
      <p:regular r:id="rId178"/>
    </p:embeddedFont>
    <p:embeddedFont>
      <p:font typeface="Roboto Condensed" panose="02000000000000000000" pitchFamily="2" charset="0"/>
      <p:regular r:id="rId179"/>
      <p:bold r:id="rId180"/>
      <p:italic r:id="rId181"/>
      <p:boldItalic r:id="rId182"/>
    </p:embeddedFont>
    <p:embeddedFont>
      <p:font typeface="Roboto Condensed Light" panose="02000000000000000000" pitchFamily="2" charset="0"/>
      <p:regular r:id="rId183"/>
      <p:italic r:id="rId184"/>
    </p:embeddedFont>
    <p:embeddedFont>
      <p:font typeface="Wingdings 3" panose="05040102010807070707" pitchFamily="18" charset="2"/>
      <p:regular r:id="rId185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vasujain39@gmail.com" initials="v" lastIdx="1" clrIdx="0">
    <p:extLst>
      <p:ext uri="{19B8F6BF-5375-455C-9EA6-DF929625EA0E}">
        <p15:presenceInfo xmlns:p15="http://schemas.microsoft.com/office/powerpoint/2012/main" userId="4e3c4d1726c659fc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B84742"/>
    <a:srgbClr val="1282FE"/>
    <a:srgbClr val="F3E9E9"/>
    <a:srgbClr val="B14440"/>
    <a:srgbClr val="C25956"/>
    <a:srgbClr val="003366"/>
    <a:srgbClr val="000066"/>
    <a:srgbClr val="660033"/>
    <a:srgbClr val="301B92"/>
    <a:srgbClr val="F2F2F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912C8C85-51F0-491E-9774-3900AFEF0FD7}" styleName="Light Style 2 - Accent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10A1B5D5-9B99-4C35-A422-299274C87663}" styleName="Medium Style 1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6">
              <a:tint val="20000"/>
            </a:schemeClr>
          </a:solidFill>
        </a:fill>
      </a:tcStyle>
    </a:band1H>
    <a:band1V>
      <a:tcStyle>
        <a:tcBdr/>
        <a:fill>
          <a:solidFill>
            <a:schemeClr val="accent6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A488322-F2BA-4B5B-9748-0D474271808F}" styleName="Medium Style 3 - Accent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638B1855-1B75-4FBE-930C-398BA8C253C6}" styleName="Themed Style 2 - Accent 6">
    <a:tblBg>
      <a:fillRef idx="3">
        <a:schemeClr val="accent6"/>
      </a:fillRef>
      <a:effectRef idx="3">
        <a:schemeClr val="accent6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6">
                <a:tint val="50000"/>
              </a:schemeClr>
            </a:lnRef>
          </a:left>
          <a:right>
            <a:lnRef idx="1">
              <a:schemeClr val="accent6">
                <a:tint val="50000"/>
              </a:schemeClr>
            </a:lnRef>
          </a:right>
          <a:top>
            <a:lnRef idx="1">
              <a:schemeClr val="accent6">
                <a:tint val="50000"/>
              </a:schemeClr>
            </a:lnRef>
          </a:top>
          <a:bottom>
            <a:lnRef idx="1">
              <a:schemeClr val="accent6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68D230F3-CF80-4859-8CE7-A43EE81993B5}" styleName="Light Style 1 - Accent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16D9F66E-5EB9-4882-86FB-DCBF35E3C3E4}" styleName="Medium Style 4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6"/>
              </a:solidFill>
            </a:ln>
          </a:top>
        </a:tcBdr>
        <a:fill>
          <a:solidFill>
            <a:schemeClr val="accent6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6">
              <a:tint val="20000"/>
            </a:schemeClr>
          </a:solidFill>
        </a:fill>
      </a:tcStyle>
    </a:firstRow>
  </a:tblStyle>
  <a:tblStyle styleId="{3C2FFA5D-87B4-456A-9821-1D502468CF0F}" styleName="Themed Style 1 - Accent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46F890A9-2807-4EBB-B81D-B2AA78EC7F39}" styleName="Dark Style 2 - Accent 5/Accent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8242" autoAdjust="0"/>
    <p:restoredTop sz="93861" autoAdjust="0"/>
  </p:normalViewPr>
  <p:slideViewPr>
    <p:cSldViewPr snapToGrid="0">
      <p:cViewPr>
        <p:scale>
          <a:sx n="50" d="100"/>
          <a:sy n="50" d="100"/>
        </p:scale>
        <p:origin x="1266" y="348"/>
      </p:cViewPr>
      <p:guideLst/>
    </p:cSldViewPr>
  </p:slideViewPr>
  <p:outlineViewPr>
    <p:cViewPr>
      <p:scale>
        <a:sx n="33" d="100"/>
        <a:sy n="33" d="100"/>
      </p:scale>
      <p:origin x="0" y="-228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7236"/>
    </p:cViewPr>
  </p:sorterViewPr>
  <p:notesViewPr>
    <p:cSldViewPr snapToGrid="0">
      <p:cViewPr varScale="1">
        <p:scale>
          <a:sx n="47" d="100"/>
          <a:sy n="47" d="100"/>
        </p:scale>
        <p:origin x="2040" y="3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font" Target="fonts/font1.fntdata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font" Target="fonts/font12.fntdata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font" Target="fonts/font2.fntdata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font" Target="fonts/font13.fntdata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font" Target="fonts/font3.fntdata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viewProps" Target="view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183" Type="http://schemas.openxmlformats.org/officeDocument/2006/relationships/font" Target="fonts/font14.fntdata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font" Target="fonts/font9.fntdata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font" Target="fonts/font4.fntdata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font" Target="fonts/font15.fntdata"/><Relationship Id="rId189" Type="http://schemas.openxmlformats.org/officeDocument/2006/relationships/theme" Target="theme/theme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font" Target="fonts/font5.fntdata"/><Relationship Id="rId179" Type="http://schemas.openxmlformats.org/officeDocument/2006/relationships/font" Target="fonts/font10.fntdata"/><Relationship Id="rId190" Type="http://schemas.openxmlformats.org/officeDocument/2006/relationships/tableStyles" Target="tableStyle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handoutMaster" Target="handoutMasters/handoutMaster1.xml"/><Relationship Id="rId185" Type="http://schemas.openxmlformats.org/officeDocument/2006/relationships/font" Target="fonts/font16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font" Target="fonts/font11.fntdata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font" Target="fonts/font6.fntdata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commentAuthors" Target="commentAuthors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font" Target="fonts/font7.fntdata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font" Target="fonts/font8.fntdata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40691E0-E0E7-464F-892B-71ACC2518A4D}" type="datetimeFigureOut">
              <a:rPr lang="en-US" smtClean="0"/>
              <a:t>12/13/2024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153689D-5810-4E66-9D5F-1657D824CFAB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8709607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648E3F3-8B31-41D2-AA9B-9796555DB866}" type="datetimeFigureOut">
              <a:rPr lang="en-US" smtClean="0"/>
              <a:t>12/13/2024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C79BDEF-6165-4E72-B1A6-6E8034CEC24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601391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008483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587166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0325393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073736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342670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5107294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4122F1-E6C3-F1C6-63F8-1178B29ED0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77F7419-D75F-88F8-DB71-B04DBCF4D69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CD45847-DC25-2792-BFAB-1016BEA5A8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DCBA37D-60E1-86D1-C310-000C86ABA9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4038463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8210649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460AFE-31E1-15ED-AAE9-A7F7F4F469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B4B9E08-28E9-187F-D6D0-18A191A3C81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81C3824-8E46-E8EF-0B77-23ADEF609C9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91404B-1F04-6F2B-6119-955D85C520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492669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A2BCB2-081A-6589-D7B5-0C8A4763BA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7C6FB26-7522-F05B-5D2E-2DCEA8245C3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D983EDE-42B0-C06A-E98F-90AC3A0FDDF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6DD5C6F-F15B-9D26-F6AB-955A00A7311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3032652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253904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F29D63-1BB8-6B06-AA91-00F92C021F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2A4A5D1-3F12-2873-6380-B2872C5633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A35677A-64B3-D01F-1B8C-DEE5A60B79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9D4361-9914-FA14-D4C0-E09A823196B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284284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948556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FF537-6C93-90EF-E752-46F1112B3C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03861C1-844B-9D9E-7C84-857081BA3B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1C03738-5D48-D157-302B-22C8E0E4064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3254563-86F4-565F-CC1E-A670AE4E02D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515375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8C5E56-9A7D-0A42-54E9-6C2158376B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B814722-D0E6-051D-F2D4-40EBA6B23D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959E2E7-898F-F959-CA78-856FAD36AE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23B0E72-C3C1-1B3F-36BA-8E34F2A28A0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817692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753097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178845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536224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286936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593859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495967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F799FF-029C-697A-29A2-5A6F092643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931E66C-3688-5637-397B-517CFDB3009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9129BC0-C1E7-9786-18D0-0E060800D54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C32E6F3-9E75-635E-A011-572345DBD3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251517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7895893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876638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6383130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889409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701303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3421974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779208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57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41176174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4607589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969722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9321362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1AAF6D-6A58-831D-DF1A-A056D53504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689C007-44AB-2748-602C-BAA3FBEEB5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5E097EF-B272-7960-69C7-2E754B10BD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15086B-D795-CA69-3AF3-599B82E5B2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485024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B9D018-7E99-AB14-2C20-578A778C36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C8AB216-B4BB-6E84-E238-074B324B2E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1C874EE-D731-2AE5-283C-6A17D6327B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3528A1E-ABB7-D78F-B9FB-6124BBCF63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701306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B9D018-7E99-AB14-2C20-578A778C36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C8AB216-B4BB-6E84-E238-074B324B2E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1C874EE-D731-2AE5-283C-6A17D6327B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3528A1E-ABB7-D78F-B9FB-6124BBCF63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13024962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B9D018-7E99-AB14-2C20-578A778C36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C8AB216-B4BB-6E84-E238-074B324B2E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1C874EE-D731-2AE5-283C-6A17D6327B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3528A1E-ABB7-D78F-B9FB-6124BBCF63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00871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337682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59256985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20F858-F6F5-4263-A723-CCF0097959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237A15D-6BB3-4D46-1262-F3EC89B3C2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5A1FF04-3DC2-DC01-3919-D91345804C6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B3B97EC-AF9C-88FE-6F10-144B88839D5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77839419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33FB8F-673E-09F5-6F02-6FC03F7F9F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D969FBB-86F4-2791-2BDB-0106BA79B7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F09E32D-2E3C-9E48-03F9-F17C78132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AA4FFEE-1793-32DA-35AB-D8F08133645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79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784785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4BE895-9CFE-64E1-C48B-6D557446E5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B9B702A-21A9-9136-8740-C381B44B995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A2FAEDB-CB2C-B175-99BC-0BB5F88CCA5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2CA3CA-2DE1-FFBD-658A-814F61D6112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8520476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B2B174-221A-2D1D-CD8B-B8C53F0716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D140B-B014-A95D-7791-2CECAF02A9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0E49440-F898-B5B6-2945-B6890165DE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4B95BBE-D14E-F706-994A-B6276380255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4222721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B2B174-221A-2D1D-CD8B-B8C53F0716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D140B-B014-A95D-7791-2CECAF02A9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0E49440-F898-B5B6-2945-B6890165DE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4B95BBE-D14E-F706-994A-B6276380255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620635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2CB55B-684F-BC6D-9EBF-8CF1838C93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0B086F4-AAF5-6B3B-0B88-C5164B568B9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DEEEA98-FCF4-D29E-7A3E-4A1F4323F28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C227D2E-6D83-30FF-C71C-0D020ECB0DB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15716469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2CB55B-684F-BC6D-9EBF-8CF1838C93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0B086F4-AAF5-6B3B-0B88-C5164B568B9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DEEEA98-FCF4-D29E-7A3E-4A1F4323F28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C227D2E-6D83-30FF-C71C-0D020ECB0DB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6712679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A21CC0-46D9-8B03-1B0E-436D900713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4BCD041-3BA2-4C69-0CD7-C2A59C7FF3F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C241E91-CD3E-82B3-7B9A-7408BA5CC7E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1494D98-9755-34F0-6001-2E732915F00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54732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2F965B-B702-B49C-DCC8-9E0CB2EB8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C56E2B-7A15-5711-120A-57FF8BE40D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CC4678-6447-A78F-FA8D-C5C2525B62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5BEB8D-4AC1-DE21-9CF6-55B9048D02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2526504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2F965B-B702-B49C-DCC8-9E0CB2EB8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C56E2B-7A15-5711-120A-57FF8BE40D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CC4678-6447-A78F-FA8D-C5C2525B62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5BEB8D-4AC1-DE21-9CF6-55B9048D02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89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18822533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2F965B-B702-B49C-DCC8-9E0CB2EB8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C56E2B-7A15-5711-120A-57FF8BE40D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CC4678-6447-A78F-FA8D-C5C2525B62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5BEB8D-4AC1-DE21-9CF6-55B9048D02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14224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2F965B-B702-B49C-DCC8-9E0CB2EB8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C56E2B-7A15-5711-120A-57FF8BE40D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CC4678-6447-A78F-FA8D-C5C2525B62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5BEB8D-4AC1-DE21-9CF6-55B9048D02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0831658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2F965B-B702-B49C-DCC8-9E0CB2EB80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C56E2B-7A15-5711-120A-57FF8BE40D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CC4678-6447-A78F-FA8D-C5C2525B62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5BEB8D-4AC1-DE21-9CF6-55B9048D02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3237229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B628ED-9600-4E1C-6594-2EA1E0D8C5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A9C3326-0F25-73C2-2856-0DA8189E68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5A43283-8CF0-1E47-D5D1-3BB509C4D37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B036ED3-4BE2-6E20-2197-94D5036314E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7949061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CE480-55B9-7FBD-A3BB-04D67F1CB7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2F9958D-5D89-8A3F-2F7B-388C25C6C1D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B0A8798-A66D-80CE-4234-3BF53A7B9C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3055BD-E31E-2888-E0BF-CAE9957C23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48946907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76E1F9-F0F6-CA93-BD42-B62524397B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54144B9-D8EF-2F44-6D18-F0C9CEF6DB6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CE95A63-D3AA-D093-58CD-E384E3DC430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595FB77-C6F2-37F3-17DE-A21207A39FD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63816553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BD8D8A-A8CB-E672-9D29-7C329C09AB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C731891-274C-6280-4073-8A955B379D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DDD123B-2334-4FA5-84AD-A0DF57B83BE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A1B7E9-B833-65B2-28C5-9D90A4FDA00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2084241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791FFF-BFF7-DD43-0053-996C5A8EED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3B630A9-E393-F880-187E-ABB1A1C278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8A58147-CD0D-9C8E-30F8-DF407F17A2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6E64843-3039-6F54-DA39-D328EDCF23F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9027382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791FFF-BFF7-DD43-0053-996C5A8EED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3B630A9-E393-F880-187E-ABB1A1C278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8A58147-CD0D-9C8E-30F8-DF407F17A2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6E64843-3039-6F54-DA39-D328EDCF23F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2675738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E6DE68-C3E2-9C4F-C9E6-6F61D5F979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0FE5146-1DA1-7561-063E-FAB5724E73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F983A09-0C27-654C-7583-EB0211322A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E8BE0-E10F-8FAC-7229-F557AE5E95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99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61391468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4E5663-0A4B-D2B9-35D5-6B58796A88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803B5AD-F610-E378-FE93-66B697984E4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48C4448-6D8F-3515-817A-47A461DAB43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2C0EB1D-E57F-BD4A-1D5C-600A60A2CAE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100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77820809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00C88B-0485-7AA0-65B2-33225B023A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709EAD9-BE01-BE2D-5F0E-B8F1187150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48A927-3844-909A-CB40-AF647E446D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43C5EB7-7438-FF7F-32E3-35CD23018F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101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6735379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00C88B-0485-7AA0-65B2-33225B023A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709EAD9-BE01-BE2D-5F0E-B8F1187150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448A927-3844-909A-CB40-AF647E446D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43C5EB7-7438-FF7F-32E3-35CD23018F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102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06608362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9F90D5-8204-F5FB-7EB8-BD0BCD636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E320028-1C19-B998-24A4-3B88163CF3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5246ECD-4F7C-3EE0-FD79-590C5C199D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3FDD514-372E-47FA-501C-9EA5E718297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103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4386656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9F90D5-8204-F5FB-7EB8-BD0BCD636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E320028-1C19-B998-24A4-3B88163CF3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5246ECD-4F7C-3EE0-FD79-590C5C199D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3FDD514-372E-47FA-501C-9EA5E718297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104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96898667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9F90D5-8204-F5FB-7EB8-BD0BCD636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E320028-1C19-B998-24A4-3B88163CF3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5246ECD-4F7C-3EE0-FD79-590C5C199D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3FDD514-372E-47FA-501C-9EA5E718297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105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0764614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9F90D5-8204-F5FB-7EB8-BD0BCD636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E320028-1C19-B998-24A4-3B88163CF3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5246ECD-4F7C-3EE0-FD79-590C5C199D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3FDD514-372E-47FA-501C-9EA5E718297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106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6073619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109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62537635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2847589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6491542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B2AFD8-757E-0598-A527-656F4C7D87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E693026-696C-E509-2F61-64850EB4B5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C4BCE96-ABB5-179A-0C2F-308C2FA49F4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3AE1E1D-E6C3-A844-EBBA-FB5C13821CE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8351849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8869F5-F351-C882-B31F-0CC1DBAA0E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88D39A5-70C4-4DA1-76FC-A160EE8206D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423DF18-B40E-7C5C-DE02-81D51131F3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9D67E3E-3D37-E014-52D3-05F5FF5A71D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1456452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33074268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CA2733-11FE-FC73-40C2-7B1C572C7A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07B085A-C8A6-EA4F-FCE9-FB57200B4DF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5645B63-9E59-FA72-D198-E26A22732E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B0AC0C3-810D-C43E-F1C1-5BFB65050E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0333585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9F044C-A93F-A25B-21D5-EE8831FDA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A0236F0-779E-2707-90E3-4638C3C80E6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27D305B-FBAA-5C47-707E-6F7B038212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F36D88A-E657-593C-561F-6D4E2583122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1118161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B32683-C7FE-243F-5ADD-8198B331DC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B7FABDF-2815-AB03-19D7-CF15FEA2E58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345910D-2B7D-FCC3-6804-E28099185A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BD7C66-1B08-D1A5-1192-CF7E75E7EEB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4221085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6741EF-0B82-2438-FA5D-A825A32F3D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7532405-1A9F-7273-AC17-35ED6BCA4D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5E0977A-9B91-6A57-8890-A2D345816D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119BD0-BB0B-E7F0-EE9A-5C8B46937BC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7999752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40FA15-9EB4-8240-E83C-A3664F89D6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68B7F20-FB19-F929-E188-D6F0CDFE018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684F620-D1D5-483F-EAF6-3674C88F2C2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331479D-00D1-58B9-A0DA-F69D1185283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97183941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1402F3-4B92-A417-A17E-44DA244DAE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51B6C34-9C04-E051-C31B-6FAD7924B3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762BB1B-7149-7465-547C-A071336BDF7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EB07E0-DF8B-FD1F-E971-289F921027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9178610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1402F3-4B92-A417-A17E-44DA244DAE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51B6C34-9C04-E051-C31B-6FAD7924B3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762BB1B-7149-7465-547C-A071336BDF7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EB07E0-DF8B-FD1F-E971-289F921027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976580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1402F3-4B92-A417-A17E-44DA244DAE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51B6C34-9C04-E051-C31B-6FAD7924B3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762BB1B-7149-7465-547C-A071336BDF7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EB07E0-DF8B-FD1F-E971-289F921027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4627986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0625638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3752838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64524896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66567934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9940745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369947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1345457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8918039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6150544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2330226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5814392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7908964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8406128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B36F4-5F8A-A42E-C255-542AD7315F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8978B36-A477-CE62-7B5F-B0F3436DF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B7AE967-43EC-979A-4BCE-B604007EDF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C02C4A-A8F3-385D-7E27-6CC81F5F27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C79BDEF-6165-4E72-B1A6-6E8034CEC248}" type="slidenum">
              <a:rPr lang="en-US" smtClean="0"/>
              <a:t>165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916386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.png"/><Relationship Id="rId4" Type="http://schemas.microsoft.com/office/2007/relationships/hdphoto" Target="../media/hdphoto1.wdp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1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2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3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jpeg"/><Relationship Id="rId3" Type="http://schemas.openxmlformats.org/officeDocument/2006/relationships/image" Target="../media/image3.png"/><Relationship Id="rId7" Type="http://schemas.microsoft.com/office/2007/relationships/hdphoto" Target="../media/hdphoto2.wdp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1.jpg"/><Relationship Id="rId4" Type="http://schemas.openxmlformats.org/officeDocument/2006/relationships/image" Target="../media/image7.png"/><Relationship Id="rId9" Type="http://schemas.openxmlformats.org/officeDocument/2006/relationships/image" Target="../media/image1.png"/></Relationships>
</file>

<file path=ppt/slideLayouts/_rels/slideLayout15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6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7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_rels/slideLayout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jpeg"/><Relationship Id="rId3" Type="http://schemas.openxmlformats.org/officeDocument/2006/relationships/image" Target="../media/image3.png"/><Relationship Id="rId7" Type="http://schemas.microsoft.com/office/2007/relationships/hdphoto" Target="../media/hdphoto2.wdp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.png"/></Relationships>
</file>

<file path=ppt/slideLayouts/_rels/slideLayout19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11" Type="http://schemas.openxmlformats.org/officeDocument/2006/relationships/image" Target="../media/image1.png"/><Relationship Id="rId5" Type="http://schemas.openxmlformats.org/officeDocument/2006/relationships/image" Target="../media/image7.png"/><Relationship Id="rId10" Type="http://schemas.openxmlformats.org/officeDocument/2006/relationships/image" Target="../media/image10.jpeg"/><Relationship Id="rId4" Type="http://schemas.openxmlformats.org/officeDocument/2006/relationships/image" Target="../media/image6.png"/><Relationship Id="rId9" Type="http://schemas.openxmlformats.org/officeDocument/2006/relationships/image" Target="../media/image13.jpeg"/></Relationships>
</file>

<file path=ppt/slideLayouts/_rels/slideLayout2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10" Type="http://schemas.openxmlformats.org/officeDocument/2006/relationships/image" Target="../media/image1.png"/><Relationship Id="rId4" Type="http://schemas.openxmlformats.org/officeDocument/2006/relationships/image" Target="../media/image6.png"/><Relationship Id="rId9" Type="http://schemas.openxmlformats.org/officeDocument/2006/relationships/image" Target="../media/image10.jpe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T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B9A329F3-B4EA-403B-BD1C-FDD65D8E9D3F}"/>
              </a:ext>
            </a:extLst>
          </p:cNvPr>
          <p:cNvGrpSpPr/>
          <p:nvPr userDrawn="1"/>
        </p:nvGrpSpPr>
        <p:grpSpPr>
          <a:xfrm>
            <a:off x="10721798" y="852808"/>
            <a:ext cx="1339023" cy="407045"/>
            <a:chOff x="10721798" y="852808"/>
            <a:chExt cx="1339023" cy="407045"/>
          </a:xfrm>
        </p:grpSpPr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F0325C5E-F004-43A9-9277-53A0BD206A7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B63808E-204C-4894-A747-B51DDC7425CA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3888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9001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6206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13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9" name="Date Placeholder 1">
            <a:extLst>
              <a:ext uri="{FF2B5EF4-FFF2-40B4-BE49-F238E27FC236}">
                <a16:creationId xmlns:a16="http://schemas.microsoft.com/office/drawing/2014/main" id="{BDCCD67D-FD1C-45DA-9071-29F9F47A3494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14" name="Footer Placeholder 2">
            <a:extLst>
              <a:ext uri="{FF2B5EF4-FFF2-40B4-BE49-F238E27FC236}">
                <a16:creationId xmlns:a16="http://schemas.microsoft.com/office/drawing/2014/main" id="{F493B990-1883-418B-980C-8115D3078247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663331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B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619E228D-B2BD-4EFA-9FE9-86D81DDC600E}"/>
              </a:ext>
            </a:extLst>
          </p:cNvPr>
          <p:cNvGrpSpPr/>
          <p:nvPr userDrawn="1"/>
        </p:nvGrpSpPr>
        <p:grpSpPr>
          <a:xfrm>
            <a:off x="10721797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60ED7292-9BDD-4D31-8064-11177842F8C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1F0757EE-ABB9-45D2-B479-D5AB8FB14DF1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3888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90011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62063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290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Date Placeholder 1">
            <a:extLst>
              <a:ext uri="{FF2B5EF4-FFF2-40B4-BE49-F238E27FC236}">
                <a16:creationId xmlns:a16="http://schemas.microsoft.com/office/drawing/2014/main" id="{CA463A36-7025-4394-9467-8A3EC3425B00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21" name="Footer Placeholder 2">
            <a:extLst>
              <a:ext uri="{FF2B5EF4-FFF2-40B4-BE49-F238E27FC236}">
                <a16:creationId xmlns:a16="http://schemas.microsoft.com/office/drawing/2014/main" id="{9C7C6425-95C6-4F77-9939-B229EF19FA43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27612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- Logo on B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31179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pic>
        <p:nvPicPr>
          <p:cNvPr id="18" name="Shape 56">
            <a:extLst>
              <a:ext uri="{FF2B5EF4-FFF2-40B4-BE49-F238E27FC236}">
                <a16:creationId xmlns:a16="http://schemas.microsoft.com/office/drawing/2014/main" id="{ACB01872-4321-4181-A609-1C503C074C10}"/>
              </a:ext>
            </a:extLst>
          </p:cNvPr>
          <p:cNvPicPr preferRelativeResize="0"/>
          <p:nvPr userDrawn="1"/>
        </p:nvPicPr>
        <p:blipFill rotWithShape="1">
          <a:blip r:embed="rId3">
            <a:alphaModFix/>
          </a:blip>
          <a:srcRect t="86739" r="1768" b="3535"/>
          <a:stretch/>
        </p:blipFill>
        <p:spPr>
          <a:xfrm>
            <a:off x="0" y="0"/>
            <a:ext cx="12192000" cy="711201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5CD07E8-CBAA-45BA-85CF-1233D4AA86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lIns="216000" tIns="108000" rIns="216000" bIns="108000">
            <a:normAutofit/>
          </a:bodyPr>
          <a:lstStyle>
            <a:lvl1pPr>
              <a:defRPr lang="en-US" sz="34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596C8C-2163-45E8-B709-8118C381771F}"/>
              </a:ext>
            </a:extLst>
          </p:cNvPr>
          <p:cNvCxnSpPr/>
          <p:nvPr userDrawn="1"/>
        </p:nvCxnSpPr>
        <p:spPr>
          <a:xfrm>
            <a:off x="0" y="711201"/>
            <a:ext cx="1219200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6F4971-704E-42EF-A852-52D75741FB7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>
            <a:noAutofit/>
          </a:bodyPr>
          <a:lstStyle>
            <a:lvl1pPr marL="265113" indent="-265113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"/>
              <a:defRPr sz="2800">
                <a:solidFill>
                  <a:srgbClr val="002060"/>
                </a:solidFill>
              </a:defRPr>
            </a:lvl1pPr>
            <a:lvl2pPr marL="628650" indent="-352425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800">
                <a:solidFill>
                  <a:srgbClr val="002060"/>
                </a:solidFill>
              </a:defRPr>
            </a:lvl2pPr>
            <a:lvl3pPr marL="89535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800">
                <a:solidFill>
                  <a:srgbClr val="002060"/>
                </a:solidFill>
              </a:defRPr>
            </a:lvl3pPr>
            <a:lvl4pPr marL="125730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4pPr>
            <a:lvl5pPr marL="1619250" indent="-228600" algn="just">
              <a:lnSpc>
                <a:spcPct val="125000"/>
              </a:lnSpc>
              <a:spcBef>
                <a:spcPts val="1000"/>
              </a:spcBef>
              <a:buClr>
                <a:schemeClr val="accent6"/>
              </a:buClr>
              <a:defRPr sz="2800">
                <a:solidFill>
                  <a:srgbClr val="002060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Date Placeholder 1">
            <a:extLst>
              <a:ext uri="{FF2B5EF4-FFF2-40B4-BE49-F238E27FC236}">
                <a16:creationId xmlns:a16="http://schemas.microsoft.com/office/drawing/2014/main" id="{8805933F-A132-4F27-9B63-76662C25EE80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19" name="Footer Placeholder 2">
            <a:extLst>
              <a:ext uri="{FF2B5EF4-FFF2-40B4-BE49-F238E27FC236}">
                <a16:creationId xmlns:a16="http://schemas.microsoft.com/office/drawing/2014/main" id="{27821544-AFA6-40A3-95FD-30CB26B495BE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86285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17">
            <a:extLst>
              <a:ext uri="{FF2B5EF4-FFF2-40B4-BE49-F238E27FC236}">
                <a16:creationId xmlns:a16="http://schemas.microsoft.com/office/drawing/2014/main" id="{910DC0DC-3FC7-402D-8C9F-62D3ACC8DC86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2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07171932-FFF4-4D27-9425-8CB5D27A92F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1581" b="21180"/>
          <a:stretch/>
        </p:blipFill>
        <p:spPr>
          <a:xfrm rot="16200000">
            <a:off x="9807099" y="606901"/>
            <a:ext cx="2991808" cy="1778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639DF2A-5426-428D-B32D-78E9191D8A0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79646" t="18062" r="2731" b="17724"/>
          <a:stretch/>
        </p:blipFill>
        <p:spPr>
          <a:xfrm>
            <a:off x="0" y="401568"/>
            <a:ext cx="543946" cy="772151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6B8C6168-C8A4-4660-9D38-045657B80D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1709738"/>
            <a:ext cx="10515600" cy="2852737"/>
          </a:xfrm>
        </p:spPr>
        <p:txBody>
          <a:bodyPr vert="horz" lIns="91440" tIns="45720" rIns="91440" bIns="45720" rtlCol="0" anchor="b">
            <a:noAutofit/>
          </a:bodyPr>
          <a:lstStyle>
            <a:lvl1pPr>
              <a:defRPr lang="en-US" sz="6000" b="1" dirty="0">
                <a:gradFill flip="none" rotWithShape="1">
                  <a:gsLst>
                    <a:gs pos="10000">
                      <a:schemeClr val="accent6">
                        <a:lumMod val="50000"/>
                      </a:schemeClr>
                    </a:gs>
                    <a:gs pos="100000">
                      <a:schemeClr val="accent6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marL="0" lvl="0" indent="0">
              <a:buFont typeface="Arial" panose="020B0604020202020204" pitchFamily="34" charset="0"/>
            </a:pPr>
            <a:r>
              <a:rPr lang="en-US" dirty="0"/>
              <a:t>Write here Section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66C89DA-344D-4448-822C-2826084EF127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>
            <a:normAutofit/>
          </a:bodyPr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Write here Section Subtitle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0677938" y="6350844"/>
            <a:ext cx="1339023" cy="407045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00169294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k - Logo on T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32768103-D8F5-4649-8107-E4B3B8C554BB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6C86632-7EFD-4A64-85B1-0CE7D13E0C97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AA5C57A-F840-488A-AACF-E658D398FCEC}"/>
              </a:ext>
            </a:extLst>
          </p:cNvPr>
          <p:cNvGrpSpPr/>
          <p:nvPr userDrawn="1"/>
        </p:nvGrpSpPr>
        <p:grpSpPr>
          <a:xfrm>
            <a:off x="10304203" y="212531"/>
            <a:ext cx="1649043" cy="501287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1B8F12B0-F30C-4955-8E3F-625C9D2A74C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8508BA0B-FE99-4953-98B0-D2708C070068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7853EE99-6040-4E3E-83B7-AE3220E578B8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12" name="Footer Placeholder 2">
            <a:extLst>
              <a:ext uri="{FF2B5EF4-FFF2-40B4-BE49-F238E27FC236}">
                <a16:creationId xmlns:a16="http://schemas.microsoft.com/office/drawing/2014/main" id="{7A76B53F-AD60-44D7-9A11-67D97CB4FD69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7197250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k - Logo on B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D17CCA1-DDAA-4D6C-AAE4-2ECFF46CFEAB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32768103-D8F5-4649-8107-E4B3B8C554BB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6C86632-7EFD-4A64-85B1-0CE7D13E0C97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FD38B6F-D549-4D28-B5DA-3AF636652084}"/>
              </a:ext>
            </a:extLst>
          </p:cNvPr>
          <p:cNvGrpSpPr/>
          <p:nvPr userDrawn="1"/>
        </p:nvGrpSpPr>
        <p:grpSpPr>
          <a:xfrm>
            <a:off x="10357991" y="5976558"/>
            <a:ext cx="1649043" cy="501287"/>
            <a:chOff x="10721798" y="852808"/>
            <a:chExt cx="1339023" cy="407045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538C9597-8AB6-41B2-8903-FB3D0B47AD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0CB3A116-446D-49CC-96A6-7C8DB2B53F5A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A5ED3800-FF50-4E9E-B42F-270379E5A735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12" name="Footer Placeholder 2">
            <a:extLst>
              <a:ext uri="{FF2B5EF4-FFF2-40B4-BE49-F238E27FC236}">
                <a16:creationId xmlns:a16="http://schemas.microsoft.com/office/drawing/2014/main" id="{4CB29396-D53A-484F-9C93-A123E3FA965D}"/>
              </a:ext>
            </a:extLst>
          </p:cNvPr>
          <p:cNvSpPr txBox="1">
            <a:spLocks/>
          </p:cNvSpPr>
          <p:nvPr userDrawn="1"/>
        </p:nvSpPr>
        <p:spPr>
          <a:xfrm>
            <a:off x="3357601" y="660400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624780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 - Logo on B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AE04132C-088A-4457-A3C3-1DC6427585FC}"/>
              </a:ext>
            </a:extLst>
          </p:cNvPr>
          <p:cNvGrpSpPr/>
          <p:nvPr userDrawn="1"/>
        </p:nvGrpSpPr>
        <p:grpSpPr>
          <a:xfrm>
            <a:off x="131179" y="6047527"/>
            <a:ext cx="1339023" cy="407045"/>
            <a:chOff x="10721798" y="852808"/>
            <a:chExt cx="1339023" cy="407045"/>
          </a:xfrm>
        </p:grpSpPr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B49C31A0-0173-45C3-B715-F73A797EA6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21798" y="852808"/>
              <a:ext cx="1339022" cy="407045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6EB3A16-1B2C-44F3-A559-3929B9A2E162}"/>
                </a:ext>
              </a:extLst>
            </p:cNvPr>
            <p:cNvSpPr/>
            <p:nvPr userDrawn="1"/>
          </p:nvSpPr>
          <p:spPr>
            <a:xfrm>
              <a:off x="10721799" y="852808"/>
              <a:ext cx="1339022" cy="407044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CD05EDD-7D4D-4F15-B3BB-F4E2E35E1780}"/>
              </a:ext>
            </a:extLst>
          </p:cNvPr>
          <p:cNvSpPr/>
          <p:nvPr userDrawn="1"/>
        </p:nvSpPr>
        <p:spPr>
          <a:xfrm>
            <a:off x="0" y="6618990"/>
            <a:ext cx="12191998" cy="254000"/>
          </a:xfrm>
          <a:prstGeom prst="roundRect">
            <a:avLst>
              <a:gd name="adj" fmla="val 0"/>
            </a:avLst>
          </a:prstGeom>
          <a:solidFill>
            <a:srgbClr val="DFD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FE084249-8DB7-4B0A-AA7A-A1A407FC0773}"/>
              </a:ext>
            </a:extLst>
          </p:cNvPr>
          <p:cNvSpPr txBox="1">
            <a:spLocks/>
          </p:cNvSpPr>
          <p:nvPr userDrawn="1"/>
        </p:nvSpPr>
        <p:spPr>
          <a:xfrm>
            <a:off x="86106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DF2434F-F1F1-4B15-80AA-A2C3BF057F48}" type="slidenum">
              <a:rPr lang="en-US" b="1" smtClean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</a:rPr>
              <a:pPr/>
              <a:t>‹#›</a:t>
            </a:fld>
            <a:endParaRPr lang="en-US" b="1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</a:endParaRP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F86BF578-C91A-4942-95D5-11408C3CCACF}"/>
              </a:ext>
            </a:extLst>
          </p:cNvPr>
          <p:cNvCxnSpPr/>
          <p:nvPr userDrawn="1"/>
        </p:nvCxnSpPr>
        <p:spPr>
          <a:xfrm>
            <a:off x="0" y="6606251"/>
            <a:ext cx="12192000" cy="0"/>
          </a:xfrm>
          <a:prstGeom prst="line">
            <a:avLst/>
          </a:prstGeom>
          <a:ln w="12700">
            <a:solidFill>
              <a:schemeClr val="bg1">
                <a:lumMod val="75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5030D7D1-493D-458D-9CB6-9DF75C5C853B}"/>
              </a:ext>
            </a:extLst>
          </p:cNvPr>
          <p:cNvSpPr txBox="1">
            <a:spLocks/>
          </p:cNvSpPr>
          <p:nvPr userDrawn="1"/>
        </p:nvSpPr>
        <p:spPr>
          <a:xfrm>
            <a:off x="838200" y="6604000"/>
            <a:ext cx="2743200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Prof. Vasudev Barjadiya</a:t>
            </a:r>
          </a:p>
        </p:txBody>
      </p:sp>
      <p:sp>
        <p:nvSpPr>
          <p:cNvPr id="11" name="Footer Placeholder 2">
            <a:extLst>
              <a:ext uri="{FF2B5EF4-FFF2-40B4-BE49-F238E27FC236}">
                <a16:creationId xmlns:a16="http://schemas.microsoft.com/office/drawing/2014/main" id="{8F9BAEF2-75B0-4F0D-8B95-E3DE7D41112E}"/>
              </a:ext>
            </a:extLst>
          </p:cNvPr>
          <p:cNvSpPr txBox="1">
            <a:spLocks/>
          </p:cNvSpPr>
          <p:nvPr userDrawn="1"/>
        </p:nvSpPr>
        <p:spPr>
          <a:xfrm>
            <a:off x="3357600" y="6618990"/>
            <a:ext cx="5476799" cy="25512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#2301HS402 (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Probability &amp; Statistics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)   </a:t>
            </a:r>
            <a:r>
              <a:rPr lang="en-US" dirty="0">
                <a:solidFill>
                  <a:schemeClr val="tx1">
                    <a:lumMod val="90000"/>
                    <a:lumOff val="10000"/>
                  </a:schemeClr>
                </a:solidFill>
                <a:latin typeface="Wingdings" panose="05000000000000000000" pitchFamily="2" charset="2"/>
                <a:ea typeface="Roboto Condensed Light" panose="02000000000000000000" pitchFamily="2" charset="0"/>
              </a:rPr>
              <a:t></a:t>
            </a:r>
            <a:r>
              <a:rPr lang="en-US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   Unit 1 – </a:t>
            </a:r>
            <a:r>
              <a:rPr lang="en-IN" sz="1200" b="0" kern="1200" dirty="0">
                <a:solidFill>
                  <a:schemeClr val="tx1">
                    <a:lumMod val="90000"/>
                    <a:lumOff val="10000"/>
                  </a:schemeClr>
                </a:solidFill>
                <a:latin typeface="+mn-lt"/>
                <a:ea typeface="+mn-ea"/>
                <a:cs typeface="+mn-cs"/>
              </a:rPr>
              <a:t>Descriptive Statistics </a:t>
            </a:r>
            <a:endParaRPr lang="en-US" sz="1200" b="0" kern="1200" dirty="0">
              <a:solidFill>
                <a:schemeClr val="tx1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85720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lete Blan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1231161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lete Blan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9D71C1D1-D056-4C60-9F03-E6291617B71F}"/>
              </a:ext>
            </a:extLst>
          </p:cNvPr>
          <p:cNvSpPr txBox="1"/>
          <p:nvPr userDrawn="1"/>
        </p:nvSpPr>
        <p:spPr>
          <a:xfrm>
            <a:off x="375920" y="457200"/>
            <a:ext cx="418576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FF0000"/>
                </a:solidFill>
              </a:rPr>
              <a:t>How to Crop Circular Photo?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E0451329-7800-417A-9D19-D93464C6306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013200" y="1808163"/>
            <a:ext cx="3890962" cy="3890962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0331201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Te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4">
                  <a:lumMod val="50000"/>
                </a:schemeClr>
              </a:gs>
              <a:gs pos="100000">
                <a:srgbClr val="009788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4">
                  <a:lumMod val="50000"/>
                </a:schemeClr>
              </a:gs>
              <a:gs pos="100000">
                <a:srgbClr val="009788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4">
                        <a:lumMod val="50000"/>
                      </a:schemeClr>
                    </a:gs>
                    <a:gs pos="100000">
                      <a:srgbClr val="009788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0" name="Picture 19" descr="User icon Royalty Free Vector Image - VectorStock">
            <a:extLst>
              <a:ext uri="{FF2B5EF4-FFF2-40B4-BE49-F238E27FC236}">
                <a16:creationId xmlns:a16="http://schemas.microsoft.com/office/drawing/2014/main" id="{4A8E0F54-DC01-449D-B951-DC7CBAFD954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65D60AFC-04BC-4FCA-A89D-6FCD04B6DC3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65C24A8B-C009-4A74-9481-67BB67CA49B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888083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Cy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2">
                  <a:lumMod val="50000"/>
                </a:schemeClr>
              </a:gs>
              <a:gs pos="100000">
                <a:schemeClr val="accent2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2">
                  <a:lumMod val="50000"/>
                </a:schemeClr>
              </a:gs>
              <a:gs pos="100000">
                <a:schemeClr val="accent2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2">
                        <a:lumMod val="50000"/>
                      </a:schemeClr>
                    </a:gs>
                    <a:gs pos="100000">
                      <a:schemeClr val="accent2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30" name="Picture 29" descr="User icon Royalty Free Vector Image - VectorStock">
            <a:extLst>
              <a:ext uri="{FF2B5EF4-FFF2-40B4-BE49-F238E27FC236}">
                <a16:creationId xmlns:a16="http://schemas.microsoft.com/office/drawing/2014/main" id="{5F55812D-505A-4B1A-9EB5-16DCD08F2B8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0974588E-8956-4BF5-BF58-B7E42070A56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8DCFBA18-DBB7-4232-9BDC-C0D95AE93AF0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457040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Light 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3">
                        <a:lumMod val="50000"/>
                      </a:schemeClr>
                    </a:gs>
                    <a:gs pos="100000">
                      <a:schemeClr val="accent3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E6570A8-081D-45CE-A0DD-F78F5EDB0F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0B000B32-CB56-440D-9FAE-7DE703A93A0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5E75AD4F-9BB9-4005-AB78-4A6D388A4CD6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503394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A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5">
                  <a:lumMod val="50000"/>
                </a:schemeClr>
              </a:gs>
              <a:gs pos="100000">
                <a:schemeClr val="accent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5">
                  <a:lumMod val="50000"/>
                </a:schemeClr>
              </a:gs>
              <a:gs pos="100000">
                <a:schemeClr val="accent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5">
                        <a:lumMod val="75000"/>
                      </a:schemeClr>
                    </a:gs>
                    <a:gs pos="100000">
                      <a:schemeClr val="accent5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00C9ED70-1CC8-4EF2-BE10-AAFE24AAC5D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7FD1CDD6-829C-4C5B-BFB7-74153A66FF2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4964C355-848F-46E4-BB2A-EA2EE69FEBA2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585978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Maro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chemeClr val="accent6">
                  <a:lumMod val="50000"/>
                </a:schemeClr>
              </a:gs>
              <a:gs pos="100000">
                <a:schemeClr val="accent6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chemeClr val="accent6">
                        <a:lumMod val="50000"/>
                      </a:schemeClr>
                    </a:gs>
                    <a:gs pos="100000">
                      <a:schemeClr val="accent6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80BF4AFD-B365-46D4-AAC5-485DFA5A7D4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2BC70C35-8BA7-4D49-9AF7-DC36FAB8FDA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036D56FE-CA91-4481-9096-27448303AC20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D2D42D3E-D939-43C1-BE86-52E26B945D79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8456114" y="2032083"/>
            <a:ext cx="3406028" cy="19158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3162591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lue 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273238"/>
              </a:gs>
              <a:gs pos="100000">
                <a:srgbClr val="607D8B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273238"/>
              </a:gs>
              <a:gs pos="100000">
                <a:srgbClr val="607D8B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273238"/>
                    </a:gs>
                    <a:gs pos="100000">
                      <a:srgbClr val="607D8B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EB45C91-0DA6-4973-9AEA-FF1388508AC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F70CF6D9-DDB4-41AA-BB82-F8ED04AD8BC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A561853C-B15A-4153-A982-7E7EB1213BCE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188163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row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3E2622"/>
              </a:gs>
              <a:gs pos="100000">
                <a:srgbClr val="79554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3E2622"/>
              </a:gs>
              <a:gs pos="100000">
                <a:srgbClr val="79554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3E2622"/>
                    </a:gs>
                    <a:gs pos="100000">
                      <a:srgbClr val="795547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7E386D9D-B92A-4F40-9089-A1FD00CD38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DA295F85-D43D-42E5-9539-A471116A43B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B976521A-C815-4A64-A047-CE405ED0E59A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652624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Deep Pu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301B92"/>
              </a:gs>
              <a:gs pos="100000">
                <a:srgbClr val="673BB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301B92"/>
              </a:gs>
              <a:gs pos="100000">
                <a:srgbClr val="673BB7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301B92"/>
                    </a:gs>
                    <a:gs pos="100000">
                      <a:srgbClr val="673BB7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BE300026-40E8-4FB1-998A-9CEB5F7A1B8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DB3B5E9B-B4F0-4E85-954A-F7CC04BBF24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631765DD-2E04-4EE4-AFB7-43E328823E61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228099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0E47A1"/>
              </a:gs>
              <a:gs pos="100000">
                <a:srgbClr val="03A9F5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0E47A1"/>
                    </a:gs>
                    <a:gs pos="100000">
                      <a:srgbClr val="03A9F5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C3A13D11-EC6C-4E81-AD83-7AC73D273FD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85035EF3-F5FB-41C2-A0BE-B3AEF7556AB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1018DFAF-9B15-4199-9C36-C730A2CE6C5E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  <p:pic>
        <p:nvPicPr>
          <p:cNvPr id="34" name="Picture 33"/>
          <p:cNvPicPr>
            <a:picLocks noChangeAspect="1"/>
          </p:cNvPicPr>
          <p:nvPr userDrawn="1"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2094" y="1609868"/>
            <a:ext cx="27432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280755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B71B1C"/>
              </a:gs>
              <a:gs pos="100000">
                <a:srgbClr val="ED524F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B71B1C"/>
              </a:gs>
              <a:gs pos="100000">
                <a:srgbClr val="ED524F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B71B1C"/>
                    </a:gs>
                    <a:gs pos="100000">
                      <a:srgbClr val="ED524F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77B7B864-C091-4493-B14B-F5B61B586EED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746" t="7575" r="25761" b="18186"/>
          <a:stretch>
            <a:fillRect/>
          </a:stretch>
        </p:blipFill>
        <p:spPr>
          <a:xfrm>
            <a:off x="356499" y="5214354"/>
            <a:ext cx="1354234" cy="1354234"/>
          </a:xfrm>
          <a:custGeom>
            <a:avLst/>
            <a:gdLst>
              <a:gd name="connsiteX0" fmla="*/ 2286000 w 4572000"/>
              <a:gd name="connsiteY0" fmla="*/ 0 h 4572000"/>
              <a:gd name="connsiteX1" fmla="*/ 4572000 w 4572000"/>
              <a:gd name="connsiteY1" fmla="*/ 2286000 h 4572000"/>
              <a:gd name="connsiteX2" fmla="*/ 2286000 w 4572000"/>
              <a:gd name="connsiteY2" fmla="*/ 4572000 h 4572000"/>
              <a:gd name="connsiteX3" fmla="*/ 0 w 4572000"/>
              <a:gd name="connsiteY3" fmla="*/ 2286000 h 4572000"/>
              <a:gd name="connsiteX4" fmla="*/ 2286000 w 4572000"/>
              <a:gd name="connsiteY4" fmla="*/ 0 h 457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2000" h="4572000">
                <a:moveTo>
                  <a:pt x="2286000" y="0"/>
                </a:moveTo>
                <a:cubicBezTo>
                  <a:pt x="3548523" y="0"/>
                  <a:pt x="4572000" y="1023477"/>
                  <a:pt x="4572000" y="2286000"/>
                </a:cubicBezTo>
                <a:cubicBezTo>
                  <a:pt x="4572000" y="3548523"/>
                  <a:pt x="3548523" y="4572000"/>
                  <a:pt x="2286000" y="4572000"/>
                </a:cubicBezTo>
                <a:cubicBezTo>
                  <a:pt x="1023477" y="4572000"/>
                  <a:pt x="0" y="3548523"/>
                  <a:pt x="0" y="2286000"/>
                </a:cubicBezTo>
                <a:cubicBezTo>
                  <a:pt x="0" y="1023477"/>
                  <a:pt x="1023477" y="0"/>
                  <a:pt x="2286000" y="0"/>
                </a:cubicBezTo>
                <a:close/>
              </a:path>
            </a:pathLst>
          </a:custGeom>
          <a:noFill/>
          <a:ln w="6350">
            <a:solidFill>
              <a:schemeClr val="bg1">
                <a:lumMod val="65000"/>
              </a:schemeClr>
            </a:solidFill>
          </a:ln>
          <a:effectLst/>
        </p:spPr>
      </p:pic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177B86E9-222D-4757-BE64-59540DB794E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0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8ABCD18B-D4E0-41E4-8162-7E83CB11DAE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5" name="Picture 34">
            <a:extLst>
              <a:ext uri="{FF2B5EF4-FFF2-40B4-BE49-F238E27FC236}">
                <a16:creationId xmlns:a16="http://schemas.microsoft.com/office/drawing/2014/main" id="{744A518A-BE68-4048-BDCB-77578CB57230}"/>
              </a:ext>
            </a:extLst>
          </p:cNvPr>
          <p:cNvPicPr>
            <a:picLocks noChangeAspect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513194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- Pi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292D9CA8-FA74-4E19-A847-B04F90FC15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50" b="2500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6A9211E-289E-4822-AE7F-7B95A873EBBD}"/>
              </a:ext>
            </a:extLst>
          </p:cNvPr>
          <p:cNvSpPr txBox="1"/>
          <p:nvPr userDrawn="1"/>
        </p:nvSpPr>
        <p:spPr>
          <a:xfrm>
            <a:off x="1837677" y="5802204"/>
            <a:ext cx="451437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Darshan Institute of Engineering &amp; Technology, Rajkot</a:t>
            </a:r>
          </a:p>
        </p:txBody>
      </p:sp>
      <p:sp>
        <p:nvSpPr>
          <p:cNvPr id="22" name="Freeform 13">
            <a:extLst>
              <a:ext uri="{FF2B5EF4-FFF2-40B4-BE49-F238E27FC236}">
                <a16:creationId xmlns:a16="http://schemas.microsoft.com/office/drawing/2014/main" id="{EB889181-F145-4E62-A282-E5B77978D1F3}"/>
              </a:ext>
            </a:extLst>
          </p:cNvPr>
          <p:cNvSpPr>
            <a:spLocks/>
          </p:cNvSpPr>
          <p:nvPr userDrawn="1"/>
        </p:nvSpPr>
        <p:spPr bwMode="auto">
          <a:xfrm>
            <a:off x="2554514" y="1"/>
            <a:ext cx="5255702" cy="1335004"/>
          </a:xfrm>
          <a:custGeom>
            <a:avLst/>
            <a:gdLst>
              <a:gd name="T0" fmla="*/ 2048 w 2048"/>
              <a:gd name="T1" fmla="*/ 0 h 517"/>
              <a:gd name="T2" fmla="*/ 1934 w 2048"/>
              <a:gd name="T3" fmla="*/ 72 h 517"/>
              <a:gd name="T4" fmla="*/ 0 w 2048"/>
              <a:gd name="T5" fmla="*/ 0 h 517"/>
              <a:gd name="T6" fmla="*/ 2048 w 2048"/>
              <a:gd name="T7" fmla="*/ 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517">
                <a:moveTo>
                  <a:pt x="2048" y="0"/>
                </a:moveTo>
                <a:cubicBezTo>
                  <a:pt x="2011" y="25"/>
                  <a:pt x="1973" y="49"/>
                  <a:pt x="1934" y="72"/>
                </a:cubicBezTo>
                <a:cubicBezTo>
                  <a:pt x="1177" y="517"/>
                  <a:pt x="332" y="480"/>
                  <a:pt x="0" y="0"/>
                </a:cubicBezTo>
                <a:lnTo>
                  <a:pt x="2048" y="0"/>
                </a:lnTo>
                <a:close/>
              </a:path>
            </a:pathLst>
          </a:custGeom>
          <a:gradFill>
            <a:gsLst>
              <a:gs pos="10000">
                <a:srgbClr val="890E4F"/>
              </a:gs>
              <a:gs pos="100000">
                <a:srgbClr val="D81A60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5E9DA42E-B221-4BBE-B651-F7171591BCD7}"/>
              </a:ext>
            </a:extLst>
          </p:cNvPr>
          <p:cNvSpPr>
            <a:spLocks/>
          </p:cNvSpPr>
          <p:nvPr userDrawn="1"/>
        </p:nvSpPr>
        <p:spPr bwMode="auto">
          <a:xfrm>
            <a:off x="0" y="5905331"/>
            <a:ext cx="1901425" cy="952668"/>
          </a:xfrm>
          <a:custGeom>
            <a:avLst/>
            <a:gdLst>
              <a:gd name="T0" fmla="*/ 2048 w 2048"/>
              <a:gd name="T1" fmla="*/ 1024 h 1024"/>
              <a:gd name="T2" fmla="*/ 0 w 2048"/>
              <a:gd name="T3" fmla="*/ 1024 h 1024"/>
              <a:gd name="T4" fmla="*/ 0 w 2048"/>
              <a:gd name="T5" fmla="*/ 0 h 1024"/>
              <a:gd name="T6" fmla="*/ 2048 w 2048"/>
              <a:gd name="T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8" h="1024">
                <a:moveTo>
                  <a:pt x="2048" y="1024"/>
                </a:moveTo>
                <a:cubicBezTo>
                  <a:pt x="0" y="1024"/>
                  <a:pt x="0" y="1024"/>
                  <a:pt x="0" y="1024"/>
                </a:cubicBezTo>
                <a:cubicBezTo>
                  <a:pt x="0" y="0"/>
                  <a:pt x="0" y="0"/>
                  <a:pt x="0" y="0"/>
                </a:cubicBezTo>
                <a:cubicBezTo>
                  <a:pt x="880" y="66"/>
                  <a:pt x="1621" y="411"/>
                  <a:pt x="2048" y="1024"/>
                </a:cubicBezTo>
                <a:close/>
              </a:path>
            </a:pathLst>
          </a:custGeom>
          <a:gradFill>
            <a:gsLst>
              <a:gs pos="10000">
                <a:srgbClr val="890E4F"/>
              </a:gs>
              <a:gs pos="100000">
                <a:srgbClr val="D81A60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3D6466C-3EE8-434C-B5AB-98205AEEA67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8334" y="4602222"/>
            <a:ext cx="3383666" cy="225577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3CAA64A4-91BA-448F-9474-7895F9C6DBD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861" y="2096941"/>
            <a:ext cx="2813885" cy="2119207"/>
          </a:xfrm>
          <a:prstGeom prst="rect">
            <a:avLst/>
          </a:prstGeom>
        </p:spPr>
      </p:pic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79C5D16-8087-4587-9A0A-A0570C73E0E7}"/>
              </a:ext>
            </a:extLst>
          </p:cNvPr>
          <p:cNvCxnSpPr/>
          <p:nvPr/>
        </p:nvCxnSpPr>
        <p:spPr>
          <a:xfrm>
            <a:off x="1926694" y="6124097"/>
            <a:ext cx="43560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73F48F6-739E-4659-B107-DABA716A2F34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559490" y="1122364"/>
            <a:ext cx="7035300" cy="2578780"/>
          </a:xfrm>
        </p:spPr>
        <p:txBody>
          <a:bodyPr wrap="square" anchor="t">
            <a:noAutofit/>
          </a:bodyPr>
          <a:lstStyle>
            <a:lvl1pPr algn="l">
              <a:defRPr lang="en-US" sz="6600" b="1" kern="1200" dirty="0">
                <a:solidFill>
                  <a:schemeClr val="tx1">
                    <a:lumMod val="90000"/>
                    <a:lumOff val="1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j-lt"/>
                <a:ea typeface="Segoe UI Black" panose="020B0A02040204020203" pitchFamily="34" charset="0"/>
                <a:cs typeface="+mn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812EDA6-C656-492A-A9CA-44B03C63913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232297"/>
            <a:ext cx="182880" cy="18288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627AEF91-6492-4B0C-A844-2296473B58D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8063" y="6505320"/>
            <a:ext cx="182880" cy="182880"/>
          </a:xfrm>
          <a:prstGeom prst="rect">
            <a:avLst/>
          </a:prstGeom>
        </p:spPr>
      </p:pic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828AA7FF-D902-41DB-A12A-45135201E8C2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80943" y="6175935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Email Address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F1EDDD62-43C6-4DEE-BBD9-CD0004E7EB0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2183874" y="646021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b="0" kern="1200" baseline="0" dirty="0">
                <a:solidFill>
                  <a:schemeClr val="tx1"/>
                </a:solidFill>
                <a:latin typeface="Roboto Condensed Light" panose="02000000000000000000" pitchFamily="2" charset="0"/>
                <a:ea typeface="Roboto Condensed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dirty="0"/>
              <a:t>Click to edit Phone No.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A2C7AAB1-B948-41DB-961F-028BB57DF5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7678" y="5537768"/>
            <a:ext cx="3735998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Department Name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C96060B2-EF39-4FB2-9CFA-77C6391DCF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37677" y="5273332"/>
            <a:ext cx="5581039" cy="290081"/>
          </a:xfr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1" kern="1200" dirty="0">
                <a:gradFill flip="none" rotWithShape="1">
                  <a:gsLst>
                    <a:gs pos="10000">
                      <a:srgbClr val="890E4F"/>
                    </a:gs>
                    <a:gs pos="100000">
                      <a:srgbClr val="D81A60"/>
                    </a:gs>
                  </a:gsLst>
                  <a:lin ang="0" scaled="1"/>
                  <a:tileRect/>
                </a:gradFill>
                <a:effectLst/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here your Author Name (i.e. Prof. Jay R </a:t>
            </a:r>
            <a:r>
              <a:rPr lang="en-US" dirty="0" err="1"/>
              <a:t>Dhamsaniya</a:t>
            </a:r>
            <a:r>
              <a:rPr lang="en-US" dirty="0"/>
              <a:t>)</a:t>
            </a:r>
          </a:p>
        </p:txBody>
      </p:sp>
      <p:pic>
        <p:nvPicPr>
          <p:cNvPr id="55" name="Picture 54">
            <a:extLst>
              <a:ext uri="{FF2B5EF4-FFF2-40B4-BE49-F238E27FC236}">
                <a16:creationId xmlns:a16="http://schemas.microsoft.com/office/drawing/2014/main" id="{34C1356C-E4AA-4B27-A93C-BE84F5D9C6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2023" t="18062" r="2731" b="17724"/>
          <a:stretch/>
        </p:blipFill>
        <p:spPr>
          <a:xfrm>
            <a:off x="63248" y="837717"/>
            <a:ext cx="1087893" cy="772151"/>
          </a:xfrm>
          <a:prstGeom prst="rect">
            <a:avLst/>
          </a:prstGeom>
        </p:spPr>
      </p:pic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70A7F06-98AB-45B4-A79D-A6DF8C25DC8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81756" y="20384"/>
            <a:ext cx="4646358" cy="734653"/>
          </a:xfrm>
        </p:spPr>
        <p:txBody>
          <a:bodyPr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1800" b="0" kern="1200" dirty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Write Subject Name (Short Name)</a:t>
            </a:r>
          </a:p>
          <a:p>
            <a:pPr lvl="0"/>
            <a:r>
              <a:rPr lang="en-US" dirty="0"/>
              <a:t>GTU # Subject Code</a:t>
            </a:r>
          </a:p>
        </p:txBody>
      </p:sp>
      <p:pic>
        <p:nvPicPr>
          <p:cNvPr id="21" name="Picture 20" descr="User icon Royalty Free Vector Image - VectorStock">
            <a:extLst>
              <a:ext uri="{FF2B5EF4-FFF2-40B4-BE49-F238E27FC236}">
                <a16:creationId xmlns:a16="http://schemas.microsoft.com/office/drawing/2014/main" id="{A2F1AAAC-C051-4A31-837B-4A9977722A4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 cstate="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30" t="21389" r="26030" b="34222"/>
          <a:stretch>
            <a:fillRect/>
          </a:stretch>
        </p:blipFill>
        <p:spPr bwMode="auto">
          <a:xfrm>
            <a:off x="353568" y="5211250"/>
            <a:ext cx="1353600" cy="1353600"/>
          </a:xfrm>
          <a:custGeom>
            <a:avLst/>
            <a:gdLst>
              <a:gd name="connsiteX0" fmla="*/ 1522095 w 3044190"/>
              <a:gd name="connsiteY0" fmla="*/ 0 h 3044190"/>
              <a:gd name="connsiteX1" fmla="*/ 3044190 w 3044190"/>
              <a:gd name="connsiteY1" fmla="*/ 1522095 h 3044190"/>
              <a:gd name="connsiteX2" fmla="*/ 1522095 w 3044190"/>
              <a:gd name="connsiteY2" fmla="*/ 3044190 h 3044190"/>
              <a:gd name="connsiteX3" fmla="*/ 0 w 3044190"/>
              <a:gd name="connsiteY3" fmla="*/ 1522095 h 3044190"/>
              <a:gd name="connsiteX4" fmla="*/ 1522095 w 3044190"/>
              <a:gd name="connsiteY4" fmla="*/ 0 h 304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44190" h="3044190">
                <a:moveTo>
                  <a:pt x="1522095" y="0"/>
                </a:moveTo>
                <a:cubicBezTo>
                  <a:pt x="2362725" y="0"/>
                  <a:pt x="3044190" y="681465"/>
                  <a:pt x="3044190" y="1522095"/>
                </a:cubicBezTo>
                <a:cubicBezTo>
                  <a:pt x="3044190" y="2362725"/>
                  <a:pt x="2362725" y="3044190"/>
                  <a:pt x="1522095" y="3044190"/>
                </a:cubicBezTo>
                <a:cubicBezTo>
                  <a:pt x="681465" y="3044190"/>
                  <a:pt x="0" y="2362725"/>
                  <a:pt x="0" y="1522095"/>
                </a:cubicBezTo>
                <a:cubicBezTo>
                  <a:pt x="0" y="681465"/>
                  <a:pt x="681465" y="0"/>
                  <a:pt x="1522095" y="0"/>
                </a:cubicBezTo>
                <a:close/>
              </a:path>
            </a:pathLst>
          </a:custGeom>
          <a:noFill/>
          <a:ln w="127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ADF34BDA-AFB4-4120-81EF-C0AB56D388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3569" y="5211251"/>
            <a:ext cx="1353599" cy="1353599"/>
          </a:xfrm>
          <a:custGeom>
            <a:avLst/>
            <a:gdLst>
              <a:gd name="connsiteX0" fmla="*/ 1945481 w 3890962"/>
              <a:gd name="connsiteY0" fmla="*/ 0 h 3890962"/>
              <a:gd name="connsiteX1" fmla="*/ 3890962 w 3890962"/>
              <a:gd name="connsiteY1" fmla="*/ 1945481 h 3890962"/>
              <a:gd name="connsiteX2" fmla="*/ 1945481 w 3890962"/>
              <a:gd name="connsiteY2" fmla="*/ 3890962 h 3890962"/>
              <a:gd name="connsiteX3" fmla="*/ 0 w 3890962"/>
              <a:gd name="connsiteY3" fmla="*/ 1945481 h 3890962"/>
              <a:gd name="connsiteX4" fmla="*/ 1945481 w 3890962"/>
              <a:gd name="connsiteY4" fmla="*/ 0 h 3890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0962" h="3890962">
                <a:moveTo>
                  <a:pt x="1945481" y="0"/>
                </a:moveTo>
                <a:cubicBezTo>
                  <a:pt x="3019940" y="0"/>
                  <a:pt x="3890962" y="871022"/>
                  <a:pt x="3890962" y="1945481"/>
                </a:cubicBezTo>
                <a:cubicBezTo>
                  <a:pt x="3890962" y="3019940"/>
                  <a:pt x="3019940" y="3890962"/>
                  <a:pt x="1945481" y="3890962"/>
                </a:cubicBezTo>
                <a:cubicBezTo>
                  <a:pt x="871022" y="3890962"/>
                  <a:pt x="0" y="3019940"/>
                  <a:pt x="0" y="1945481"/>
                </a:cubicBezTo>
                <a:cubicBezTo>
                  <a:pt x="0" y="871022"/>
                  <a:pt x="871022" y="0"/>
                  <a:pt x="1945481" y="0"/>
                </a:cubicBezTo>
                <a:close/>
              </a:path>
            </a:pathLst>
          </a:custGeom>
          <a:ln>
            <a:solidFill>
              <a:schemeClr val="bg1">
                <a:lumMod val="65000"/>
              </a:schemeClr>
            </a:solidFill>
          </a:ln>
        </p:spPr>
        <p:txBody>
          <a:bodyPr wrap="square">
            <a:no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C248CBD5-99BA-4017-857A-5ED400F43651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249" y="320499"/>
            <a:ext cx="2976891" cy="904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050250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BF5063B-909B-4A7F-B502-7802280439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027DDF1-16E2-4622-B8FD-0148CD5CE0F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27EA166-F18A-4D32-AA1F-AE475D4910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CD21B45-1703-4330-B544-825BD8F37AF2}" type="datetimeFigureOut">
              <a:rPr lang="en-US" smtClean="0"/>
              <a:t>12/13/2024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5C5379-5B41-4775-9279-F9F7608E662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1A4B342-6FD5-4BB7-B9AE-3C5081C089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41F3C7-36DD-4595-AA08-2525D86280BD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919546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0" r:id="rId1"/>
    <p:sldLayoutId id="2147483687" r:id="rId2"/>
    <p:sldLayoutId id="2147483688" r:id="rId3"/>
    <p:sldLayoutId id="2147483671" r:id="rId4"/>
    <p:sldLayoutId id="2147483672" r:id="rId5"/>
    <p:sldLayoutId id="2147483689" r:id="rId6"/>
    <p:sldLayoutId id="2147483692" r:id="rId7"/>
    <p:sldLayoutId id="2147483673" r:id="rId8"/>
    <p:sldLayoutId id="2147483691" r:id="rId9"/>
    <p:sldLayoutId id="2147483674" r:id="rId10"/>
    <p:sldLayoutId id="2147483676" r:id="rId11"/>
    <p:sldLayoutId id="2147483677" r:id="rId12"/>
    <p:sldLayoutId id="2147483678" r:id="rId13"/>
    <p:sldLayoutId id="2147483679" r:id="rId14"/>
    <p:sldLayoutId id="2147483681" r:id="rId15"/>
    <p:sldLayoutId id="2147483683" r:id="rId16"/>
    <p:sldLayoutId id="2147483682" r:id="rId17"/>
    <p:sldLayoutId id="2147483684" r:id="rId18"/>
    <p:sldLayoutId id="2147483685" r:id="rId19"/>
    <p:sldLayoutId id="2147483686" r:id="rId2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50000"/>
        </a:lnSpc>
        <a:spcBef>
          <a:spcPts val="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4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png"/><Relationship Id="rId3" Type="http://schemas.openxmlformats.org/officeDocument/2006/relationships/image" Target="../media/image27.png"/><Relationship Id="rId7" Type="http://schemas.openxmlformats.org/officeDocument/2006/relationships/image" Target="../media/image3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0.png"/><Relationship Id="rId5" Type="http://schemas.openxmlformats.org/officeDocument/2006/relationships/image" Target="../media/image29.png"/><Relationship Id="rId4" Type="http://schemas.openxmlformats.org/officeDocument/2006/relationships/image" Target="../media/image28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3" Type="http://schemas.openxmlformats.org/officeDocument/2006/relationships/image" Target="../media/image36.png"/><Relationship Id="rId7" Type="http://schemas.openxmlformats.org/officeDocument/2006/relationships/image" Target="../media/image40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.png"/><Relationship Id="rId11" Type="http://schemas.openxmlformats.org/officeDocument/2006/relationships/image" Target="../media/image44.png"/><Relationship Id="rId5" Type="http://schemas.openxmlformats.org/officeDocument/2006/relationships/image" Target="../media/image38.png"/><Relationship Id="rId10" Type="http://schemas.openxmlformats.org/officeDocument/2006/relationships/image" Target="../media/image43.png"/><Relationship Id="rId4" Type="http://schemas.openxmlformats.org/officeDocument/2006/relationships/image" Target="../media/image37.png"/><Relationship Id="rId9" Type="http://schemas.openxmlformats.org/officeDocument/2006/relationships/image" Target="../media/image42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13" Type="http://schemas.openxmlformats.org/officeDocument/2006/relationships/image" Target="../media/image55.png"/><Relationship Id="rId3" Type="http://schemas.openxmlformats.org/officeDocument/2006/relationships/image" Target="../media/image45.png"/><Relationship Id="rId7" Type="http://schemas.openxmlformats.org/officeDocument/2006/relationships/image" Target="../media/image49.png"/><Relationship Id="rId12" Type="http://schemas.openxmlformats.org/officeDocument/2006/relationships/image" Target="../media/image5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.png"/><Relationship Id="rId11" Type="http://schemas.openxmlformats.org/officeDocument/2006/relationships/image" Target="../media/image53.png"/><Relationship Id="rId5" Type="http://schemas.openxmlformats.org/officeDocument/2006/relationships/image" Target="../media/image47.png"/><Relationship Id="rId15" Type="http://schemas.openxmlformats.org/officeDocument/2006/relationships/image" Target="../media/image57.png"/><Relationship Id="rId10" Type="http://schemas.openxmlformats.org/officeDocument/2006/relationships/image" Target="../media/image52.png"/><Relationship Id="rId4" Type="http://schemas.openxmlformats.org/officeDocument/2006/relationships/image" Target="../media/image46.png"/><Relationship Id="rId9" Type="http://schemas.openxmlformats.org/officeDocument/2006/relationships/image" Target="../media/image51.png"/><Relationship Id="rId14" Type="http://schemas.openxmlformats.org/officeDocument/2006/relationships/image" Target="../media/image56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68.png"/><Relationship Id="rId18" Type="http://schemas.openxmlformats.org/officeDocument/2006/relationships/image" Target="../media/image73.png"/><Relationship Id="rId26" Type="http://schemas.openxmlformats.org/officeDocument/2006/relationships/image" Target="../media/image81.png"/><Relationship Id="rId3" Type="http://schemas.openxmlformats.org/officeDocument/2006/relationships/image" Target="../media/image58.png"/><Relationship Id="rId21" Type="http://schemas.openxmlformats.org/officeDocument/2006/relationships/image" Target="../media/image76.png"/><Relationship Id="rId7" Type="http://schemas.openxmlformats.org/officeDocument/2006/relationships/image" Target="../media/image62.png"/><Relationship Id="rId12" Type="http://schemas.openxmlformats.org/officeDocument/2006/relationships/image" Target="../media/image67.png"/><Relationship Id="rId17" Type="http://schemas.openxmlformats.org/officeDocument/2006/relationships/image" Target="../media/image72.png"/><Relationship Id="rId25" Type="http://schemas.openxmlformats.org/officeDocument/2006/relationships/image" Target="../media/image80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71.png"/><Relationship Id="rId20" Type="http://schemas.openxmlformats.org/officeDocument/2006/relationships/image" Target="../media/image75.png"/><Relationship Id="rId29" Type="http://schemas.openxmlformats.org/officeDocument/2006/relationships/image" Target="../media/image8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.png"/><Relationship Id="rId11" Type="http://schemas.openxmlformats.org/officeDocument/2006/relationships/image" Target="../media/image66.png"/><Relationship Id="rId24" Type="http://schemas.openxmlformats.org/officeDocument/2006/relationships/image" Target="../media/image79.png"/><Relationship Id="rId5" Type="http://schemas.openxmlformats.org/officeDocument/2006/relationships/image" Target="../media/image60.png"/><Relationship Id="rId15" Type="http://schemas.openxmlformats.org/officeDocument/2006/relationships/image" Target="../media/image70.png"/><Relationship Id="rId23" Type="http://schemas.openxmlformats.org/officeDocument/2006/relationships/image" Target="../media/image78.png"/><Relationship Id="rId28" Type="http://schemas.openxmlformats.org/officeDocument/2006/relationships/image" Target="../media/image83.png"/><Relationship Id="rId10" Type="http://schemas.openxmlformats.org/officeDocument/2006/relationships/image" Target="../media/image65.png"/><Relationship Id="rId19" Type="http://schemas.openxmlformats.org/officeDocument/2006/relationships/image" Target="../media/image74.png"/><Relationship Id="rId4" Type="http://schemas.openxmlformats.org/officeDocument/2006/relationships/image" Target="../media/image59.png"/><Relationship Id="rId9" Type="http://schemas.openxmlformats.org/officeDocument/2006/relationships/image" Target="../media/image64.png"/><Relationship Id="rId14" Type="http://schemas.openxmlformats.org/officeDocument/2006/relationships/image" Target="../media/image69.png"/><Relationship Id="rId22" Type="http://schemas.openxmlformats.org/officeDocument/2006/relationships/image" Target="../media/image77.png"/><Relationship Id="rId27" Type="http://schemas.openxmlformats.org/officeDocument/2006/relationships/image" Target="../media/image82.png"/><Relationship Id="rId30" Type="http://schemas.openxmlformats.org/officeDocument/2006/relationships/image" Target="../media/image85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png"/><Relationship Id="rId13" Type="http://schemas.openxmlformats.org/officeDocument/2006/relationships/image" Target="../media/image96.png"/><Relationship Id="rId3" Type="http://schemas.openxmlformats.org/officeDocument/2006/relationships/image" Target="../media/image86.png"/><Relationship Id="rId7" Type="http://schemas.openxmlformats.org/officeDocument/2006/relationships/image" Target="../media/image90.png"/><Relationship Id="rId12" Type="http://schemas.openxmlformats.org/officeDocument/2006/relationships/image" Target="../media/image9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9.png"/><Relationship Id="rId11" Type="http://schemas.openxmlformats.org/officeDocument/2006/relationships/image" Target="../media/image94.png"/><Relationship Id="rId5" Type="http://schemas.openxmlformats.org/officeDocument/2006/relationships/image" Target="../media/image88.png"/><Relationship Id="rId15" Type="http://schemas.openxmlformats.org/officeDocument/2006/relationships/image" Target="../media/image98.png"/><Relationship Id="rId10" Type="http://schemas.openxmlformats.org/officeDocument/2006/relationships/image" Target="../media/image93.png"/><Relationship Id="rId4" Type="http://schemas.openxmlformats.org/officeDocument/2006/relationships/image" Target="../media/image87.png"/><Relationship Id="rId9" Type="http://schemas.openxmlformats.org/officeDocument/2006/relationships/image" Target="../media/image92.png"/><Relationship Id="rId14" Type="http://schemas.openxmlformats.org/officeDocument/2006/relationships/image" Target="../media/image97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.png"/><Relationship Id="rId13" Type="http://schemas.openxmlformats.org/officeDocument/2006/relationships/image" Target="../media/image109.png"/><Relationship Id="rId18" Type="http://schemas.openxmlformats.org/officeDocument/2006/relationships/image" Target="../media/image114.png"/><Relationship Id="rId3" Type="http://schemas.openxmlformats.org/officeDocument/2006/relationships/image" Target="../media/image99.png"/><Relationship Id="rId21" Type="http://schemas.openxmlformats.org/officeDocument/2006/relationships/image" Target="../media/image7610.png"/><Relationship Id="rId34" Type="http://schemas.openxmlformats.org/officeDocument/2006/relationships/image" Target="../media/image120.png"/><Relationship Id="rId7" Type="http://schemas.openxmlformats.org/officeDocument/2006/relationships/image" Target="../media/image103.png"/><Relationship Id="rId12" Type="http://schemas.openxmlformats.org/officeDocument/2006/relationships/image" Target="../media/image108.png"/><Relationship Id="rId17" Type="http://schemas.openxmlformats.org/officeDocument/2006/relationships/image" Target="../media/image113.png"/><Relationship Id="rId33" Type="http://schemas.openxmlformats.org/officeDocument/2006/relationships/image" Target="../media/image119.png"/><Relationship Id="rId38" Type="http://schemas.openxmlformats.org/officeDocument/2006/relationships/image" Target="../media/image124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2.png"/><Relationship Id="rId20" Type="http://schemas.openxmlformats.org/officeDocument/2006/relationships/image" Target="../media/image7510.png"/><Relationship Id="rId29" Type="http://schemas.openxmlformats.org/officeDocument/2006/relationships/image" Target="../media/image8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.png"/><Relationship Id="rId11" Type="http://schemas.openxmlformats.org/officeDocument/2006/relationships/image" Target="../media/image107.png"/><Relationship Id="rId32" Type="http://schemas.openxmlformats.org/officeDocument/2006/relationships/image" Target="../media/image118.png"/><Relationship Id="rId37" Type="http://schemas.openxmlformats.org/officeDocument/2006/relationships/image" Target="../media/image123.png"/><Relationship Id="rId5" Type="http://schemas.openxmlformats.org/officeDocument/2006/relationships/image" Target="../media/image101.png"/><Relationship Id="rId15" Type="http://schemas.openxmlformats.org/officeDocument/2006/relationships/image" Target="../media/image111.png"/><Relationship Id="rId36" Type="http://schemas.openxmlformats.org/officeDocument/2006/relationships/image" Target="../media/image122.png"/><Relationship Id="rId10" Type="http://schemas.openxmlformats.org/officeDocument/2006/relationships/image" Target="../media/image106.png"/><Relationship Id="rId19" Type="http://schemas.openxmlformats.org/officeDocument/2006/relationships/image" Target="../media/image7410.png"/><Relationship Id="rId31" Type="http://schemas.openxmlformats.org/officeDocument/2006/relationships/image" Target="../media/image117.png"/><Relationship Id="rId4" Type="http://schemas.openxmlformats.org/officeDocument/2006/relationships/image" Target="../media/image100.png"/><Relationship Id="rId9" Type="http://schemas.openxmlformats.org/officeDocument/2006/relationships/image" Target="../media/image105.png"/><Relationship Id="rId14" Type="http://schemas.openxmlformats.org/officeDocument/2006/relationships/image" Target="../media/image110.png"/><Relationship Id="rId22" Type="http://schemas.openxmlformats.org/officeDocument/2006/relationships/image" Target="../media/image115.png"/><Relationship Id="rId30" Type="http://schemas.openxmlformats.org/officeDocument/2006/relationships/image" Target="../media/image116.png"/><Relationship Id="rId35" Type="http://schemas.openxmlformats.org/officeDocument/2006/relationships/image" Target="../media/image121.png"/></Relationships>
</file>

<file path=ppt/slides/_rels/slide3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6.png"/><Relationship Id="rId18" Type="http://schemas.openxmlformats.org/officeDocument/2006/relationships/image" Target="../media/image111.png"/><Relationship Id="rId26" Type="http://schemas.openxmlformats.org/officeDocument/2006/relationships/image" Target="../media/image134.png"/><Relationship Id="rId39" Type="http://schemas.openxmlformats.org/officeDocument/2006/relationships/image" Target="../media/image147.png"/><Relationship Id="rId21" Type="http://schemas.openxmlformats.org/officeDocument/2006/relationships/image" Target="../media/image114.png"/><Relationship Id="rId34" Type="http://schemas.openxmlformats.org/officeDocument/2006/relationships/image" Target="../media/image142.png"/><Relationship Id="rId7" Type="http://schemas.openxmlformats.org/officeDocument/2006/relationships/image" Target="../media/image128.png"/><Relationship Id="rId12" Type="http://schemas.openxmlformats.org/officeDocument/2006/relationships/image" Target="../media/image129.png"/><Relationship Id="rId17" Type="http://schemas.openxmlformats.org/officeDocument/2006/relationships/image" Target="../media/image130.png"/><Relationship Id="rId25" Type="http://schemas.openxmlformats.org/officeDocument/2006/relationships/image" Target="../media/image133.png"/><Relationship Id="rId33" Type="http://schemas.openxmlformats.org/officeDocument/2006/relationships/image" Target="../media/image141.png"/><Relationship Id="rId38" Type="http://schemas.openxmlformats.org/officeDocument/2006/relationships/image" Target="../media/image146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09.png"/><Relationship Id="rId20" Type="http://schemas.openxmlformats.org/officeDocument/2006/relationships/image" Target="../media/image113.png"/><Relationship Id="rId29" Type="http://schemas.openxmlformats.org/officeDocument/2006/relationships/image" Target="../media/image13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7.png"/><Relationship Id="rId11" Type="http://schemas.openxmlformats.org/officeDocument/2006/relationships/image" Target="../media/image104.png"/><Relationship Id="rId24" Type="http://schemas.openxmlformats.org/officeDocument/2006/relationships/image" Target="../media/image132.png"/><Relationship Id="rId32" Type="http://schemas.openxmlformats.org/officeDocument/2006/relationships/image" Target="../media/image140.png"/><Relationship Id="rId37" Type="http://schemas.openxmlformats.org/officeDocument/2006/relationships/image" Target="../media/image145.png"/><Relationship Id="rId5" Type="http://schemas.openxmlformats.org/officeDocument/2006/relationships/image" Target="../media/image126.png"/><Relationship Id="rId15" Type="http://schemas.openxmlformats.org/officeDocument/2006/relationships/image" Target="../media/image108.png"/><Relationship Id="rId23" Type="http://schemas.openxmlformats.org/officeDocument/2006/relationships/image" Target="../media/image131.png"/><Relationship Id="rId28" Type="http://schemas.openxmlformats.org/officeDocument/2006/relationships/image" Target="../media/image136.png"/><Relationship Id="rId36" Type="http://schemas.openxmlformats.org/officeDocument/2006/relationships/image" Target="../media/image144.png"/><Relationship Id="rId10" Type="http://schemas.openxmlformats.org/officeDocument/2006/relationships/image" Target="../media/image103.png"/><Relationship Id="rId19" Type="http://schemas.openxmlformats.org/officeDocument/2006/relationships/image" Target="../media/image112.png"/><Relationship Id="rId31" Type="http://schemas.openxmlformats.org/officeDocument/2006/relationships/image" Target="../media/image139.png"/><Relationship Id="rId4" Type="http://schemas.openxmlformats.org/officeDocument/2006/relationships/image" Target="../media/image125.png"/><Relationship Id="rId9" Type="http://schemas.openxmlformats.org/officeDocument/2006/relationships/image" Target="../media/image102.png"/><Relationship Id="rId14" Type="http://schemas.openxmlformats.org/officeDocument/2006/relationships/image" Target="../media/image107.png"/><Relationship Id="rId22" Type="http://schemas.openxmlformats.org/officeDocument/2006/relationships/image" Target="../media/image115.png"/><Relationship Id="rId27" Type="http://schemas.openxmlformats.org/officeDocument/2006/relationships/image" Target="../media/image135.png"/><Relationship Id="rId30" Type="http://schemas.openxmlformats.org/officeDocument/2006/relationships/image" Target="../media/image138.png"/><Relationship Id="rId35" Type="http://schemas.openxmlformats.org/officeDocument/2006/relationships/image" Target="../media/image143.png"/><Relationship Id="rId8" Type="http://schemas.openxmlformats.org/officeDocument/2006/relationships/image" Target="../media/image101.png"/><Relationship Id="rId3" Type="http://schemas.openxmlformats.org/officeDocument/2006/relationships/image" Target="../media/image99.png"/></Relationships>
</file>

<file path=ppt/slides/_rels/slide3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5.png"/><Relationship Id="rId18" Type="http://schemas.openxmlformats.org/officeDocument/2006/relationships/image" Target="../media/image110.png"/><Relationship Id="rId26" Type="http://schemas.openxmlformats.org/officeDocument/2006/relationships/image" Target="../media/image153.png"/><Relationship Id="rId39" Type="http://schemas.openxmlformats.org/officeDocument/2006/relationships/image" Target="../media/image166.png"/><Relationship Id="rId21" Type="http://schemas.openxmlformats.org/officeDocument/2006/relationships/image" Target="../media/image113.png"/><Relationship Id="rId34" Type="http://schemas.openxmlformats.org/officeDocument/2006/relationships/image" Target="../media/image161.png"/><Relationship Id="rId42" Type="http://schemas.openxmlformats.org/officeDocument/2006/relationships/image" Target="../media/image169.png"/><Relationship Id="rId7" Type="http://schemas.openxmlformats.org/officeDocument/2006/relationships/image" Target="../media/image127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108.png"/><Relationship Id="rId20" Type="http://schemas.openxmlformats.org/officeDocument/2006/relationships/image" Target="../media/image112.png"/><Relationship Id="rId29" Type="http://schemas.openxmlformats.org/officeDocument/2006/relationships/image" Target="../media/image156.png"/><Relationship Id="rId41" Type="http://schemas.openxmlformats.org/officeDocument/2006/relationships/image" Target="../media/image16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9.png"/><Relationship Id="rId11" Type="http://schemas.openxmlformats.org/officeDocument/2006/relationships/image" Target="../media/image103.png"/><Relationship Id="rId24" Type="http://schemas.openxmlformats.org/officeDocument/2006/relationships/image" Target="../media/image151.png"/><Relationship Id="rId32" Type="http://schemas.openxmlformats.org/officeDocument/2006/relationships/image" Target="../media/image159.png"/><Relationship Id="rId37" Type="http://schemas.openxmlformats.org/officeDocument/2006/relationships/image" Target="../media/image164.png"/><Relationship Id="rId40" Type="http://schemas.openxmlformats.org/officeDocument/2006/relationships/image" Target="../media/image167.png"/><Relationship Id="rId5" Type="http://schemas.openxmlformats.org/officeDocument/2006/relationships/image" Target="../media/image150.png"/><Relationship Id="rId15" Type="http://schemas.openxmlformats.org/officeDocument/2006/relationships/image" Target="../media/image107.png"/><Relationship Id="rId23" Type="http://schemas.openxmlformats.org/officeDocument/2006/relationships/image" Target="../media/image115.png"/><Relationship Id="rId28" Type="http://schemas.openxmlformats.org/officeDocument/2006/relationships/image" Target="../media/image155.png"/><Relationship Id="rId36" Type="http://schemas.openxmlformats.org/officeDocument/2006/relationships/image" Target="../media/image163.png"/><Relationship Id="rId10" Type="http://schemas.openxmlformats.org/officeDocument/2006/relationships/image" Target="../media/image102.png"/><Relationship Id="rId19" Type="http://schemas.openxmlformats.org/officeDocument/2006/relationships/image" Target="../media/image111.png"/><Relationship Id="rId31" Type="http://schemas.openxmlformats.org/officeDocument/2006/relationships/image" Target="../media/image158.png"/><Relationship Id="rId4" Type="http://schemas.openxmlformats.org/officeDocument/2006/relationships/image" Target="../media/image149.png"/><Relationship Id="rId9" Type="http://schemas.openxmlformats.org/officeDocument/2006/relationships/image" Target="../media/image101.png"/><Relationship Id="rId14" Type="http://schemas.openxmlformats.org/officeDocument/2006/relationships/image" Target="../media/image106.png"/><Relationship Id="rId22" Type="http://schemas.openxmlformats.org/officeDocument/2006/relationships/image" Target="../media/image114.png"/><Relationship Id="rId27" Type="http://schemas.openxmlformats.org/officeDocument/2006/relationships/image" Target="../media/image154.png"/><Relationship Id="rId30" Type="http://schemas.openxmlformats.org/officeDocument/2006/relationships/image" Target="../media/image157.png"/><Relationship Id="rId35" Type="http://schemas.openxmlformats.org/officeDocument/2006/relationships/image" Target="../media/image162.png"/><Relationship Id="rId43" Type="http://schemas.openxmlformats.org/officeDocument/2006/relationships/image" Target="../media/image170.png"/><Relationship Id="rId8" Type="http://schemas.openxmlformats.org/officeDocument/2006/relationships/image" Target="../media/image100.png"/><Relationship Id="rId3" Type="http://schemas.openxmlformats.org/officeDocument/2006/relationships/image" Target="../media/image148.png"/><Relationship Id="rId12" Type="http://schemas.openxmlformats.org/officeDocument/2006/relationships/image" Target="../media/image104.png"/><Relationship Id="rId17" Type="http://schemas.openxmlformats.org/officeDocument/2006/relationships/image" Target="../media/image109.png"/><Relationship Id="rId25" Type="http://schemas.openxmlformats.org/officeDocument/2006/relationships/image" Target="../media/image152.png"/><Relationship Id="rId33" Type="http://schemas.openxmlformats.org/officeDocument/2006/relationships/image" Target="../media/image160.png"/><Relationship Id="rId38" Type="http://schemas.openxmlformats.org/officeDocument/2006/relationships/image" Target="../media/image165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6.png"/><Relationship Id="rId13" Type="http://schemas.openxmlformats.org/officeDocument/2006/relationships/image" Target="../media/image181.png"/><Relationship Id="rId3" Type="http://schemas.openxmlformats.org/officeDocument/2006/relationships/image" Target="../media/image171.png"/><Relationship Id="rId7" Type="http://schemas.openxmlformats.org/officeDocument/2006/relationships/image" Target="../media/image175.png"/><Relationship Id="rId12" Type="http://schemas.openxmlformats.org/officeDocument/2006/relationships/image" Target="../media/image180.png"/><Relationship Id="rId2" Type="http://schemas.openxmlformats.org/officeDocument/2006/relationships/notesSlide" Target="../notesSlides/notesSlide12.xml"/><Relationship Id="rId16" Type="http://schemas.openxmlformats.org/officeDocument/2006/relationships/image" Target="../media/image18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4.png"/><Relationship Id="rId11" Type="http://schemas.openxmlformats.org/officeDocument/2006/relationships/image" Target="../media/image179.png"/><Relationship Id="rId5" Type="http://schemas.openxmlformats.org/officeDocument/2006/relationships/image" Target="../media/image173.png"/><Relationship Id="rId15" Type="http://schemas.openxmlformats.org/officeDocument/2006/relationships/image" Target="../media/image183.png"/><Relationship Id="rId10" Type="http://schemas.openxmlformats.org/officeDocument/2006/relationships/image" Target="../media/image178.png"/><Relationship Id="rId4" Type="http://schemas.openxmlformats.org/officeDocument/2006/relationships/image" Target="../media/image172.png"/><Relationship Id="rId9" Type="http://schemas.openxmlformats.org/officeDocument/2006/relationships/image" Target="../media/image177.png"/><Relationship Id="rId14" Type="http://schemas.openxmlformats.org/officeDocument/2006/relationships/image" Target="../media/image182.png"/></Relationships>
</file>

<file path=ppt/slides/_rels/slide3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95.png"/><Relationship Id="rId18" Type="http://schemas.openxmlformats.org/officeDocument/2006/relationships/image" Target="../media/image200.png"/><Relationship Id="rId26" Type="http://schemas.openxmlformats.org/officeDocument/2006/relationships/image" Target="../media/image208.png"/><Relationship Id="rId3" Type="http://schemas.openxmlformats.org/officeDocument/2006/relationships/image" Target="../media/image185.png"/><Relationship Id="rId21" Type="http://schemas.openxmlformats.org/officeDocument/2006/relationships/image" Target="../media/image203.png"/><Relationship Id="rId34" Type="http://schemas.openxmlformats.org/officeDocument/2006/relationships/image" Target="../media/image216.png"/><Relationship Id="rId7" Type="http://schemas.openxmlformats.org/officeDocument/2006/relationships/image" Target="../media/image189.png"/><Relationship Id="rId12" Type="http://schemas.openxmlformats.org/officeDocument/2006/relationships/image" Target="../media/image194.png"/><Relationship Id="rId17" Type="http://schemas.openxmlformats.org/officeDocument/2006/relationships/image" Target="../media/image199.png"/><Relationship Id="rId25" Type="http://schemas.openxmlformats.org/officeDocument/2006/relationships/image" Target="../media/image207.png"/><Relationship Id="rId33" Type="http://schemas.openxmlformats.org/officeDocument/2006/relationships/image" Target="../media/image215.png"/><Relationship Id="rId2" Type="http://schemas.openxmlformats.org/officeDocument/2006/relationships/notesSlide" Target="../notesSlides/notesSlide13.xml"/><Relationship Id="rId16" Type="http://schemas.openxmlformats.org/officeDocument/2006/relationships/image" Target="../media/image198.png"/><Relationship Id="rId20" Type="http://schemas.openxmlformats.org/officeDocument/2006/relationships/image" Target="../media/image202.png"/><Relationship Id="rId29" Type="http://schemas.openxmlformats.org/officeDocument/2006/relationships/image" Target="../media/image21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8.png"/><Relationship Id="rId11" Type="http://schemas.openxmlformats.org/officeDocument/2006/relationships/image" Target="../media/image193.png"/><Relationship Id="rId24" Type="http://schemas.openxmlformats.org/officeDocument/2006/relationships/image" Target="../media/image206.png"/><Relationship Id="rId32" Type="http://schemas.openxmlformats.org/officeDocument/2006/relationships/image" Target="../media/image214.png"/><Relationship Id="rId5" Type="http://schemas.openxmlformats.org/officeDocument/2006/relationships/image" Target="../media/image187.png"/><Relationship Id="rId15" Type="http://schemas.openxmlformats.org/officeDocument/2006/relationships/image" Target="../media/image197.png"/><Relationship Id="rId23" Type="http://schemas.openxmlformats.org/officeDocument/2006/relationships/image" Target="../media/image205.png"/><Relationship Id="rId28" Type="http://schemas.openxmlformats.org/officeDocument/2006/relationships/image" Target="../media/image210.png"/><Relationship Id="rId10" Type="http://schemas.openxmlformats.org/officeDocument/2006/relationships/image" Target="../media/image192.png"/><Relationship Id="rId19" Type="http://schemas.openxmlformats.org/officeDocument/2006/relationships/image" Target="../media/image201.png"/><Relationship Id="rId31" Type="http://schemas.openxmlformats.org/officeDocument/2006/relationships/image" Target="../media/image213.png"/><Relationship Id="rId4" Type="http://schemas.openxmlformats.org/officeDocument/2006/relationships/image" Target="../media/image186.png"/><Relationship Id="rId9" Type="http://schemas.openxmlformats.org/officeDocument/2006/relationships/image" Target="../media/image191.png"/><Relationship Id="rId14" Type="http://schemas.openxmlformats.org/officeDocument/2006/relationships/image" Target="../media/image196.png"/><Relationship Id="rId22" Type="http://schemas.openxmlformats.org/officeDocument/2006/relationships/image" Target="../media/image204.png"/><Relationship Id="rId27" Type="http://schemas.openxmlformats.org/officeDocument/2006/relationships/image" Target="../media/image209.png"/><Relationship Id="rId30" Type="http://schemas.openxmlformats.org/officeDocument/2006/relationships/image" Target="../media/image212.png"/><Relationship Id="rId35" Type="http://schemas.openxmlformats.org/officeDocument/2006/relationships/image" Target="../media/image217.png"/><Relationship Id="rId8" Type="http://schemas.openxmlformats.org/officeDocument/2006/relationships/image" Target="../media/image190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3.png"/><Relationship Id="rId13" Type="http://schemas.openxmlformats.org/officeDocument/2006/relationships/image" Target="../media/image228.png"/><Relationship Id="rId18" Type="http://schemas.openxmlformats.org/officeDocument/2006/relationships/image" Target="../media/image233.png"/><Relationship Id="rId26" Type="http://schemas.openxmlformats.org/officeDocument/2006/relationships/image" Target="../media/image241.png"/><Relationship Id="rId3" Type="http://schemas.openxmlformats.org/officeDocument/2006/relationships/image" Target="../media/image218.png"/><Relationship Id="rId21" Type="http://schemas.openxmlformats.org/officeDocument/2006/relationships/image" Target="../media/image236.png"/><Relationship Id="rId7" Type="http://schemas.openxmlformats.org/officeDocument/2006/relationships/image" Target="../media/image222.png"/><Relationship Id="rId12" Type="http://schemas.openxmlformats.org/officeDocument/2006/relationships/image" Target="../media/image227.png"/><Relationship Id="rId17" Type="http://schemas.openxmlformats.org/officeDocument/2006/relationships/image" Target="../media/image232.png"/><Relationship Id="rId25" Type="http://schemas.openxmlformats.org/officeDocument/2006/relationships/image" Target="../media/image240.png"/><Relationship Id="rId2" Type="http://schemas.openxmlformats.org/officeDocument/2006/relationships/notesSlide" Target="../notesSlides/notesSlide14.xml"/><Relationship Id="rId16" Type="http://schemas.openxmlformats.org/officeDocument/2006/relationships/image" Target="../media/image231.png"/><Relationship Id="rId20" Type="http://schemas.openxmlformats.org/officeDocument/2006/relationships/image" Target="../media/image23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1.png"/><Relationship Id="rId11" Type="http://schemas.openxmlformats.org/officeDocument/2006/relationships/image" Target="../media/image226.png"/><Relationship Id="rId24" Type="http://schemas.openxmlformats.org/officeDocument/2006/relationships/image" Target="../media/image239.png"/><Relationship Id="rId5" Type="http://schemas.openxmlformats.org/officeDocument/2006/relationships/image" Target="../media/image220.png"/><Relationship Id="rId15" Type="http://schemas.openxmlformats.org/officeDocument/2006/relationships/image" Target="../media/image230.png"/><Relationship Id="rId23" Type="http://schemas.openxmlformats.org/officeDocument/2006/relationships/image" Target="../media/image238.png"/><Relationship Id="rId10" Type="http://schemas.openxmlformats.org/officeDocument/2006/relationships/image" Target="../media/image225.png"/><Relationship Id="rId19" Type="http://schemas.openxmlformats.org/officeDocument/2006/relationships/image" Target="../media/image234.png"/><Relationship Id="rId4" Type="http://schemas.openxmlformats.org/officeDocument/2006/relationships/image" Target="../media/image219.png"/><Relationship Id="rId9" Type="http://schemas.openxmlformats.org/officeDocument/2006/relationships/image" Target="../media/image224.png"/><Relationship Id="rId14" Type="http://schemas.openxmlformats.org/officeDocument/2006/relationships/image" Target="../media/image229.png"/><Relationship Id="rId22" Type="http://schemas.openxmlformats.org/officeDocument/2006/relationships/image" Target="../media/image237.png"/><Relationship Id="rId27" Type="http://schemas.openxmlformats.org/officeDocument/2006/relationships/image" Target="../media/image242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8.png"/><Relationship Id="rId3" Type="http://schemas.openxmlformats.org/officeDocument/2006/relationships/image" Target="../media/image243.png"/><Relationship Id="rId7" Type="http://schemas.openxmlformats.org/officeDocument/2006/relationships/image" Target="../media/image247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6.png"/><Relationship Id="rId11" Type="http://schemas.openxmlformats.org/officeDocument/2006/relationships/image" Target="../media/image251.png"/><Relationship Id="rId5" Type="http://schemas.openxmlformats.org/officeDocument/2006/relationships/image" Target="../media/image245.png"/><Relationship Id="rId10" Type="http://schemas.openxmlformats.org/officeDocument/2006/relationships/image" Target="../media/image250.png"/><Relationship Id="rId4" Type="http://schemas.openxmlformats.org/officeDocument/2006/relationships/image" Target="../media/image244.png"/><Relationship Id="rId9" Type="http://schemas.openxmlformats.org/officeDocument/2006/relationships/image" Target="../media/image249.pn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7.png"/><Relationship Id="rId3" Type="http://schemas.openxmlformats.org/officeDocument/2006/relationships/image" Target="../media/image252.png"/><Relationship Id="rId7" Type="http://schemas.openxmlformats.org/officeDocument/2006/relationships/image" Target="../media/image256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5.png"/><Relationship Id="rId5" Type="http://schemas.openxmlformats.org/officeDocument/2006/relationships/image" Target="../media/image254.png"/><Relationship Id="rId10" Type="http://schemas.openxmlformats.org/officeDocument/2006/relationships/image" Target="../media/image259.png"/><Relationship Id="rId4" Type="http://schemas.openxmlformats.org/officeDocument/2006/relationships/image" Target="../media/image253.png"/><Relationship Id="rId9" Type="http://schemas.openxmlformats.org/officeDocument/2006/relationships/image" Target="../media/image258.pn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7.png"/><Relationship Id="rId3" Type="http://schemas.openxmlformats.org/officeDocument/2006/relationships/image" Target="../media/image262.png"/><Relationship Id="rId7" Type="http://schemas.openxmlformats.org/officeDocument/2006/relationships/image" Target="../media/image266.png"/><Relationship Id="rId2" Type="http://schemas.openxmlformats.org/officeDocument/2006/relationships/image" Target="../media/image26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5.png"/><Relationship Id="rId5" Type="http://schemas.openxmlformats.org/officeDocument/2006/relationships/image" Target="../media/image264.png"/><Relationship Id="rId4" Type="http://schemas.openxmlformats.org/officeDocument/2006/relationships/image" Target="../media/image263.png"/><Relationship Id="rId9" Type="http://schemas.openxmlformats.org/officeDocument/2006/relationships/image" Target="../media/image268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5.png"/><Relationship Id="rId3" Type="http://schemas.openxmlformats.org/officeDocument/2006/relationships/image" Target="../media/image270.png"/><Relationship Id="rId7" Type="http://schemas.openxmlformats.org/officeDocument/2006/relationships/image" Target="../media/image274.png"/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3.png"/><Relationship Id="rId5" Type="http://schemas.openxmlformats.org/officeDocument/2006/relationships/image" Target="../media/image272.png"/><Relationship Id="rId4" Type="http://schemas.openxmlformats.org/officeDocument/2006/relationships/image" Target="../media/image271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1.png"/><Relationship Id="rId3" Type="http://schemas.openxmlformats.org/officeDocument/2006/relationships/image" Target="../media/image276.png"/><Relationship Id="rId7" Type="http://schemas.openxmlformats.org/officeDocument/2006/relationships/image" Target="../media/image280.png"/><Relationship Id="rId12" Type="http://schemas.openxmlformats.org/officeDocument/2006/relationships/image" Target="../media/image28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9.png"/><Relationship Id="rId11" Type="http://schemas.openxmlformats.org/officeDocument/2006/relationships/image" Target="../media/image284.png"/><Relationship Id="rId5" Type="http://schemas.openxmlformats.org/officeDocument/2006/relationships/image" Target="../media/image278.png"/><Relationship Id="rId10" Type="http://schemas.openxmlformats.org/officeDocument/2006/relationships/image" Target="../media/image283.png"/><Relationship Id="rId4" Type="http://schemas.openxmlformats.org/officeDocument/2006/relationships/image" Target="../media/image277.png"/><Relationship Id="rId9" Type="http://schemas.openxmlformats.org/officeDocument/2006/relationships/image" Target="../media/image282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6.png"/><Relationship Id="rId7" Type="http://schemas.openxmlformats.org/officeDocument/2006/relationships/image" Target="../media/image290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9.png"/><Relationship Id="rId5" Type="http://schemas.openxmlformats.org/officeDocument/2006/relationships/image" Target="../media/image288.png"/><Relationship Id="rId4" Type="http://schemas.openxmlformats.org/officeDocument/2006/relationships/image" Target="../media/image287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6.png"/><Relationship Id="rId3" Type="http://schemas.openxmlformats.org/officeDocument/2006/relationships/image" Target="../media/image291.png"/><Relationship Id="rId7" Type="http://schemas.openxmlformats.org/officeDocument/2006/relationships/image" Target="../media/image295.png"/><Relationship Id="rId12" Type="http://schemas.openxmlformats.org/officeDocument/2006/relationships/image" Target="../media/image300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4.png"/><Relationship Id="rId11" Type="http://schemas.openxmlformats.org/officeDocument/2006/relationships/image" Target="../media/image299.png"/><Relationship Id="rId5" Type="http://schemas.openxmlformats.org/officeDocument/2006/relationships/image" Target="../media/image293.png"/><Relationship Id="rId10" Type="http://schemas.openxmlformats.org/officeDocument/2006/relationships/image" Target="../media/image298.png"/><Relationship Id="rId4" Type="http://schemas.openxmlformats.org/officeDocument/2006/relationships/image" Target="../media/image292.png"/><Relationship Id="rId9" Type="http://schemas.openxmlformats.org/officeDocument/2006/relationships/image" Target="../media/image297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6.png"/><Relationship Id="rId13" Type="http://schemas.openxmlformats.org/officeDocument/2006/relationships/image" Target="../media/image311.png"/><Relationship Id="rId3" Type="http://schemas.openxmlformats.org/officeDocument/2006/relationships/image" Target="../media/image301.png"/><Relationship Id="rId7" Type="http://schemas.openxmlformats.org/officeDocument/2006/relationships/image" Target="../media/image305.png"/><Relationship Id="rId12" Type="http://schemas.openxmlformats.org/officeDocument/2006/relationships/image" Target="../media/image310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04.png"/><Relationship Id="rId11" Type="http://schemas.openxmlformats.org/officeDocument/2006/relationships/image" Target="../media/image309.png"/><Relationship Id="rId5" Type="http://schemas.openxmlformats.org/officeDocument/2006/relationships/image" Target="../media/image303.png"/><Relationship Id="rId10" Type="http://schemas.openxmlformats.org/officeDocument/2006/relationships/image" Target="../media/image308.png"/><Relationship Id="rId4" Type="http://schemas.openxmlformats.org/officeDocument/2006/relationships/image" Target="../media/image302.png"/><Relationship Id="rId9" Type="http://schemas.openxmlformats.org/officeDocument/2006/relationships/image" Target="../media/image307.png"/><Relationship Id="rId14" Type="http://schemas.openxmlformats.org/officeDocument/2006/relationships/image" Target="../media/image312.png"/></Relationships>
</file>

<file path=ppt/slides/_rels/slide4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23.png"/><Relationship Id="rId18" Type="http://schemas.openxmlformats.org/officeDocument/2006/relationships/image" Target="../media/image328.png"/><Relationship Id="rId26" Type="http://schemas.openxmlformats.org/officeDocument/2006/relationships/image" Target="../media/image336.png"/><Relationship Id="rId3" Type="http://schemas.openxmlformats.org/officeDocument/2006/relationships/image" Target="../media/image313.png"/><Relationship Id="rId21" Type="http://schemas.openxmlformats.org/officeDocument/2006/relationships/image" Target="../media/image331.png"/><Relationship Id="rId34" Type="http://schemas.openxmlformats.org/officeDocument/2006/relationships/image" Target="../media/image344.png"/><Relationship Id="rId7" Type="http://schemas.openxmlformats.org/officeDocument/2006/relationships/image" Target="../media/image317.png"/><Relationship Id="rId12" Type="http://schemas.openxmlformats.org/officeDocument/2006/relationships/image" Target="../media/image322.png"/><Relationship Id="rId17" Type="http://schemas.openxmlformats.org/officeDocument/2006/relationships/image" Target="../media/image327.png"/><Relationship Id="rId25" Type="http://schemas.openxmlformats.org/officeDocument/2006/relationships/image" Target="../media/image335.png"/><Relationship Id="rId33" Type="http://schemas.openxmlformats.org/officeDocument/2006/relationships/image" Target="../media/image343.png"/><Relationship Id="rId2" Type="http://schemas.openxmlformats.org/officeDocument/2006/relationships/notesSlide" Target="../notesSlides/notesSlide23.xml"/><Relationship Id="rId16" Type="http://schemas.openxmlformats.org/officeDocument/2006/relationships/image" Target="../media/image326.png"/><Relationship Id="rId20" Type="http://schemas.openxmlformats.org/officeDocument/2006/relationships/image" Target="../media/image330.png"/><Relationship Id="rId29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6.png"/><Relationship Id="rId11" Type="http://schemas.openxmlformats.org/officeDocument/2006/relationships/image" Target="../media/image321.png"/><Relationship Id="rId24" Type="http://schemas.openxmlformats.org/officeDocument/2006/relationships/image" Target="../media/image334.png"/><Relationship Id="rId32" Type="http://schemas.openxmlformats.org/officeDocument/2006/relationships/image" Target="../media/image342.png"/><Relationship Id="rId5" Type="http://schemas.openxmlformats.org/officeDocument/2006/relationships/image" Target="../media/image315.png"/><Relationship Id="rId15" Type="http://schemas.openxmlformats.org/officeDocument/2006/relationships/image" Target="../media/image325.png"/><Relationship Id="rId23" Type="http://schemas.openxmlformats.org/officeDocument/2006/relationships/image" Target="../media/image333.png"/><Relationship Id="rId28" Type="http://schemas.openxmlformats.org/officeDocument/2006/relationships/image" Target="../media/image338.png"/><Relationship Id="rId36" Type="http://schemas.openxmlformats.org/officeDocument/2006/relationships/image" Target="../media/image346.png"/><Relationship Id="rId10" Type="http://schemas.openxmlformats.org/officeDocument/2006/relationships/image" Target="../media/image320.png"/><Relationship Id="rId19" Type="http://schemas.openxmlformats.org/officeDocument/2006/relationships/image" Target="../media/image329.png"/><Relationship Id="rId31" Type="http://schemas.openxmlformats.org/officeDocument/2006/relationships/image" Target="../media/image341.png"/><Relationship Id="rId4" Type="http://schemas.openxmlformats.org/officeDocument/2006/relationships/image" Target="../media/image314.png"/><Relationship Id="rId9" Type="http://schemas.openxmlformats.org/officeDocument/2006/relationships/image" Target="../media/image319.png"/><Relationship Id="rId14" Type="http://schemas.openxmlformats.org/officeDocument/2006/relationships/image" Target="../media/image324.png"/><Relationship Id="rId22" Type="http://schemas.openxmlformats.org/officeDocument/2006/relationships/image" Target="../media/image332.png"/><Relationship Id="rId27" Type="http://schemas.openxmlformats.org/officeDocument/2006/relationships/image" Target="../media/image337.png"/><Relationship Id="rId30" Type="http://schemas.openxmlformats.org/officeDocument/2006/relationships/image" Target="../media/image340.png"/><Relationship Id="rId35" Type="http://schemas.openxmlformats.org/officeDocument/2006/relationships/image" Target="../media/image345.png"/><Relationship Id="rId8" Type="http://schemas.openxmlformats.org/officeDocument/2006/relationships/image" Target="../media/image318.pn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2.png"/><Relationship Id="rId13" Type="http://schemas.openxmlformats.org/officeDocument/2006/relationships/image" Target="../media/image357.png"/><Relationship Id="rId3" Type="http://schemas.openxmlformats.org/officeDocument/2006/relationships/image" Target="../media/image347.png"/><Relationship Id="rId7" Type="http://schemas.openxmlformats.org/officeDocument/2006/relationships/image" Target="../media/image351.png"/><Relationship Id="rId12" Type="http://schemas.openxmlformats.org/officeDocument/2006/relationships/image" Target="../media/image356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0.png"/><Relationship Id="rId11" Type="http://schemas.openxmlformats.org/officeDocument/2006/relationships/image" Target="../media/image355.png"/><Relationship Id="rId5" Type="http://schemas.openxmlformats.org/officeDocument/2006/relationships/image" Target="../media/image349.png"/><Relationship Id="rId10" Type="http://schemas.openxmlformats.org/officeDocument/2006/relationships/image" Target="../media/image354.png"/><Relationship Id="rId4" Type="http://schemas.openxmlformats.org/officeDocument/2006/relationships/image" Target="../media/image348.png"/><Relationship Id="rId9" Type="http://schemas.openxmlformats.org/officeDocument/2006/relationships/image" Target="../media/image353.png"/><Relationship Id="rId14" Type="http://schemas.openxmlformats.org/officeDocument/2006/relationships/image" Target="../media/image358.png"/></Relationships>
</file>

<file path=ppt/slides/_rels/slide4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69.png"/><Relationship Id="rId18" Type="http://schemas.openxmlformats.org/officeDocument/2006/relationships/image" Target="../media/image374.png"/><Relationship Id="rId26" Type="http://schemas.openxmlformats.org/officeDocument/2006/relationships/image" Target="../media/image382.png"/><Relationship Id="rId21" Type="http://schemas.openxmlformats.org/officeDocument/2006/relationships/image" Target="../media/image377.png"/><Relationship Id="rId34" Type="http://schemas.openxmlformats.org/officeDocument/2006/relationships/image" Target="../media/image390.png"/><Relationship Id="rId7" Type="http://schemas.openxmlformats.org/officeDocument/2006/relationships/image" Target="../media/image363.png"/><Relationship Id="rId12" Type="http://schemas.openxmlformats.org/officeDocument/2006/relationships/image" Target="../media/image368.png"/><Relationship Id="rId17" Type="http://schemas.openxmlformats.org/officeDocument/2006/relationships/image" Target="../media/image373.png"/><Relationship Id="rId25" Type="http://schemas.openxmlformats.org/officeDocument/2006/relationships/image" Target="../media/image381.png"/><Relationship Id="rId33" Type="http://schemas.openxmlformats.org/officeDocument/2006/relationships/image" Target="../media/image389.png"/><Relationship Id="rId2" Type="http://schemas.openxmlformats.org/officeDocument/2006/relationships/notesSlide" Target="../notesSlides/notesSlide25.xml"/><Relationship Id="rId16" Type="http://schemas.openxmlformats.org/officeDocument/2006/relationships/image" Target="../media/image372.png"/><Relationship Id="rId20" Type="http://schemas.openxmlformats.org/officeDocument/2006/relationships/image" Target="../media/image376.png"/><Relationship Id="rId29" Type="http://schemas.openxmlformats.org/officeDocument/2006/relationships/image" Target="../media/image38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62.png"/><Relationship Id="rId11" Type="http://schemas.openxmlformats.org/officeDocument/2006/relationships/image" Target="../media/image367.png"/><Relationship Id="rId24" Type="http://schemas.openxmlformats.org/officeDocument/2006/relationships/image" Target="../media/image380.png"/><Relationship Id="rId32" Type="http://schemas.openxmlformats.org/officeDocument/2006/relationships/image" Target="../media/image388.png"/><Relationship Id="rId37" Type="http://schemas.openxmlformats.org/officeDocument/2006/relationships/image" Target="../media/image393.png"/><Relationship Id="rId5" Type="http://schemas.openxmlformats.org/officeDocument/2006/relationships/image" Target="../media/image361.png"/><Relationship Id="rId15" Type="http://schemas.openxmlformats.org/officeDocument/2006/relationships/image" Target="../media/image371.png"/><Relationship Id="rId23" Type="http://schemas.openxmlformats.org/officeDocument/2006/relationships/image" Target="../media/image379.png"/><Relationship Id="rId28" Type="http://schemas.openxmlformats.org/officeDocument/2006/relationships/image" Target="../media/image384.png"/><Relationship Id="rId36" Type="http://schemas.openxmlformats.org/officeDocument/2006/relationships/image" Target="../media/image392.png"/><Relationship Id="rId10" Type="http://schemas.openxmlformats.org/officeDocument/2006/relationships/image" Target="../media/image366.png"/><Relationship Id="rId19" Type="http://schemas.openxmlformats.org/officeDocument/2006/relationships/image" Target="../media/image375.png"/><Relationship Id="rId31" Type="http://schemas.openxmlformats.org/officeDocument/2006/relationships/image" Target="../media/image387.png"/><Relationship Id="rId4" Type="http://schemas.openxmlformats.org/officeDocument/2006/relationships/image" Target="../media/image360.png"/><Relationship Id="rId9" Type="http://schemas.openxmlformats.org/officeDocument/2006/relationships/image" Target="../media/image365.png"/><Relationship Id="rId14" Type="http://schemas.openxmlformats.org/officeDocument/2006/relationships/image" Target="../media/image370.png"/><Relationship Id="rId22" Type="http://schemas.openxmlformats.org/officeDocument/2006/relationships/image" Target="../media/image378.png"/><Relationship Id="rId27" Type="http://schemas.openxmlformats.org/officeDocument/2006/relationships/image" Target="../media/image383.png"/><Relationship Id="rId30" Type="http://schemas.openxmlformats.org/officeDocument/2006/relationships/image" Target="../media/image386.png"/><Relationship Id="rId35" Type="http://schemas.openxmlformats.org/officeDocument/2006/relationships/image" Target="../media/image391.png"/><Relationship Id="rId8" Type="http://schemas.openxmlformats.org/officeDocument/2006/relationships/image" Target="../media/image364.png"/><Relationship Id="rId3" Type="http://schemas.openxmlformats.org/officeDocument/2006/relationships/image" Target="../media/image359.pn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9.png"/><Relationship Id="rId13" Type="http://schemas.openxmlformats.org/officeDocument/2006/relationships/image" Target="../media/image404.png"/><Relationship Id="rId18" Type="http://schemas.openxmlformats.org/officeDocument/2006/relationships/image" Target="../media/image409.png"/><Relationship Id="rId3" Type="http://schemas.openxmlformats.org/officeDocument/2006/relationships/image" Target="../media/image394.png"/><Relationship Id="rId7" Type="http://schemas.openxmlformats.org/officeDocument/2006/relationships/image" Target="../media/image398.png"/><Relationship Id="rId12" Type="http://schemas.openxmlformats.org/officeDocument/2006/relationships/image" Target="../media/image403.png"/><Relationship Id="rId17" Type="http://schemas.openxmlformats.org/officeDocument/2006/relationships/image" Target="../media/image408.png"/><Relationship Id="rId2" Type="http://schemas.openxmlformats.org/officeDocument/2006/relationships/notesSlide" Target="../notesSlides/notesSlide26.xml"/><Relationship Id="rId16" Type="http://schemas.openxmlformats.org/officeDocument/2006/relationships/image" Target="../media/image40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97.png"/><Relationship Id="rId11" Type="http://schemas.openxmlformats.org/officeDocument/2006/relationships/image" Target="../media/image402.png"/><Relationship Id="rId5" Type="http://schemas.openxmlformats.org/officeDocument/2006/relationships/image" Target="../media/image396.png"/><Relationship Id="rId15" Type="http://schemas.openxmlformats.org/officeDocument/2006/relationships/image" Target="../media/image406.png"/><Relationship Id="rId10" Type="http://schemas.openxmlformats.org/officeDocument/2006/relationships/image" Target="../media/image401.png"/><Relationship Id="rId19" Type="http://schemas.openxmlformats.org/officeDocument/2006/relationships/image" Target="../media/image410.png"/><Relationship Id="rId4" Type="http://schemas.openxmlformats.org/officeDocument/2006/relationships/image" Target="../media/image395.png"/><Relationship Id="rId9" Type="http://schemas.openxmlformats.org/officeDocument/2006/relationships/image" Target="../media/image400.png"/><Relationship Id="rId14" Type="http://schemas.openxmlformats.org/officeDocument/2006/relationships/image" Target="../media/image405.png"/></Relationships>
</file>

<file path=ppt/slides/_rels/slide4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21.png"/><Relationship Id="rId18" Type="http://schemas.openxmlformats.org/officeDocument/2006/relationships/image" Target="../media/image426.png"/><Relationship Id="rId26" Type="http://schemas.openxmlformats.org/officeDocument/2006/relationships/image" Target="../media/image434.png"/><Relationship Id="rId21" Type="http://schemas.openxmlformats.org/officeDocument/2006/relationships/image" Target="../media/image429.png"/><Relationship Id="rId34" Type="http://schemas.openxmlformats.org/officeDocument/2006/relationships/image" Target="../media/image442.png"/><Relationship Id="rId7" Type="http://schemas.openxmlformats.org/officeDocument/2006/relationships/image" Target="../media/image415.png"/><Relationship Id="rId12" Type="http://schemas.openxmlformats.org/officeDocument/2006/relationships/image" Target="../media/image420.png"/><Relationship Id="rId17" Type="http://schemas.openxmlformats.org/officeDocument/2006/relationships/image" Target="../media/image425.png"/><Relationship Id="rId25" Type="http://schemas.openxmlformats.org/officeDocument/2006/relationships/image" Target="../media/image433.png"/><Relationship Id="rId33" Type="http://schemas.openxmlformats.org/officeDocument/2006/relationships/image" Target="../media/image441.png"/><Relationship Id="rId38" Type="http://schemas.openxmlformats.org/officeDocument/2006/relationships/image" Target="../media/image446.png"/><Relationship Id="rId2" Type="http://schemas.openxmlformats.org/officeDocument/2006/relationships/notesSlide" Target="../notesSlides/notesSlide27.xml"/><Relationship Id="rId16" Type="http://schemas.openxmlformats.org/officeDocument/2006/relationships/image" Target="../media/image424.png"/><Relationship Id="rId20" Type="http://schemas.openxmlformats.org/officeDocument/2006/relationships/image" Target="../media/image428.png"/><Relationship Id="rId29" Type="http://schemas.openxmlformats.org/officeDocument/2006/relationships/image" Target="../media/image43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14.png"/><Relationship Id="rId11" Type="http://schemas.openxmlformats.org/officeDocument/2006/relationships/image" Target="../media/image419.png"/><Relationship Id="rId24" Type="http://schemas.openxmlformats.org/officeDocument/2006/relationships/image" Target="../media/image432.png"/><Relationship Id="rId32" Type="http://schemas.openxmlformats.org/officeDocument/2006/relationships/image" Target="../media/image440.png"/><Relationship Id="rId37" Type="http://schemas.openxmlformats.org/officeDocument/2006/relationships/image" Target="../media/image445.png"/><Relationship Id="rId5" Type="http://schemas.openxmlformats.org/officeDocument/2006/relationships/image" Target="../media/image413.png"/><Relationship Id="rId15" Type="http://schemas.openxmlformats.org/officeDocument/2006/relationships/image" Target="../media/image423.png"/><Relationship Id="rId23" Type="http://schemas.openxmlformats.org/officeDocument/2006/relationships/image" Target="../media/image431.png"/><Relationship Id="rId28" Type="http://schemas.openxmlformats.org/officeDocument/2006/relationships/image" Target="../media/image436.png"/><Relationship Id="rId36" Type="http://schemas.openxmlformats.org/officeDocument/2006/relationships/image" Target="../media/image444.png"/><Relationship Id="rId10" Type="http://schemas.openxmlformats.org/officeDocument/2006/relationships/image" Target="../media/image418.png"/><Relationship Id="rId19" Type="http://schemas.openxmlformats.org/officeDocument/2006/relationships/image" Target="../media/image427.png"/><Relationship Id="rId31" Type="http://schemas.openxmlformats.org/officeDocument/2006/relationships/image" Target="../media/image439.png"/><Relationship Id="rId4" Type="http://schemas.openxmlformats.org/officeDocument/2006/relationships/image" Target="../media/image412.png"/><Relationship Id="rId9" Type="http://schemas.openxmlformats.org/officeDocument/2006/relationships/image" Target="../media/image417.png"/><Relationship Id="rId14" Type="http://schemas.openxmlformats.org/officeDocument/2006/relationships/image" Target="../media/image422.png"/><Relationship Id="rId22" Type="http://schemas.openxmlformats.org/officeDocument/2006/relationships/image" Target="../media/image430.png"/><Relationship Id="rId27" Type="http://schemas.openxmlformats.org/officeDocument/2006/relationships/image" Target="../media/image435.png"/><Relationship Id="rId30" Type="http://schemas.openxmlformats.org/officeDocument/2006/relationships/image" Target="../media/image438.png"/><Relationship Id="rId35" Type="http://schemas.openxmlformats.org/officeDocument/2006/relationships/image" Target="../media/image443.png"/><Relationship Id="rId8" Type="http://schemas.openxmlformats.org/officeDocument/2006/relationships/image" Target="../media/image416.png"/><Relationship Id="rId3" Type="http://schemas.openxmlformats.org/officeDocument/2006/relationships/image" Target="../media/image411.pn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2.png"/><Relationship Id="rId13" Type="http://schemas.openxmlformats.org/officeDocument/2006/relationships/image" Target="../media/image457.png"/><Relationship Id="rId18" Type="http://schemas.openxmlformats.org/officeDocument/2006/relationships/image" Target="../media/image462.png"/><Relationship Id="rId26" Type="http://schemas.openxmlformats.org/officeDocument/2006/relationships/image" Target="../media/image470.png"/><Relationship Id="rId3" Type="http://schemas.openxmlformats.org/officeDocument/2006/relationships/image" Target="../media/image447.png"/><Relationship Id="rId21" Type="http://schemas.openxmlformats.org/officeDocument/2006/relationships/image" Target="../media/image465.png"/><Relationship Id="rId7" Type="http://schemas.openxmlformats.org/officeDocument/2006/relationships/image" Target="../media/image451.png"/><Relationship Id="rId12" Type="http://schemas.openxmlformats.org/officeDocument/2006/relationships/image" Target="../media/image456.png"/><Relationship Id="rId17" Type="http://schemas.openxmlformats.org/officeDocument/2006/relationships/image" Target="../media/image461.png"/><Relationship Id="rId25" Type="http://schemas.openxmlformats.org/officeDocument/2006/relationships/image" Target="../media/image469.png"/><Relationship Id="rId2" Type="http://schemas.openxmlformats.org/officeDocument/2006/relationships/notesSlide" Target="../notesSlides/notesSlide28.xml"/><Relationship Id="rId16" Type="http://schemas.openxmlformats.org/officeDocument/2006/relationships/image" Target="../media/image460.png"/><Relationship Id="rId20" Type="http://schemas.openxmlformats.org/officeDocument/2006/relationships/image" Target="../media/image464.png"/><Relationship Id="rId29" Type="http://schemas.openxmlformats.org/officeDocument/2006/relationships/image" Target="../media/image47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50.png"/><Relationship Id="rId11" Type="http://schemas.openxmlformats.org/officeDocument/2006/relationships/image" Target="../media/image455.png"/><Relationship Id="rId24" Type="http://schemas.openxmlformats.org/officeDocument/2006/relationships/image" Target="../media/image468.png"/><Relationship Id="rId32" Type="http://schemas.openxmlformats.org/officeDocument/2006/relationships/image" Target="../media/image476.png"/><Relationship Id="rId5" Type="http://schemas.openxmlformats.org/officeDocument/2006/relationships/image" Target="../media/image449.png"/><Relationship Id="rId15" Type="http://schemas.openxmlformats.org/officeDocument/2006/relationships/image" Target="../media/image459.png"/><Relationship Id="rId23" Type="http://schemas.openxmlformats.org/officeDocument/2006/relationships/image" Target="../media/image467.png"/><Relationship Id="rId28" Type="http://schemas.openxmlformats.org/officeDocument/2006/relationships/image" Target="../media/image472.png"/><Relationship Id="rId10" Type="http://schemas.openxmlformats.org/officeDocument/2006/relationships/image" Target="../media/image454.png"/><Relationship Id="rId19" Type="http://schemas.openxmlformats.org/officeDocument/2006/relationships/image" Target="../media/image463.png"/><Relationship Id="rId31" Type="http://schemas.openxmlformats.org/officeDocument/2006/relationships/image" Target="../media/image475.png"/><Relationship Id="rId4" Type="http://schemas.openxmlformats.org/officeDocument/2006/relationships/image" Target="../media/image448.png"/><Relationship Id="rId9" Type="http://schemas.openxmlformats.org/officeDocument/2006/relationships/image" Target="../media/image453.png"/><Relationship Id="rId14" Type="http://schemas.openxmlformats.org/officeDocument/2006/relationships/image" Target="../media/image458.png"/><Relationship Id="rId22" Type="http://schemas.openxmlformats.org/officeDocument/2006/relationships/image" Target="../media/image466.png"/><Relationship Id="rId27" Type="http://schemas.openxmlformats.org/officeDocument/2006/relationships/image" Target="../media/image471.png"/><Relationship Id="rId30" Type="http://schemas.openxmlformats.org/officeDocument/2006/relationships/image" Target="../media/image474.pn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4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7.png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png"/><Relationship Id="rId2" Type="http://schemas.openxmlformats.org/officeDocument/2006/relationships/image" Target="../media/image478.png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6.png"/><Relationship Id="rId3" Type="http://schemas.openxmlformats.org/officeDocument/2006/relationships/image" Target="../media/image481.png"/><Relationship Id="rId7" Type="http://schemas.openxmlformats.org/officeDocument/2006/relationships/image" Target="../media/image485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4.png"/><Relationship Id="rId5" Type="http://schemas.openxmlformats.org/officeDocument/2006/relationships/image" Target="../media/image483.png"/><Relationship Id="rId4" Type="http://schemas.openxmlformats.org/officeDocument/2006/relationships/image" Target="../media/image482.pn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7.png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3.png"/><Relationship Id="rId3" Type="http://schemas.openxmlformats.org/officeDocument/2006/relationships/image" Target="../media/image488.png"/><Relationship Id="rId7" Type="http://schemas.openxmlformats.org/officeDocument/2006/relationships/image" Target="../media/image492.png"/><Relationship Id="rId12" Type="http://schemas.openxmlformats.org/officeDocument/2006/relationships/image" Target="../media/image497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1.png"/><Relationship Id="rId11" Type="http://schemas.openxmlformats.org/officeDocument/2006/relationships/image" Target="../media/image496.png"/><Relationship Id="rId5" Type="http://schemas.openxmlformats.org/officeDocument/2006/relationships/image" Target="../media/image490.png"/><Relationship Id="rId10" Type="http://schemas.openxmlformats.org/officeDocument/2006/relationships/image" Target="../media/image495.png"/><Relationship Id="rId4" Type="http://schemas.openxmlformats.org/officeDocument/2006/relationships/image" Target="../media/image489.png"/><Relationship Id="rId9" Type="http://schemas.openxmlformats.org/officeDocument/2006/relationships/image" Target="../media/image494.pn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3.png"/><Relationship Id="rId3" Type="http://schemas.openxmlformats.org/officeDocument/2006/relationships/image" Target="../media/image498.png"/><Relationship Id="rId7" Type="http://schemas.openxmlformats.org/officeDocument/2006/relationships/image" Target="../media/image502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1.png"/><Relationship Id="rId11" Type="http://schemas.openxmlformats.org/officeDocument/2006/relationships/image" Target="../media/image506.png"/><Relationship Id="rId5" Type="http://schemas.openxmlformats.org/officeDocument/2006/relationships/image" Target="../media/image500.png"/><Relationship Id="rId10" Type="http://schemas.openxmlformats.org/officeDocument/2006/relationships/image" Target="../media/image505.png"/><Relationship Id="rId4" Type="http://schemas.openxmlformats.org/officeDocument/2006/relationships/image" Target="../media/image499.png"/><Relationship Id="rId9" Type="http://schemas.openxmlformats.org/officeDocument/2006/relationships/image" Target="../media/image504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7.png"/><Relationship Id="rId7" Type="http://schemas.openxmlformats.org/officeDocument/2006/relationships/image" Target="../media/image511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0.png"/><Relationship Id="rId5" Type="http://schemas.openxmlformats.org/officeDocument/2006/relationships/image" Target="../media/image509.png"/><Relationship Id="rId4" Type="http://schemas.openxmlformats.org/officeDocument/2006/relationships/image" Target="../media/image508.png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7.png"/><Relationship Id="rId13" Type="http://schemas.openxmlformats.org/officeDocument/2006/relationships/image" Target="../media/image522.png"/><Relationship Id="rId18" Type="http://schemas.openxmlformats.org/officeDocument/2006/relationships/image" Target="../media/image527.png"/><Relationship Id="rId3" Type="http://schemas.openxmlformats.org/officeDocument/2006/relationships/image" Target="../media/image512.png"/><Relationship Id="rId21" Type="http://schemas.openxmlformats.org/officeDocument/2006/relationships/image" Target="../media/image530.png"/><Relationship Id="rId7" Type="http://schemas.openxmlformats.org/officeDocument/2006/relationships/image" Target="../media/image516.png"/><Relationship Id="rId12" Type="http://schemas.openxmlformats.org/officeDocument/2006/relationships/image" Target="../media/image521.png"/><Relationship Id="rId17" Type="http://schemas.openxmlformats.org/officeDocument/2006/relationships/image" Target="../media/image526.png"/><Relationship Id="rId2" Type="http://schemas.openxmlformats.org/officeDocument/2006/relationships/notesSlide" Target="../notesSlides/notesSlide33.xml"/><Relationship Id="rId16" Type="http://schemas.openxmlformats.org/officeDocument/2006/relationships/image" Target="../media/image525.png"/><Relationship Id="rId20" Type="http://schemas.openxmlformats.org/officeDocument/2006/relationships/image" Target="../media/image52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5.png"/><Relationship Id="rId11" Type="http://schemas.openxmlformats.org/officeDocument/2006/relationships/image" Target="../media/image520.png"/><Relationship Id="rId5" Type="http://schemas.openxmlformats.org/officeDocument/2006/relationships/image" Target="../media/image514.png"/><Relationship Id="rId15" Type="http://schemas.openxmlformats.org/officeDocument/2006/relationships/image" Target="../media/image524.png"/><Relationship Id="rId23" Type="http://schemas.openxmlformats.org/officeDocument/2006/relationships/image" Target="../media/image532.png"/><Relationship Id="rId10" Type="http://schemas.openxmlformats.org/officeDocument/2006/relationships/image" Target="../media/image519.png"/><Relationship Id="rId19" Type="http://schemas.openxmlformats.org/officeDocument/2006/relationships/image" Target="../media/image528.png"/><Relationship Id="rId4" Type="http://schemas.openxmlformats.org/officeDocument/2006/relationships/image" Target="../media/image513.png"/><Relationship Id="rId9" Type="http://schemas.openxmlformats.org/officeDocument/2006/relationships/image" Target="../media/image518.png"/><Relationship Id="rId14" Type="http://schemas.openxmlformats.org/officeDocument/2006/relationships/image" Target="../media/image523.png"/><Relationship Id="rId22" Type="http://schemas.openxmlformats.org/officeDocument/2006/relationships/image" Target="../media/image531.png"/></Relationships>
</file>

<file path=ppt/slides/_rels/slide6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43.png"/><Relationship Id="rId18" Type="http://schemas.openxmlformats.org/officeDocument/2006/relationships/image" Target="../media/image548.png"/><Relationship Id="rId26" Type="http://schemas.openxmlformats.org/officeDocument/2006/relationships/image" Target="../media/image556.png"/><Relationship Id="rId39" Type="http://schemas.openxmlformats.org/officeDocument/2006/relationships/image" Target="../media/image569.png"/><Relationship Id="rId21" Type="http://schemas.openxmlformats.org/officeDocument/2006/relationships/image" Target="../media/image551.png"/><Relationship Id="rId34" Type="http://schemas.openxmlformats.org/officeDocument/2006/relationships/image" Target="../media/image564.png"/><Relationship Id="rId7" Type="http://schemas.openxmlformats.org/officeDocument/2006/relationships/image" Target="../media/image537.png"/><Relationship Id="rId2" Type="http://schemas.openxmlformats.org/officeDocument/2006/relationships/notesSlide" Target="../notesSlides/notesSlide34.xml"/><Relationship Id="rId16" Type="http://schemas.openxmlformats.org/officeDocument/2006/relationships/image" Target="../media/image546.png"/><Relationship Id="rId20" Type="http://schemas.openxmlformats.org/officeDocument/2006/relationships/image" Target="../media/image550.png"/><Relationship Id="rId29" Type="http://schemas.openxmlformats.org/officeDocument/2006/relationships/image" Target="../media/image559.png"/><Relationship Id="rId41" Type="http://schemas.openxmlformats.org/officeDocument/2006/relationships/image" Target="../media/image57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6.png"/><Relationship Id="rId11" Type="http://schemas.openxmlformats.org/officeDocument/2006/relationships/image" Target="../media/image541.png"/><Relationship Id="rId24" Type="http://schemas.openxmlformats.org/officeDocument/2006/relationships/image" Target="../media/image554.png"/><Relationship Id="rId32" Type="http://schemas.openxmlformats.org/officeDocument/2006/relationships/image" Target="../media/image562.png"/><Relationship Id="rId37" Type="http://schemas.openxmlformats.org/officeDocument/2006/relationships/image" Target="../media/image567.png"/><Relationship Id="rId40" Type="http://schemas.openxmlformats.org/officeDocument/2006/relationships/image" Target="../media/image570.png"/><Relationship Id="rId5" Type="http://schemas.openxmlformats.org/officeDocument/2006/relationships/image" Target="../media/image535.png"/><Relationship Id="rId15" Type="http://schemas.openxmlformats.org/officeDocument/2006/relationships/image" Target="../media/image545.png"/><Relationship Id="rId23" Type="http://schemas.openxmlformats.org/officeDocument/2006/relationships/image" Target="../media/image553.png"/><Relationship Id="rId28" Type="http://schemas.openxmlformats.org/officeDocument/2006/relationships/image" Target="../media/image558.png"/><Relationship Id="rId36" Type="http://schemas.openxmlformats.org/officeDocument/2006/relationships/image" Target="../media/image566.png"/><Relationship Id="rId10" Type="http://schemas.openxmlformats.org/officeDocument/2006/relationships/image" Target="../media/image540.png"/><Relationship Id="rId19" Type="http://schemas.openxmlformats.org/officeDocument/2006/relationships/image" Target="../media/image549.png"/><Relationship Id="rId31" Type="http://schemas.openxmlformats.org/officeDocument/2006/relationships/image" Target="../media/image561.png"/><Relationship Id="rId4" Type="http://schemas.openxmlformats.org/officeDocument/2006/relationships/image" Target="../media/image534.png"/><Relationship Id="rId9" Type="http://schemas.openxmlformats.org/officeDocument/2006/relationships/image" Target="../media/image539.png"/><Relationship Id="rId14" Type="http://schemas.openxmlformats.org/officeDocument/2006/relationships/image" Target="../media/image544.png"/><Relationship Id="rId22" Type="http://schemas.openxmlformats.org/officeDocument/2006/relationships/image" Target="../media/image552.png"/><Relationship Id="rId27" Type="http://schemas.openxmlformats.org/officeDocument/2006/relationships/image" Target="../media/image557.png"/><Relationship Id="rId30" Type="http://schemas.openxmlformats.org/officeDocument/2006/relationships/image" Target="../media/image560.png"/><Relationship Id="rId35" Type="http://schemas.openxmlformats.org/officeDocument/2006/relationships/image" Target="../media/image565.png"/><Relationship Id="rId8" Type="http://schemas.openxmlformats.org/officeDocument/2006/relationships/image" Target="../media/image538.png"/><Relationship Id="rId3" Type="http://schemas.openxmlformats.org/officeDocument/2006/relationships/image" Target="../media/image533.png"/><Relationship Id="rId12" Type="http://schemas.openxmlformats.org/officeDocument/2006/relationships/image" Target="../media/image542.png"/><Relationship Id="rId17" Type="http://schemas.openxmlformats.org/officeDocument/2006/relationships/image" Target="../media/image547.png"/><Relationship Id="rId25" Type="http://schemas.openxmlformats.org/officeDocument/2006/relationships/image" Target="../media/image555.png"/><Relationship Id="rId33" Type="http://schemas.openxmlformats.org/officeDocument/2006/relationships/image" Target="../media/image563.png"/><Relationship Id="rId38" Type="http://schemas.openxmlformats.org/officeDocument/2006/relationships/image" Target="../media/image568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7.png"/><Relationship Id="rId13" Type="http://schemas.openxmlformats.org/officeDocument/2006/relationships/image" Target="../media/image582.png"/><Relationship Id="rId18" Type="http://schemas.openxmlformats.org/officeDocument/2006/relationships/image" Target="../media/image587.png"/><Relationship Id="rId26" Type="http://schemas.openxmlformats.org/officeDocument/2006/relationships/image" Target="../media/image595.png"/><Relationship Id="rId3" Type="http://schemas.openxmlformats.org/officeDocument/2006/relationships/image" Target="../media/image572.png"/><Relationship Id="rId21" Type="http://schemas.openxmlformats.org/officeDocument/2006/relationships/image" Target="../media/image590.png"/><Relationship Id="rId7" Type="http://schemas.openxmlformats.org/officeDocument/2006/relationships/image" Target="../media/image576.png"/><Relationship Id="rId12" Type="http://schemas.openxmlformats.org/officeDocument/2006/relationships/image" Target="../media/image581.png"/><Relationship Id="rId17" Type="http://schemas.openxmlformats.org/officeDocument/2006/relationships/image" Target="../media/image586.png"/><Relationship Id="rId25" Type="http://schemas.openxmlformats.org/officeDocument/2006/relationships/image" Target="../media/image594.png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585.png"/><Relationship Id="rId20" Type="http://schemas.openxmlformats.org/officeDocument/2006/relationships/image" Target="../media/image589.png"/><Relationship Id="rId29" Type="http://schemas.openxmlformats.org/officeDocument/2006/relationships/image" Target="../media/image59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5.png"/><Relationship Id="rId11" Type="http://schemas.openxmlformats.org/officeDocument/2006/relationships/image" Target="../media/image580.png"/><Relationship Id="rId24" Type="http://schemas.openxmlformats.org/officeDocument/2006/relationships/image" Target="../media/image593.png"/><Relationship Id="rId32" Type="http://schemas.openxmlformats.org/officeDocument/2006/relationships/image" Target="../media/image601.png"/><Relationship Id="rId5" Type="http://schemas.openxmlformats.org/officeDocument/2006/relationships/image" Target="../media/image574.png"/><Relationship Id="rId15" Type="http://schemas.openxmlformats.org/officeDocument/2006/relationships/image" Target="../media/image584.png"/><Relationship Id="rId23" Type="http://schemas.openxmlformats.org/officeDocument/2006/relationships/image" Target="../media/image592.png"/><Relationship Id="rId28" Type="http://schemas.openxmlformats.org/officeDocument/2006/relationships/image" Target="../media/image597.png"/><Relationship Id="rId10" Type="http://schemas.openxmlformats.org/officeDocument/2006/relationships/image" Target="../media/image579.png"/><Relationship Id="rId19" Type="http://schemas.openxmlformats.org/officeDocument/2006/relationships/image" Target="../media/image588.png"/><Relationship Id="rId31" Type="http://schemas.openxmlformats.org/officeDocument/2006/relationships/image" Target="../media/image600.png"/><Relationship Id="rId4" Type="http://schemas.openxmlformats.org/officeDocument/2006/relationships/image" Target="../media/image573.png"/><Relationship Id="rId9" Type="http://schemas.openxmlformats.org/officeDocument/2006/relationships/image" Target="../media/image578.png"/><Relationship Id="rId14" Type="http://schemas.openxmlformats.org/officeDocument/2006/relationships/image" Target="../media/image583.png"/><Relationship Id="rId22" Type="http://schemas.openxmlformats.org/officeDocument/2006/relationships/image" Target="../media/image591.png"/><Relationship Id="rId27" Type="http://schemas.openxmlformats.org/officeDocument/2006/relationships/image" Target="../media/image596.png"/><Relationship Id="rId30" Type="http://schemas.openxmlformats.org/officeDocument/2006/relationships/image" Target="../media/image599.png"/></Relationships>
</file>

<file path=ppt/slides/_rels/slide6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12.png"/><Relationship Id="rId18" Type="http://schemas.openxmlformats.org/officeDocument/2006/relationships/image" Target="../media/image617.png"/><Relationship Id="rId26" Type="http://schemas.openxmlformats.org/officeDocument/2006/relationships/image" Target="../media/image625.png"/><Relationship Id="rId39" Type="http://schemas.openxmlformats.org/officeDocument/2006/relationships/image" Target="../media/image638.png"/><Relationship Id="rId21" Type="http://schemas.openxmlformats.org/officeDocument/2006/relationships/image" Target="../media/image620.png"/><Relationship Id="rId34" Type="http://schemas.openxmlformats.org/officeDocument/2006/relationships/image" Target="../media/image633.png"/><Relationship Id="rId42" Type="http://schemas.openxmlformats.org/officeDocument/2006/relationships/image" Target="../media/image641.png"/><Relationship Id="rId7" Type="http://schemas.openxmlformats.org/officeDocument/2006/relationships/image" Target="../media/image606.png"/><Relationship Id="rId2" Type="http://schemas.openxmlformats.org/officeDocument/2006/relationships/notesSlide" Target="../notesSlides/notesSlide36.xml"/><Relationship Id="rId16" Type="http://schemas.openxmlformats.org/officeDocument/2006/relationships/image" Target="../media/image615.png"/><Relationship Id="rId20" Type="http://schemas.openxmlformats.org/officeDocument/2006/relationships/image" Target="../media/image619.png"/><Relationship Id="rId29" Type="http://schemas.openxmlformats.org/officeDocument/2006/relationships/image" Target="../media/image628.png"/><Relationship Id="rId41" Type="http://schemas.openxmlformats.org/officeDocument/2006/relationships/image" Target="../media/image6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5.png"/><Relationship Id="rId11" Type="http://schemas.openxmlformats.org/officeDocument/2006/relationships/image" Target="../media/image610.png"/><Relationship Id="rId24" Type="http://schemas.openxmlformats.org/officeDocument/2006/relationships/image" Target="../media/image623.png"/><Relationship Id="rId32" Type="http://schemas.openxmlformats.org/officeDocument/2006/relationships/image" Target="../media/image631.png"/><Relationship Id="rId37" Type="http://schemas.openxmlformats.org/officeDocument/2006/relationships/image" Target="../media/image636.png"/><Relationship Id="rId40" Type="http://schemas.openxmlformats.org/officeDocument/2006/relationships/image" Target="../media/image639.png"/><Relationship Id="rId5" Type="http://schemas.openxmlformats.org/officeDocument/2006/relationships/image" Target="../media/image604.png"/><Relationship Id="rId15" Type="http://schemas.openxmlformats.org/officeDocument/2006/relationships/image" Target="../media/image614.png"/><Relationship Id="rId23" Type="http://schemas.openxmlformats.org/officeDocument/2006/relationships/image" Target="../media/image622.png"/><Relationship Id="rId28" Type="http://schemas.openxmlformats.org/officeDocument/2006/relationships/image" Target="../media/image627.png"/><Relationship Id="rId36" Type="http://schemas.openxmlformats.org/officeDocument/2006/relationships/image" Target="../media/image635.png"/><Relationship Id="rId10" Type="http://schemas.openxmlformats.org/officeDocument/2006/relationships/image" Target="../media/image609.png"/><Relationship Id="rId19" Type="http://schemas.openxmlformats.org/officeDocument/2006/relationships/image" Target="../media/image618.png"/><Relationship Id="rId31" Type="http://schemas.openxmlformats.org/officeDocument/2006/relationships/image" Target="../media/image630.png"/><Relationship Id="rId4" Type="http://schemas.openxmlformats.org/officeDocument/2006/relationships/image" Target="../media/image603.png"/><Relationship Id="rId9" Type="http://schemas.openxmlformats.org/officeDocument/2006/relationships/image" Target="../media/image608.png"/><Relationship Id="rId14" Type="http://schemas.openxmlformats.org/officeDocument/2006/relationships/image" Target="../media/image613.png"/><Relationship Id="rId22" Type="http://schemas.openxmlformats.org/officeDocument/2006/relationships/image" Target="../media/image621.png"/><Relationship Id="rId27" Type="http://schemas.openxmlformats.org/officeDocument/2006/relationships/image" Target="../media/image626.png"/><Relationship Id="rId30" Type="http://schemas.openxmlformats.org/officeDocument/2006/relationships/image" Target="../media/image629.png"/><Relationship Id="rId35" Type="http://schemas.openxmlformats.org/officeDocument/2006/relationships/image" Target="../media/image634.png"/><Relationship Id="rId8" Type="http://schemas.openxmlformats.org/officeDocument/2006/relationships/image" Target="../media/image607.png"/><Relationship Id="rId3" Type="http://schemas.openxmlformats.org/officeDocument/2006/relationships/image" Target="../media/image602.png"/><Relationship Id="rId12" Type="http://schemas.openxmlformats.org/officeDocument/2006/relationships/image" Target="../media/image611.png"/><Relationship Id="rId17" Type="http://schemas.openxmlformats.org/officeDocument/2006/relationships/image" Target="../media/image616.png"/><Relationship Id="rId25" Type="http://schemas.openxmlformats.org/officeDocument/2006/relationships/image" Target="../media/image624.png"/><Relationship Id="rId33" Type="http://schemas.openxmlformats.org/officeDocument/2006/relationships/image" Target="../media/image632.png"/><Relationship Id="rId38" Type="http://schemas.openxmlformats.org/officeDocument/2006/relationships/image" Target="../media/image637.png"/></Relationships>
</file>

<file path=ppt/slides/_rels/slide6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12.png"/><Relationship Id="rId18" Type="http://schemas.openxmlformats.org/officeDocument/2006/relationships/image" Target="../media/image644.png"/><Relationship Id="rId26" Type="http://schemas.openxmlformats.org/officeDocument/2006/relationships/image" Target="../media/image652.png"/><Relationship Id="rId3" Type="http://schemas.openxmlformats.org/officeDocument/2006/relationships/image" Target="../media/image602.png"/><Relationship Id="rId21" Type="http://schemas.openxmlformats.org/officeDocument/2006/relationships/image" Target="../media/image647.png"/><Relationship Id="rId34" Type="http://schemas.openxmlformats.org/officeDocument/2006/relationships/image" Target="../media/image660.png"/><Relationship Id="rId7" Type="http://schemas.openxmlformats.org/officeDocument/2006/relationships/image" Target="../media/image606.png"/><Relationship Id="rId12" Type="http://schemas.openxmlformats.org/officeDocument/2006/relationships/image" Target="../media/image611.png"/><Relationship Id="rId17" Type="http://schemas.openxmlformats.org/officeDocument/2006/relationships/image" Target="../media/image634.png"/><Relationship Id="rId25" Type="http://schemas.openxmlformats.org/officeDocument/2006/relationships/image" Target="../media/image651.png"/><Relationship Id="rId33" Type="http://schemas.openxmlformats.org/officeDocument/2006/relationships/image" Target="../media/image659.png"/><Relationship Id="rId2" Type="http://schemas.openxmlformats.org/officeDocument/2006/relationships/notesSlide" Target="../notesSlides/notesSlide37.xml"/><Relationship Id="rId16" Type="http://schemas.openxmlformats.org/officeDocument/2006/relationships/image" Target="../media/image643.png"/><Relationship Id="rId20" Type="http://schemas.openxmlformats.org/officeDocument/2006/relationships/image" Target="../media/image646.png"/><Relationship Id="rId29" Type="http://schemas.openxmlformats.org/officeDocument/2006/relationships/image" Target="../media/image65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5.png"/><Relationship Id="rId11" Type="http://schemas.openxmlformats.org/officeDocument/2006/relationships/image" Target="../media/image610.png"/><Relationship Id="rId24" Type="http://schemas.openxmlformats.org/officeDocument/2006/relationships/image" Target="../media/image650.png"/><Relationship Id="rId32" Type="http://schemas.openxmlformats.org/officeDocument/2006/relationships/image" Target="../media/image658.png"/><Relationship Id="rId5" Type="http://schemas.openxmlformats.org/officeDocument/2006/relationships/image" Target="../media/image604.png"/><Relationship Id="rId15" Type="http://schemas.openxmlformats.org/officeDocument/2006/relationships/image" Target="../media/image621.png"/><Relationship Id="rId23" Type="http://schemas.openxmlformats.org/officeDocument/2006/relationships/image" Target="../media/image649.png"/><Relationship Id="rId28" Type="http://schemas.openxmlformats.org/officeDocument/2006/relationships/image" Target="../media/image654.png"/><Relationship Id="rId36" Type="http://schemas.openxmlformats.org/officeDocument/2006/relationships/image" Target="../media/image662.png"/><Relationship Id="rId10" Type="http://schemas.openxmlformats.org/officeDocument/2006/relationships/image" Target="../media/image642.png"/><Relationship Id="rId19" Type="http://schemas.openxmlformats.org/officeDocument/2006/relationships/image" Target="../media/image645.png"/><Relationship Id="rId31" Type="http://schemas.openxmlformats.org/officeDocument/2006/relationships/image" Target="../media/image657.png"/><Relationship Id="rId4" Type="http://schemas.openxmlformats.org/officeDocument/2006/relationships/image" Target="../media/image603.png"/><Relationship Id="rId9" Type="http://schemas.openxmlformats.org/officeDocument/2006/relationships/image" Target="../media/image608.png"/><Relationship Id="rId14" Type="http://schemas.openxmlformats.org/officeDocument/2006/relationships/image" Target="../media/image613.png"/><Relationship Id="rId22" Type="http://schemas.openxmlformats.org/officeDocument/2006/relationships/image" Target="../media/image648.png"/><Relationship Id="rId27" Type="http://schemas.openxmlformats.org/officeDocument/2006/relationships/image" Target="../media/image653.png"/><Relationship Id="rId30" Type="http://schemas.openxmlformats.org/officeDocument/2006/relationships/image" Target="../media/image656.png"/><Relationship Id="rId35" Type="http://schemas.openxmlformats.org/officeDocument/2006/relationships/image" Target="../media/image661.png"/><Relationship Id="rId8" Type="http://schemas.openxmlformats.org/officeDocument/2006/relationships/image" Target="../media/image607.png"/></Relationships>
</file>

<file path=ppt/slides/_rels/slide6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05.png"/><Relationship Id="rId18" Type="http://schemas.openxmlformats.org/officeDocument/2006/relationships/image" Target="../media/image610.png"/><Relationship Id="rId26" Type="http://schemas.openxmlformats.org/officeDocument/2006/relationships/image" Target="../media/image672.png"/><Relationship Id="rId3" Type="http://schemas.openxmlformats.org/officeDocument/2006/relationships/image" Target="../media/image663.png"/><Relationship Id="rId21" Type="http://schemas.openxmlformats.org/officeDocument/2006/relationships/image" Target="../media/image613.png"/><Relationship Id="rId7" Type="http://schemas.openxmlformats.org/officeDocument/2006/relationships/image" Target="../media/image667.png"/><Relationship Id="rId12" Type="http://schemas.openxmlformats.org/officeDocument/2006/relationships/image" Target="../media/image604.png"/><Relationship Id="rId17" Type="http://schemas.openxmlformats.org/officeDocument/2006/relationships/image" Target="../media/image642.png"/><Relationship Id="rId25" Type="http://schemas.openxmlformats.org/officeDocument/2006/relationships/image" Target="../media/image671.png"/><Relationship Id="rId33" Type="http://schemas.openxmlformats.org/officeDocument/2006/relationships/image" Target="../media/image679.png"/><Relationship Id="rId2" Type="http://schemas.openxmlformats.org/officeDocument/2006/relationships/notesSlide" Target="../notesSlides/notesSlide38.xml"/><Relationship Id="rId16" Type="http://schemas.openxmlformats.org/officeDocument/2006/relationships/image" Target="../media/image608.png"/><Relationship Id="rId20" Type="http://schemas.openxmlformats.org/officeDocument/2006/relationships/image" Target="../media/image612.png"/><Relationship Id="rId29" Type="http://schemas.openxmlformats.org/officeDocument/2006/relationships/image" Target="../media/image67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6.png"/><Relationship Id="rId11" Type="http://schemas.openxmlformats.org/officeDocument/2006/relationships/image" Target="../media/image603.png"/><Relationship Id="rId24" Type="http://schemas.openxmlformats.org/officeDocument/2006/relationships/image" Target="../media/image670.png"/><Relationship Id="rId32" Type="http://schemas.openxmlformats.org/officeDocument/2006/relationships/image" Target="../media/image678.png"/><Relationship Id="rId5" Type="http://schemas.openxmlformats.org/officeDocument/2006/relationships/image" Target="../media/image665.png"/><Relationship Id="rId15" Type="http://schemas.openxmlformats.org/officeDocument/2006/relationships/image" Target="../media/image607.png"/><Relationship Id="rId23" Type="http://schemas.openxmlformats.org/officeDocument/2006/relationships/image" Target="../media/image555.png"/><Relationship Id="rId28" Type="http://schemas.openxmlformats.org/officeDocument/2006/relationships/image" Target="../media/image674.png"/><Relationship Id="rId10" Type="http://schemas.openxmlformats.org/officeDocument/2006/relationships/image" Target="../media/image602.png"/><Relationship Id="rId19" Type="http://schemas.openxmlformats.org/officeDocument/2006/relationships/image" Target="../media/image611.png"/><Relationship Id="rId31" Type="http://schemas.openxmlformats.org/officeDocument/2006/relationships/image" Target="../media/image677.png"/><Relationship Id="rId4" Type="http://schemas.openxmlformats.org/officeDocument/2006/relationships/image" Target="../media/image664.png"/><Relationship Id="rId9" Type="http://schemas.openxmlformats.org/officeDocument/2006/relationships/image" Target="../media/image669.png"/><Relationship Id="rId14" Type="http://schemas.openxmlformats.org/officeDocument/2006/relationships/image" Target="../media/image606.png"/><Relationship Id="rId22" Type="http://schemas.openxmlformats.org/officeDocument/2006/relationships/image" Target="../media/image621.png"/><Relationship Id="rId27" Type="http://schemas.openxmlformats.org/officeDocument/2006/relationships/image" Target="../media/image673.png"/><Relationship Id="rId30" Type="http://schemas.openxmlformats.org/officeDocument/2006/relationships/image" Target="../media/image676.png"/><Relationship Id="rId8" Type="http://schemas.openxmlformats.org/officeDocument/2006/relationships/image" Target="../media/image668.png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0.png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1.png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2.png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3.png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5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8.png"/><Relationship Id="rId5" Type="http://schemas.openxmlformats.org/officeDocument/2006/relationships/image" Target="../media/image687.png"/><Relationship Id="rId4" Type="http://schemas.openxmlformats.org/officeDocument/2006/relationships/image" Target="../media/image686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9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0.png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4.png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3.png"/><Relationship Id="rId7" Type="http://schemas.openxmlformats.org/officeDocument/2006/relationships/image" Target="../media/image697.png"/><Relationship Id="rId2" Type="http://schemas.openxmlformats.org/officeDocument/2006/relationships/image" Target="../media/image69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6.png"/><Relationship Id="rId5" Type="http://schemas.openxmlformats.org/officeDocument/2006/relationships/image" Target="../media/image695.png"/><Relationship Id="rId4" Type="http://schemas.openxmlformats.org/officeDocument/2006/relationships/image" Target="../media/image694.pn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4.png"/><Relationship Id="rId3" Type="http://schemas.openxmlformats.org/officeDocument/2006/relationships/image" Target="../media/image699.png"/><Relationship Id="rId7" Type="http://schemas.openxmlformats.org/officeDocument/2006/relationships/image" Target="../media/image703.png"/><Relationship Id="rId2" Type="http://schemas.openxmlformats.org/officeDocument/2006/relationships/image" Target="../media/image69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2.png"/><Relationship Id="rId11" Type="http://schemas.openxmlformats.org/officeDocument/2006/relationships/image" Target="../media/image707.png"/><Relationship Id="rId5" Type="http://schemas.openxmlformats.org/officeDocument/2006/relationships/image" Target="../media/image701.png"/><Relationship Id="rId10" Type="http://schemas.openxmlformats.org/officeDocument/2006/relationships/image" Target="../media/image706.png"/><Relationship Id="rId4" Type="http://schemas.openxmlformats.org/officeDocument/2006/relationships/image" Target="../media/image700.png"/><Relationship Id="rId9" Type="http://schemas.openxmlformats.org/officeDocument/2006/relationships/image" Target="../media/image705.png"/></Relationships>
</file>

<file path=ppt/slides/_rels/slide77.xml.rels><?xml version="1.0" encoding="UTF-8" standalone="yes"?>
<Relationships xmlns="http://schemas.openxmlformats.org/package/2006/relationships"><Relationship Id="rId18" Type="http://schemas.openxmlformats.org/officeDocument/2006/relationships/image" Target="../media/image724.png"/><Relationship Id="rId8" Type="http://schemas.openxmlformats.org/officeDocument/2006/relationships/image" Target="../media/image714.png"/><Relationship Id="rId13" Type="http://schemas.openxmlformats.org/officeDocument/2006/relationships/image" Target="../media/image719.png"/><Relationship Id="rId26" Type="http://schemas.openxmlformats.org/officeDocument/2006/relationships/image" Target="../media/image732.png"/><Relationship Id="rId3" Type="http://schemas.openxmlformats.org/officeDocument/2006/relationships/image" Target="../media/image709.png"/><Relationship Id="rId21" Type="http://schemas.openxmlformats.org/officeDocument/2006/relationships/image" Target="../media/image727.png"/><Relationship Id="rId7" Type="http://schemas.openxmlformats.org/officeDocument/2006/relationships/image" Target="../media/image713.png"/><Relationship Id="rId12" Type="http://schemas.openxmlformats.org/officeDocument/2006/relationships/image" Target="../media/image718.png"/><Relationship Id="rId17" Type="http://schemas.openxmlformats.org/officeDocument/2006/relationships/image" Target="../media/image723.png"/><Relationship Id="rId25" Type="http://schemas.openxmlformats.org/officeDocument/2006/relationships/image" Target="../media/image731.png"/><Relationship Id="rId2" Type="http://schemas.openxmlformats.org/officeDocument/2006/relationships/image" Target="../media/image708.png"/><Relationship Id="rId16" Type="http://schemas.openxmlformats.org/officeDocument/2006/relationships/image" Target="../media/image722.png"/><Relationship Id="rId20" Type="http://schemas.openxmlformats.org/officeDocument/2006/relationships/image" Target="../media/image7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12.png"/><Relationship Id="rId11" Type="http://schemas.openxmlformats.org/officeDocument/2006/relationships/image" Target="../media/image717.png"/><Relationship Id="rId24" Type="http://schemas.openxmlformats.org/officeDocument/2006/relationships/image" Target="../media/image730.png"/><Relationship Id="rId5" Type="http://schemas.openxmlformats.org/officeDocument/2006/relationships/image" Target="../media/image711.png"/><Relationship Id="rId15" Type="http://schemas.openxmlformats.org/officeDocument/2006/relationships/image" Target="../media/image721.png"/><Relationship Id="rId23" Type="http://schemas.openxmlformats.org/officeDocument/2006/relationships/image" Target="../media/image729.png"/><Relationship Id="rId10" Type="http://schemas.openxmlformats.org/officeDocument/2006/relationships/image" Target="../media/image716.png"/><Relationship Id="rId19" Type="http://schemas.openxmlformats.org/officeDocument/2006/relationships/image" Target="../media/image725.png"/><Relationship Id="rId4" Type="http://schemas.openxmlformats.org/officeDocument/2006/relationships/image" Target="../media/image710.png"/><Relationship Id="rId9" Type="http://schemas.openxmlformats.org/officeDocument/2006/relationships/image" Target="../media/image715.png"/><Relationship Id="rId14" Type="http://schemas.openxmlformats.org/officeDocument/2006/relationships/image" Target="../media/image720.png"/><Relationship Id="rId22" Type="http://schemas.openxmlformats.org/officeDocument/2006/relationships/image" Target="../media/image728.png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8.png"/><Relationship Id="rId13" Type="http://schemas.openxmlformats.org/officeDocument/2006/relationships/image" Target="../media/image743.png"/><Relationship Id="rId3" Type="http://schemas.openxmlformats.org/officeDocument/2006/relationships/image" Target="../media/image733.png"/><Relationship Id="rId7" Type="http://schemas.openxmlformats.org/officeDocument/2006/relationships/image" Target="../media/image737.png"/><Relationship Id="rId12" Type="http://schemas.openxmlformats.org/officeDocument/2006/relationships/image" Target="../media/image742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36.png"/><Relationship Id="rId11" Type="http://schemas.openxmlformats.org/officeDocument/2006/relationships/image" Target="../media/image741.png"/><Relationship Id="rId5" Type="http://schemas.openxmlformats.org/officeDocument/2006/relationships/image" Target="../media/image735.png"/><Relationship Id="rId10" Type="http://schemas.openxmlformats.org/officeDocument/2006/relationships/image" Target="../media/image740.png"/><Relationship Id="rId4" Type="http://schemas.openxmlformats.org/officeDocument/2006/relationships/image" Target="../media/image734.png"/><Relationship Id="rId9" Type="http://schemas.openxmlformats.org/officeDocument/2006/relationships/image" Target="../media/image739.pn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9.png"/><Relationship Id="rId13" Type="http://schemas.openxmlformats.org/officeDocument/2006/relationships/image" Target="../media/image754.png"/><Relationship Id="rId18" Type="http://schemas.openxmlformats.org/officeDocument/2006/relationships/image" Target="../media/image759.png"/><Relationship Id="rId26" Type="http://schemas.openxmlformats.org/officeDocument/2006/relationships/image" Target="../media/image767.png"/><Relationship Id="rId3" Type="http://schemas.openxmlformats.org/officeDocument/2006/relationships/image" Target="../media/image744.png"/><Relationship Id="rId21" Type="http://schemas.openxmlformats.org/officeDocument/2006/relationships/image" Target="../media/image762.png"/><Relationship Id="rId7" Type="http://schemas.openxmlformats.org/officeDocument/2006/relationships/image" Target="../media/image748.png"/><Relationship Id="rId12" Type="http://schemas.openxmlformats.org/officeDocument/2006/relationships/image" Target="../media/image753.png"/><Relationship Id="rId17" Type="http://schemas.openxmlformats.org/officeDocument/2006/relationships/image" Target="../media/image758.png"/><Relationship Id="rId25" Type="http://schemas.openxmlformats.org/officeDocument/2006/relationships/image" Target="../media/image766.png"/><Relationship Id="rId2" Type="http://schemas.openxmlformats.org/officeDocument/2006/relationships/notesSlide" Target="../notesSlides/notesSlide42.xml"/><Relationship Id="rId16" Type="http://schemas.openxmlformats.org/officeDocument/2006/relationships/image" Target="../media/image757.png"/><Relationship Id="rId20" Type="http://schemas.openxmlformats.org/officeDocument/2006/relationships/image" Target="../media/image761.png"/><Relationship Id="rId29" Type="http://schemas.openxmlformats.org/officeDocument/2006/relationships/image" Target="../media/image7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47.png"/><Relationship Id="rId11" Type="http://schemas.openxmlformats.org/officeDocument/2006/relationships/image" Target="../media/image752.png"/><Relationship Id="rId24" Type="http://schemas.openxmlformats.org/officeDocument/2006/relationships/image" Target="../media/image765.png"/><Relationship Id="rId5" Type="http://schemas.openxmlformats.org/officeDocument/2006/relationships/image" Target="../media/image746.png"/><Relationship Id="rId15" Type="http://schemas.openxmlformats.org/officeDocument/2006/relationships/image" Target="../media/image756.png"/><Relationship Id="rId23" Type="http://schemas.openxmlformats.org/officeDocument/2006/relationships/image" Target="../media/image764.png"/><Relationship Id="rId28" Type="http://schemas.openxmlformats.org/officeDocument/2006/relationships/image" Target="../media/image769.png"/><Relationship Id="rId10" Type="http://schemas.openxmlformats.org/officeDocument/2006/relationships/image" Target="../media/image751.png"/><Relationship Id="rId19" Type="http://schemas.openxmlformats.org/officeDocument/2006/relationships/image" Target="../media/image760.png"/><Relationship Id="rId31" Type="http://schemas.openxmlformats.org/officeDocument/2006/relationships/image" Target="../media/image772.png"/><Relationship Id="rId4" Type="http://schemas.openxmlformats.org/officeDocument/2006/relationships/image" Target="../media/image745.png"/><Relationship Id="rId9" Type="http://schemas.openxmlformats.org/officeDocument/2006/relationships/image" Target="../media/image750.png"/><Relationship Id="rId14" Type="http://schemas.openxmlformats.org/officeDocument/2006/relationships/image" Target="../media/image755.png"/><Relationship Id="rId22" Type="http://schemas.openxmlformats.org/officeDocument/2006/relationships/image" Target="../media/image763.png"/><Relationship Id="rId27" Type="http://schemas.openxmlformats.org/officeDocument/2006/relationships/image" Target="../media/image768.png"/><Relationship Id="rId30" Type="http://schemas.openxmlformats.org/officeDocument/2006/relationships/image" Target="../media/image771.pn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8.png"/><Relationship Id="rId13" Type="http://schemas.openxmlformats.org/officeDocument/2006/relationships/image" Target="../media/image783.png"/><Relationship Id="rId3" Type="http://schemas.openxmlformats.org/officeDocument/2006/relationships/image" Target="../media/image773.png"/><Relationship Id="rId7" Type="http://schemas.openxmlformats.org/officeDocument/2006/relationships/image" Target="../media/image777.png"/><Relationship Id="rId12" Type="http://schemas.openxmlformats.org/officeDocument/2006/relationships/image" Target="../media/image782.png"/><Relationship Id="rId17" Type="http://schemas.openxmlformats.org/officeDocument/2006/relationships/image" Target="../media/image691.png"/><Relationship Id="rId2" Type="http://schemas.openxmlformats.org/officeDocument/2006/relationships/notesSlide" Target="../notesSlides/notesSlide43.xml"/><Relationship Id="rId16" Type="http://schemas.openxmlformats.org/officeDocument/2006/relationships/image" Target="../media/image78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6.png"/><Relationship Id="rId11" Type="http://schemas.openxmlformats.org/officeDocument/2006/relationships/image" Target="../media/image781.png"/><Relationship Id="rId5" Type="http://schemas.openxmlformats.org/officeDocument/2006/relationships/image" Target="../media/image775.png"/><Relationship Id="rId15" Type="http://schemas.openxmlformats.org/officeDocument/2006/relationships/image" Target="../media/image785.png"/><Relationship Id="rId10" Type="http://schemas.openxmlformats.org/officeDocument/2006/relationships/image" Target="../media/image780.png"/><Relationship Id="rId4" Type="http://schemas.openxmlformats.org/officeDocument/2006/relationships/image" Target="../media/image774.png"/><Relationship Id="rId9" Type="http://schemas.openxmlformats.org/officeDocument/2006/relationships/image" Target="../media/image779.png"/><Relationship Id="rId14" Type="http://schemas.openxmlformats.org/officeDocument/2006/relationships/image" Target="../media/image784.png"/></Relationships>
</file>

<file path=ppt/slides/_rels/slide8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98.png"/><Relationship Id="rId18" Type="http://schemas.openxmlformats.org/officeDocument/2006/relationships/image" Target="../media/image803.png"/><Relationship Id="rId26" Type="http://schemas.openxmlformats.org/officeDocument/2006/relationships/image" Target="../media/image811.png"/><Relationship Id="rId39" Type="http://schemas.openxmlformats.org/officeDocument/2006/relationships/image" Target="../media/image824.png"/><Relationship Id="rId21" Type="http://schemas.openxmlformats.org/officeDocument/2006/relationships/image" Target="../media/image806.png"/><Relationship Id="rId34" Type="http://schemas.openxmlformats.org/officeDocument/2006/relationships/image" Target="../media/image819.png"/><Relationship Id="rId42" Type="http://schemas.openxmlformats.org/officeDocument/2006/relationships/image" Target="../media/image827.png"/><Relationship Id="rId47" Type="http://schemas.openxmlformats.org/officeDocument/2006/relationships/image" Target="../media/image832.png"/><Relationship Id="rId50" Type="http://schemas.openxmlformats.org/officeDocument/2006/relationships/image" Target="../media/image787.png"/><Relationship Id="rId7" Type="http://schemas.openxmlformats.org/officeDocument/2006/relationships/image" Target="../media/image792.png"/><Relationship Id="rId2" Type="http://schemas.openxmlformats.org/officeDocument/2006/relationships/notesSlide" Target="../notesSlides/notesSlide44.xml"/><Relationship Id="rId16" Type="http://schemas.openxmlformats.org/officeDocument/2006/relationships/image" Target="../media/image801.png"/><Relationship Id="rId29" Type="http://schemas.openxmlformats.org/officeDocument/2006/relationships/image" Target="../media/image814.png"/><Relationship Id="rId11" Type="http://schemas.openxmlformats.org/officeDocument/2006/relationships/image" Target="../media/image796.png"/><Relationship Id="rId24" Type="http://schemas.openxmlformats.org/officeDocument/2006/relationships/image" Target="../media/image809.png"/><Relationship Id="rId32" Type="http://schemas.openxmlformats.org/officeDocument/2006/relationships/image" Target="../media/image817.png"/><Relationship Id="rId37" Type="http://schemas.openxmlformats.org/officeDocument/2006/relationships/image" Target="../media/image822.png"/><Relationship Id="rId40" Type="http://schemas.openxmlformats.org/officeDocument/2006/relationships/image" Target="../media/image825.png"/><Relationship Id="rId45" Type="http://schemas.openxmlformats.org/officeDocument/2006/relationships/image" Target="../media/image830.png"/><Relationship Id="rId5" Type="http://schemas.openxmlformats.org/officeDocument/2006/relationships/image" Target="../media/image790.png"/><Relationship Id="rId15" Type="http://schemas.openxmlformats.org/officeDocument/2006/relationships/image" Target="../media/image800.png"/><Relationship Id="rId23" Type="http://schemas.openxmlformats.org/officeDocument/2006/relationships/image" Target="../media/image808.png"/><Relationship Id="rId28" Type="http://schemas.openxmlformats.org/officeDocument/2006/relationships/image" Target="../media/image813.png"/><Relationship Id="rId36" Type="http://schemas.openxmlformats.org/officeDocument/2006/relationships/image" Target="../media/image821.png"/><Relationship Id="rId49" Type="http://schemas.openxmlformats.org/officeDocument/2006/relationships/image" Target="../media/image834.png"/><Relationship Id="rId10" Type="http://schemas.openxmlformats.org/officeDocument/2006/relationships/image" Target="../media/image795.png"/><Relationship Id="rId19" Type="http://schemas.openxmlformats.org/officeDocument/2006/relationships/image" Target="../media/image804.png"/><Relationship Id="rId31" Type="http://schemas.openxmlformats.org/officeDocument/2006/relationships/image" Target="../media/image816.png"/><Relationship Id="rId44" Type="http://schemas.openxmlformats.org/officeDocument/2006/relationships/image" Target="../media/image829.png"/><Relationship Id="rId4" Type="http://schemas.openxmlformats.org/officeDocument/2006/relationships/image" Target="../media/image789.png"/><Relationship Id="rId9" Type="http://schemas.openxmlformats.org/officeDocument/2006/relationships/image" Target="../media/image794.png"/><Relationship Id="rId14" Type="http://schemas.openxmlformats.org/officeDocument/2006/relationships/image" Target="../media/image799.png"/><Relationship Id="rId22" Type="http://schemas.openxmlformats.org/officeDocument/2006/relationships/image" Target="../media/image807.png"/><Relationship Id="rId27" Type="http://schemas.openxmlformats.org/officeDocument/2006/relationships/image" Target="../media/image812.png"/><Relationship Id="rId30" Type="http://schemas.openxmlformats.org/officeDocument/2006/relationships/image" Target="../media/image815.png"/><Relationship Id="rId35" Type="http://schemas.openxmlformats.org/officeDocument/2006/relationships/image" Target="../media/image820.png"/><Relationship Id="rId43" Type="http://schemas.openxmlformats.org/officeDocument/2006/relationships/image" Target="../media/image828.png"/><Relationship Id="rId48" Type="http://schemas.openxmlformats.org/officeDocument/2006/relationships/image" Target="../media/image833.png"/><Relationship Id="rId8" Type="http://schemas.openxmlformats.org/officeDocument/2006/relationships/image" Target="../media/image793.png"/><Relationship Id="rId51" Type="http://schemas.openxmlformats.org/officeDocument/2006/relationships/image" Target="../media/image836.png"/><Relationship Id="rId3" Type="http://schemas.openxmlformats.org/officeDocument/2006/relationships/image" Target="../media/image788.png"/><Relationship Id="rId12" Type="http://schemas.openxmlformats.org/officeDocument/2006/relationships/image" Target="../media/image797.png"/><Relationship Id="rId17" Type="http://schemas.openxmlformats.org/officeDocument/2006/relationships/image" Target="../media/image802.png"/><Relationship Id="rId25" Type="http://schemas.openxmlformats.org/officeDocument/2006/relationships/image" Target="../media/image810.png"/><Relationship Id="rId33" Type="http://schemas.openxmlformats.org/officeDocument/2006/relationships/image" Target="../media/image818.png"/><Relationship Id="rId38" Type="http://schemas.openxmlformats.org/officeDocument/2006/relationships/image" Target="../media/image823.png"/><Relationship Id="rId46" Type="http://schemas.openxmlformats.org/officeDocument/2006/relationships/image" Target="../media/image831.png"/><Relationship Id="rId20" Type="http://schemas.openxmlformats.org/officeDocument/2006/relationships/image" Target="../media/image805.png"/><Relationship Id="rId41" Type="http://schemas.openxmlformats.org/officeDocument/2006/relationships/image" Target="../media/image8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91.pn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2.png"/><Relationship Id="rId3" Type="http://schemas.openxmlformats.org/officeDocument/2006/relationships/image" Target="../media/image835.png"/><Relationship Id="rId7" Type="http://schemas.openxmlformats.org/officeDocument/2006/relationships/image" Target="../media/image837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1.png"/><Relationship Id="rId11" Type="http://schemas.openxmlformats.org/officeDocument/2006/relationships/image" Target="../media/image845.png"/><Relationship Id="rId5" Type="http://schemas.openxmlformats.org/officeDocument/2006/relationships/image" Target="../media/image839.png"/><Relationship Id="rId10" Type="http://schemas.openxmlformats.org/officeDocument/2006/relationships/image" Target="../media/image843.png"/><Relationship Id="rId4" Type="http://schemas.openxmlformats.org/officeDocument/2006/relationships/image" Target="../media/image838.png"/><Relationship Id="rId9" Type="http://schemas.openxmlformats.org/officeDocument/2006/relationships/image" Target="../media/image844.png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50.png"/><Relationship Id="rId13" Type="http://schemas.openxmlformats.org/officeDocument/2006/relationships/image" Target="../media/image855.png"/><Relationship Id="rId18" Type="http://schemas.openxmlformats.org/officeDocument/2006/relationships/image" Target="../media/image860.png"/><Relationship Id="rId3" Type="http://schemas.openxmlformats.org/officeDocument/2006/relationships/image" Target="../media/image8450.png"/><Relationship Id="rId7" Type="http://schemas.openxmlformats.org/officeDocument/2006/relationships/image" Target="../media/image849.png"/><Relationship Id="rId12" Type="http://schemas.openxmlformats.org/officeDocument/2006/relationships/image" Target="../media/image854.png"/><Relationship Id="rId17" Type="http://schemas.openxmlformats.org/officeDocument/2006/relationships/image" Target="../media/image859.png"/><Relationship Id="rId2" Type="http://schemas.openxmlformats.org/officeDocument/2006/relationships/notesSlide" Target="../notesSlides/notesSlide46.xml"/><Relationship Id="rId16" Type="http://schemas.openxmlformats.org/officeDocument/2006/relationships/image" Target="../media/image858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48.png"/><Relationship Id="rId11" Type="http://schemas.openxmlformats.org/officeDocument/2006/relationships/image" Target="../media/image853.png"/><Relationship Id="rId5" Type="http://schemas.openxmlformats.org/officeDocument/2006/relationships/image" Target="../media/image847.png"/><Relationship Id="rId15" Type="http://schemas.openxmlformats.org/officeDocument/2006/relationships/image" Target="../media/image857.png"/><Relationship Id="rId10" Type="http://schemas.openxmlformats.org/officeDocument/2006/relationships/image" Target="../media/image852.png"/><Relationship Id="rId19" Type="http://schemas.openxmlformats.org/officeDocument/2006/relationships/image" Target="../media/image861.png"/><Relationship Id="rId4" Type="http://schemas.openxmlformats.org/officeDocument/2006/relationships/image" Target="../media/image846.png"/><Relationship Id="rId9" Type="http://schemas.openxmlformats.org/officeDocument/2006/relationships/image" Target="../media/image851.png"/><Relationship Id="rId14" Type="http://schemas.openxmlformats.org/officeDocument/2006/relationships/image" Target="../media/image856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7.png"/><Relationship Id="rId13" Type="http://schemas.openxmlformats.org/officeDocument/2006/relationships/image" Target="../media/image872.png"/><Relationship Id="rId18" Type="http://schemas.openxmlformats.org/officeDocument/2006/relationships/image" Target="../media/image877.png"/><Relationship Id="rId26" Type="http://schemas.openxmlformats.org/officeDocument/2006/relationships/image" Target="../media/image885.png"/><Relationship Id="rId3" Type="http://schemas.openxmlformats.org/officeDocument/2006/relationships/image" Target="../media/image862.png"/><Relationship Id="rId21" Type="http://schemas.openxmlformats.org/officeDocument/2006/relationships/image" Target="../media/image880.png"/><Relationship Id="rId7" Type="http://schemas.openxmlformats.org/officeDocument/2006/relationships/image" Target="../media/image866.png"/><Relationship Id="rId12" Type="http://schemas.openxmlformats.org/officeDocument/2006/relationships/image" Target="../media/image871.png"/><Relationship Id="rId17" Type="http://schemas.openxmlformats.org/officeDocument/2006/relationships/image" Target="../media/image876.png"/><Relationship Id="rId25" Type="http://schemas.openxmlformats.org/officeDocument/2006/relationships/image" Target="../media/image884.png"/><Relationship Id="rId2" Type="http://schemas.openxmlformats.org/officeDocument/2006/relationships/notesSlide" Target="../notesSlides/notesSlide47.xml"/><Relationship Id="rId16" Type="http://schemas.openxmlformats.org/officeDocument/2006/relationships/image" Target="../media/image875.png"/><Relationship Id="rId20" Type="http://schemas.openxmlformats.org/officeDocument/2006/relationships/image" Target="../media/image879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65.png"/><Relationship Id="rId11" Type="http://schemas.openxmlformats.org/officeDocument/2006/relationships/image" Target="../media/image870.png"/><Relationship Id="rId24" Type="http://schemas.openxmlformats.org/officeDocument/2006/relationships/image" Target="../media/image883.png"/><Relationship Id="rId5" Type="http://schemas.openxmlformats.org/officeDocument/2006/relationships/image" Target="../media/image864.png"/><Relationship Id="rId15" Type="http://schemas.openxmlformats.org/officeDocument/2006/relationships/image" Target="../media/image874.png"/><Relationship Id="rId23" Type="http://schemas.openxmlformats.org/officeDocument/2006/relationships/image" Target="../media/image882.png"/><Relationship Id="rId28" Type="http://schemas.openxmlformats.org/officeDocument/2006/relationships/image" Target="../media/image887.png"/><Relationship Id="rId10" Type="http://schemas.openxmlformats.org/officeDocument/2006/relationships/image" Target="../media/image869.png"/><Relationship Id="rId19" Type="http://schemas.openxmlformats.org/officeDocument/2006/relationships/image" Target="../media/image878.png"/><Relationship Id="rId4" Type="http://schemas.openxmlformats.org/officeDocument/2006/relationships/image" Target="../media/image863.png"/><Relationship Id="rId9" Type="http://schemas.openxmlformats.org/officeDocument/2006/relationships/image" Target="../media/image868.png"/><Relationship Id="rId14" Type="http://schemas.openxmlformats.org/officeDocument/2006/relationships/image" Target="../media/image873.png"/><Relationship Id="rId22" Type="http://schemas.openxmlformats.org/officeDocument/2006/relationships/image" Target="../media/image881.png"/><Relationship Id="rId27" Type="http://schemas.openxmlformats.org/officeDocument/2006/relationships/image" Target="../media/image886.pn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3.png"/><Relationship Id="rId13" Type="http://schemas.openxmlformats.org/officeDocument/2006/relationships/image" Target="../media/image898.png"/><Relationship Id="rId18" Type="http://schemas.openxmlformats.org/officeDocument/2006/relationships/image" Target="../media/image903.png"/><Relationship Id="rId3" Type="http://schemas.openxmlformats.org/officeDocument/2006/relationships/image" Target="../media/image888.png"/><Relationship Id="rId21" Type="http://schemas.openxmlformats.org/officeDocument/2006/relationships/image" Target="../media/image906.png"/><Relationship Id="rId7" Type="http://schemas.openxmlformats.org/officeDocument/2006/relationships/image" Target="../media/image892.png"/><Relationship Id="rId12" Type="http://schemas.openxmlformats.org/officeDocument/2006/relationships/image" Target="../media/image897.png"/><Relationship Id="rId17" Type="http://schemas.openxmlformats.org/officeDocument/2006/relationships/image" Target="../media/image902.png"/><Relationship Id="rId2" Type="http://schemas.openxmlformats.org/officeDocument/2006/relationships/notesSlide" Target="../notesSlides/notesSlide48.xml"/><Relationship Id="rId16" Type="http://schemas.openxmlformats.org/officeDocument/2006/relationships/image" Target="../media/image901.png"/><Relationship Id="rId20" Type="http://schemas.openxmlformats.org/officeDocument/2006/relationships/image" Target="../media/image90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91.png"/><Relationship Id="rId11" Type="http://schemas.openxmlformats.org/officeDocument/2006/relationships/image" Target="../media/image896.png"/><Relationship Id="rId5" Type="http://schemas.openxmlformats.org/officeDocument/2006/relationships/image" Target="../media/image890.png"/><Relationship Id="rId15" Type="http://schemas.openxmlformats.org/officeDocument/2006/relationships/image" Target="../media/image900.png"/><Relationship Id="rId23" Type="http://schemas.openxmlformats.org/officeDocument/2006/relationships/image" Target="../media/image908.png"/><Relationship Id="rId10" Type="http://schemas.openxmlformats.org/officeDocument/2006/relationships/image" Target="../media/image895.png"/><Relationship Id="rId19" Type="http://schemas.openxmlformats.org/officeDocument/2006/relationships/image" Target="../media/image904.png"/><Relationship Id="rId4" Type="http://schemas.openxmlformats.org/officeDocument/2006/relationships/image" Target="../media/image889.png"/><Relationship Id="rId9" Type="http://schemas.openxmlformats.org/officeDocument/2006/relationships/image" Target="../media/image894.png"/><Relationship Id="rId14" Type="http://schemas.openxmlformats.org/officeDocument/2006/relationships/image" Target="../media/image899.png"/><Relationship Id="rId22" Type="http://schemas.openxmlformats.org/officeDocument/2006/relationships/image" Target="../media/image907.png"/></Relationships>
</file>

<file path=ppt/slides/_rels/slide8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920.png"/><Relationship Id="rId18" Type="http://schemas.openxmlformats.org/officeDocument/2006/relationships/image" Target="../media/image925.png"/><Relationship Id="rId26" Type="http://schemas.openxmlformats.org/officeDocument/2006/relationships/image" Target="../media/image933.png"/><Relationship Id="rId39" Type="http://schemas.openxmlformats.org/officeDocument/2006/relationships/image" Target="../media/image946.png"/><Relationship Id="rId21" Type="http://schemas.openxmlformats.org/officeDocument/2006/relationships/image" Target="../media/image928.png"/><Relationship Id="rId34" Type="http://schemas.openxmlformats.org/officeDocument/2006/relationships/image" Target="../media/image941.png"/><Relationship Id="rId42" Type="http://schemas.openxmlformats.org/officeDocument/2006/relationships/image" Target="../media/image949.png"/><Relationship Id="rId47" Type="http://schemas.openxmlformats.org/officeDocument/2006/relationships/image" Target="../media/image954.png"/><Relationship Id="rId7" Type="http://schemas.openxmlformats.org/officeDocument/2006/relationships/image" Target="../media/image914.png"/><Relationship Id="rId2" Type="http://schemas.openxmlformats.org/officeDocument/2006/relationships/image" Target="../media/image909.png"/><Relationship Id="rId16" Type="http://schemas.openxmlformats.org/officeDocument/2006/relationships/image" Target="../media/image923.png"/><Relationship Id="rId29" Type="http://schemas.openxmlformats.org/officeDocument/2006/relationships/image" Target="../media/image93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3.png"/><Relationship Id="rId11" Type="http://schemas.openxmlformats.org/officeDocument/2006/relationships/image" Target="../media/image918.png"/><Relationship Id="rId24" Type="http://schemas.openxmlformats.org/officeDocument/2006/relationships/image" Target="../media/image931.png"/><Relationship Id="rId32" Type="http://schemas.openxmlformats.org/officeDocument/2006/relationships/image" Target="../media/image939.png"/><Relationship Id="rId37" Type="http://schemas.openxmlformats.org/officeDocument/2006/relationships/image" Target="../media/image944.png"/><Relationship Id="rId40" Type="http://schemas.openxmlformats.org/officeDocument/2006/relationships/image" Target="../media/image947.png"/><Relationship Id="rId45" Type="http://schemas.openxmlformats.org/officeDocument/2006/relationships/image" Target="../media/image952.png"/><Relationship Id="rId5" Type="http://schemas.openxmlformats.org/officeDocument/2006/relationships/image" Target="../media/image912.png"/><Relationship Id="rId15" Type="http://schemas.openxmlformats.org/officeDocument/2006/relationships/image" Target="../media/image922.png"/><Relationship Id="rId23" Type="http://schemas.openxmlformats.org/officeDocument/2006/relationships/image" Target="../media/image930.png"/><Relationship Id="rId28" Type="http://schemas.openxmlformats.org/officeDocument/2006/relationships/image" Target="../media/image935.png"/><Relationship Id="rId36" Type="http://schemas.openxmlformats.org/officeDocument/2006/relationships/image" Target="../media/image943.png"/><Relationship Id="rId10" Type="http://schemas.openxmlformats.org/officeDocument/2006/relationships/image" Target="../media/image917.png"/><Relationship Id="rId19" Type="http://schemas.openxmlformats.org/officeDocument/2006/relationships/image" Target="../media/image926.png"/><Relationship Id="rId31" Type="http://schemas.openxmlformats.org/officeDocument/2006/relationships/image" Target="../media/image938.png"/><Relationship Id="rId44" Type="http://schemas.openxmlformats.org/officeDocument/2006/relationships/image" Target="../media/image951.png"/><Relationship Id="rId4" Type="http://schemas.openxmlformats.org/officeDocument/2006/relationships/image" Target="../media/image911.png"/><Relationship Id="rId9" Type="http://schemas.openxmlformats.org/officeDocument/2006/relationships/image" Target="../media/image916.png"/><Relationship Id="rId14" Type="http://schemas.openxmlformats.org/officeDocument/2006/relationships/image" Target="../media/image921.png"/><Relationship Id="rId22" Type="http://schemas.openxmlformats.org/officeDocument/2006/relationships/image" Target="../media/image929.png"/><Relationship Id="rId27" Type="http://schemas.openxmlformats.org/officeDocument/2006/relationships/image" Target="../media/image934.png"/><Relationship Id="rId30" Type="http://schemas.openxmlformats.org/officeDocument/2006/relationships/image" Target="../media/image937.png"/><Relationship Id="rId35" Type="http://schemas.openxmlformats.org/officeDocument/2006/relationships/image" Target="../media/image942.png"/><Relationship Id="rId43" Type="http://schemas.openxmlformats.org/officeDocument/2006/relationships/image" Target="../media/image950.png"/><Relationship Id="rId48" Type="http://schemas.openxmlformats.org/officeDocument/2006/relationships/image" Target="../media/image955.png"/><Relationship Id="rId8" Type="http://schemas.openxmlformats.org/officeDocument/2006/relationships/image" Target="../media/image915.png"/><Relationship Id="rId3" Type="http://schemas.openxmlformats.org/officeDocument/2006/relationships/image" Target="../media/image910.png"/><Relationship Id="rId12" Type="http://schemas.openxmlformats.org/officeDocument/2006/relationships/image" Target="../media/image919.png"/><Relationship Id="rId17" Type="http://schemas.openxmlformats.org/officeDocument/2006/relationships/image" Target="../media/image924.png"/><Relationship Id="rId25" Type="http://schemas.openxmlformats.org/officeDocument/2006/relationships/image" Target="../media/image932.png"/><Relationship Id="rId33" Type="http://schemas.openxmlformats.org/officeDocument/2006/relationships/image" Target="../media/image940.png"/><Relationship Id="rId38" Type="http://schemas.openxmlformats.org/officeDocument/2006/relationships/image" Target="../media/image945.png"/><Relationship Id="rId46" Type="http://schemas.openxmlformats.org/officeDocument/2006/relationships/image" Target="../media/image953.png"/><Relationship Id="rId20" Type="http://schemas.openxmlformats.org/officeDocument/2006/relationships/image" Target="../media/image927.png"/><Relationship Id="rId41" Type="http://schemas.openxmlformats.org/officeDocument/2006/relationships/image" Target="../media/image948.png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2.png"/><Relationship Id="rId13" Type="http://schemas.openxmlformats.org/officeDocument/2006/relationships/image" Target="../media/image967.png"/><Relationship Id="rId3" Type="http://schemas.openxmlformats.org/officeDocument/2006/relationships/image" Target="../media/image957.png"/><Relationship Id="rId7" Type="http://schemas.openxmlformats.org/officeDocument/2006/relationships/image" Target="../media/image961.png"/><Relationship Id="rId12" Type="http://schemas.openxmlformats.org/officeDocument/2006/relationships/image" Target="../media/image966.png"/><Relationship Id="rId17" Type="http://schemas.openxmlformats.org/officeDocument/2006/relationships/image" Target="../media/image971.png"/><Relationship Id="rId2" Type="http://schemas.openxmlformats.org/officeDocument/2006/relationships/image" Target="../media/image956.png"/><Relationship Id="rId16" Type="http://schemas.openxmlformats.org/officeDocument/2006/relationships/image" Target="../media/image9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60.png"/><Relationship Id="rId11" Type="http://schemas.openxmlformats.org/officeDocument/2006/relationships/image" Target="../media/image965.png"/><Relationship Id="rId5" Type="http://schemas.openxmlformats.org/officeDocument/2006/relationships/image" Target="../media/image959.png"/><Relationship Id="rId15" Type="http://schemas.openxmlformats.org/officeDocument/2006/relationships/image" Target="../media/image969.png"/><Relationship Id="rId10" Type="http://schemas.openxmlformats.org/officeDocument/2006/relationships/image" Target="../media/image964.png"/><Relationship Id="rId4" Type="http://schemas.openxmlformats.org/officeDocument/2006/relationships/image" Target="../media/image958.png"/><Relationship Id="rId9" Type="http://schemas.openxmlformats.org/officeDocument/2006/relationships/image" Target="../media/image963.png"/><Relationship Id="rId14" Type="http://schemas.openxmlformats.org/officeDocument/2006/relationships/image" Target="../media/image968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2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8.png"/><Relationship Id="rId3" Type="http://schemas.openxmlformats.org/officeDocument/2006/relationships/image" Target="../media/image973.png"/><Relationship Id="rId7" Type="http://schemas.openxmlformats.org/officeDocument/2006/relationships/image" Target="../media/image977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76.png"/><Relationship Id="rId5" Type="http://schemas.openxmlformats.org/officeDocument/2006/relationships/image" Target="../media/image975.png"/><Relationship Id="rId10" Type="http://schemas.openxmlformats.org/officeDocument/2006/relationships/image" Target="../media/image980.png"/><Relationship Id="rId4" Type="http://schemas.openxmlformats.org/officeDocument/2006/relationships/image" Target="../media/image974.png"/><Relationship Id="rId9" Type="http://schemas.openxmlformats.org/officeDocument/2006/relationships/image" Target="../media/image979.pn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6.png"/><Relationship Id="rId13" Type="http://schemas.openxmlformats.org/officeDocument/2006/relationships/image" Target="../media/image991.png"/><Relationship Id="rId18" Type="http://schemas.openxmlformats.org/officeDocument/2006/relationships/image" Target="../media/image996.png"/><Relationship Id="rId3" Type="http://schemas.openxmlformats.org/officeDocument/2006/relationships/image" Target="../media/image981.png"/><Relationship Id="rId7" Type="http://schemas.openxmlformats.org/officeDocument/2006/relationships/image" Target="../media/image985.png"/><Relationship Id="rId12" Type="http://schemas.openxmlformats.org/officeDocument/2006/relationships/image" Target="../media/image990.png"/><Relationship Id="rId17" Type="http://schemas.openxmlformats.org/officeDocument/2006/relationships/image" Target="../media/image995.png"/><Relationship Id="rId2" Type="http://schemas.openxmlformats.org/officeDocument/2006/relationships/notesSlide" Target="../notesSlides/notesSlide51.xml"/><Relationship Id="rId16" Type="http://schemas.openxmlformats.org/officeDocument/2006/relationships/image" Target="../media/image99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84.png"/><Relationship Id="rId11" Type="http://schemas.openxmlformats.org/officeDocument/2006/relationships/image" Target="../media/image989.png"/><Relationship Id="rId5" Type="http://schemas.openxmlformats.org/officeDocument/2006/relationships/image" Target="../media/image983.png"/><Relationship Id="rId15" Type="http://schemas.openxmlformats.org/officeDocument/2006/relationships/image" Target="../media/image993.png"/><Relationship Id="rId10" Type="http://schemas.openxmlformats.org/officeDocument/2006/relationships/image" Target="../media/image988.png"/><Relationship Id="rId4" Type="http://schemas.openxmlformats.org/officeDocument/2006/relationships/image" Target="../media/image982.png"/><Relationship Id="rId9" Type="http://schemas.openxmlformats.org/officeDocument/2006/relationships/image" Target="../media/image987.png"/><Relationship Id="rId14" Type="http://schemas.openxmlformats.org/officeDocument/2006/relationships/image" Target="../media/image992.pn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2.png"/><Relationship Id="rId13" Type="http://schemas.openxmlformats.org/officeDocument/2006/relationships/image" Target="../media/image1007.png"/><Relationship Id="rId18" Type="http://schemas.openxmlformats.org/officeDocument/2006/relationships/image" Target="../media/image1012.png"/><Relationship Id="rId3" Type="http://schemas.openxmlformats.org/officeDocument/2006/relationships/image" Target="../media/image997.png"/><Relationship Id="rId21" Type="http://schemas.openxmlformats.org/officeDocument/2006/relationships/image" Target="../media/image1015.png"/><Relationship Id="rId7" Type="http://schemas.openxmlformats.org/officeDocument/2006/relationships/image" Target="../media/image1001.png"/><Relationship Id="rId12" Type="http://schemas.openxmlformats.org/officeDocument/2006/relationships/image" Target="../media/image1006.png"/><Relationship Id="rId17" Type="http://schemas.openxmlformats.org/officeDocument/2006/relationships/image" Target="../media/image1011.png"/><Relationship Id="rId2" Type="http://schemas.openxmlformats.org/officeDocument/2006/relationships/notesSlide" Target="../notesSlides/notesSlide52.xml"/><Relationship Id="rId16" Type="http://schemas.openxmlformats.org/officeDocument/2006/relationships/image" Target="../media/image1010.png"/><Relationship Id="rId20" Type="http://schemas.openxmlformats.org/officeDocument/2006/relationships/image" Target="../media/image101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0.png"/><Relationship Id="rId11" Type="http://schemas.openxmlformats.org/officeDocument/2006/relationships/image" Target="../media/image1005.png"/><Relationship Id="rId5" Type="http://schemas.openxmlformats.org/officeDocument/2006/relationships/image" Target="../media/image999.png"/><Relationship Id="rId15" Type="http://schemas.openxmlformats.org/officeDocument/2006/relationships/image" Target="../media/image1009.png"/><Relationship Id="rId23" Type="http://schemas.openxmlformats.org/officeDocument/2006/relationships/image" Target="../media/image1017.png"/><Relationship Id="rId10" Type="http://schemas.openxmlformats.org/officeDocument/2006/relationships/image" Target="../media/image1004.png"/><Relationship Id="rId19" Type="http://schemas.openxmlformats.org/officeDocument/2006/relationships/image" Target="../media/image1013.png"/><Relationship Id="rId4" Type="http://schemas.openxmlformats.org/officeDocument/2006/relationships/image" Target="../media/image998.png"/><Relationship Id="rId9" Type="http://schemas.openxmlformats.org/officeDocument/2006/relationships/image" Target="../media/image1003.png"/><Relationship Id="rId14" Type="http://schemas.openxmlformats.org/officeDocument/2006/relationships/image" Target="../media/image1008.png"/><Relationship Id="rId22" Type="http://schemas.openxmlformats.org/officeDocument/2006/relationships/image" Target="../media/image1016.png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2.png"/><Relationship Id="rId13" Type="http://schemas.openxmlformats.org/officeDocument/2006/relationships/image" Target="../media/image1018.png"/><Relationship Id="rId18" Type="http://schemas.openxmlformats.org/officeDocument/2006/relationships/image" Target="../media/image1023.png"/><Relationship Id="rId3" Type="http://schemas.openxmlformats.org/officeDocument/2006/relationships/image" Target="../media/image997.png"/><Relationship Id="rId7" Type="http://schemas.openxmlformats.org/officeDocument/2006/relationships/image" Target="../media/image1001.png"/><Relationship Id="rId12" Type="http://schemas.openxmlformats.org/officeDocument/2006/relationships/image" Target="../media/image1013.png"/><Relationship Id="rId17" Type="http://schemas.openxmlformats.org/officeDocument/2006/relationships/image" Target="../media/image1022.png"/><Relationship Id="rId2" Type="http://schemas.openxmlformats.org/officeDocument/2006/relationships/notesSlide" Target="../notesSlides/notesSlide53.xml"/><Relationship Id="rId16" Type="http://schemas.openxmlformats.org/officeDocument/2006/relationships/image" Target="../media/image102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00.png"/><Relationship Id="rId11" Type="http://schemas.openxmlformats.org/officeDocument/2006/relationships/image" Target="../media/image1006.png"/><Relationship Id="rId5" Type="http://schemas.openxmlformats.org/officeDocument/2006/relationships/image" Target="../media/image999.png"/><Relationship Id="rId15" Type="http://schemas.openxmlformats.org/officeDocument/2006/relationships/image" Target="../media/image1020.png"/><Relationship Id="rId10" Type="http://schemas.openxmlformats.org/officeDocument/2006/relationships/image" Target="../media/image1004.png"/><Relationship Id="rId19" Type="http://schemas.openxmlformats.org/officeDocument/2006/relationships/image" Target="../media/image1024.png"/><Relationship Id="rId4" Type="http://schemas.openxmlformats.org/officeDocument/2006/relationships/image" Target="../media/image998.png"/><Relationship Id="rId9" Type="http://schemas.openxmlformats.org/officeDocument/2006/relationships/image" Target="../media/image1003.png"/><Relationship Id="rId14" Type="http://schemas.openxmlformats.org/officeDocument/2006/relationships/image" Target="../media/image1019.png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0.png"/><Relationship Id="rId13" Type="http://schemas.openxmlformats.org/officeDocument/2006/relationships/image" Target="../media/image1035.png"/><Relationship Id="rId18" Type="http://schemas.openxmlformats.org/officeDocument/2006/relationships/image" Target="../media/image1040.png"/><Relationship Id="rId3" Type="http://schemas.openxmlformats.org/officeDocument/2006/relationships/image" Target="../media/image1025.png"/><Relationship Id="rId7" Type="http://schemas.openxmlformats.org/officeDocument/2006/relationships/image" Target="../media/image1029.png"/><Relationship Id="rId12" Type="http://schemas.openxmlformats.org/officeDocument/2006/relationships/image" Target="../media/image1034.png"/><Relationship Id="rId17" Type="http://schemas.openxmlformats.org/officeDocument/2006/relationships/image" Target="../media/image1039.png"/><Relationship Id="rId2" Type="http://schemas.openxmlformats.org/officeDocument/2006/relationships/notesSlide" Target="../notesSlides/notesSlide54.xml"/><Relationship Id="rId16" Type="http://schemas.openxmlformats.org/officeDocument/2006/relationships/image" Target="../media/image1038.png"/><Relationship Id="rId20" Type="http://schemas.openxmlformats.org/officeDocument/2006/relationships/image" Target="../media/image104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28.png"/><Relationship Id="rId11" Type="http://schemas.openxmlformats.org/officeDocument/2006/relationships/image" Target="../media/image1033.png"/><Relationship Id="rId5" Type="http://schemas.openxmlformats.org/officeDocument/2006/relationships/image" Target="../media/image1027.png"/><Relationship Id="rId15" Type="http://schemas.openxmlformats.org/officeDocument/2006/relationships/image" Target="../media/image1037.png"/><Relationship Id="rId10" Type="http://schemas.openxmlformats.org/officeDocument/2006/relationships/image" Target="../media/image1032.png"/><Relationship Id="rId19" Type="http://schemas.openxmlformats.org/officeDocument/2006/relationships/image" Target="../media/image1041.png"/><Relationship Id="rId4" Type="http://schemas.openxmlformats.org/officeDocument/2006/relationships/image" Target="../media/image1026.png"/><Relationship Id="rId9" Type="http://schemas.openxmlformats.org/officeDocument/2006/relationships/image" Target="../media/image1031.png"/><Relationship Id="rId14" Type="http://schemas.openxmlformats.org/officeDocument/2006/relationships/image" Target="../media/image1036.png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8.png"/><Relationship Id="rId13" Type="http://schemas.openxmlformats.org/officeDocument/2006/relationships/image" Target="../media/image1053.png"/><Relationship Id="rId18" Type="http://schemas.openxmlformats.org/officeDocument/2006/relationships/image" Target="../media/image1058.png"/><Relationship Id="rId26" Type="http://schemas.openxmlformats.org/officeDocument/2006/relationships/image" Target="../media/image1066.png"/><Relationship Id="rId3" Type="http://schemas.openxmlformats.org/officeDocument/2006/relationships/image" Target="../media/image1043.png"/><Relationship Id="rId21" Type="http://schemas.openxmlformats.org/officeDocument/2006/relationships/image" Target="../media/image1061.png"/><Relationship Id="rId7" Type="http://schemas.openxmlformats.org/officeDocument/2006/relationships/image" Target="../media/image1047.png"/><Relationship Id="rId12" Type="http://schemas.openxmlformats.org/officeDocument/2006/relationships/image" Target="../media/image1052.png"/><Relationship Id="rId17" Type="http://schemas.openxmlformats.org/officeDocument/2006/relationships/image" Target="../media/image1057.png"/><Relationship Id="rId25" Type="http://schemas.openxmlformats.org/officeDocument/2006/relationships/image" Target="../media/image1065.png"/><Relationship Id="rId2" Type="http://schemas.openxmlformats.org/officeDocument/2006/relationships/notesSlide" Target="../notesSlides/notesSlide55.xml"/><Relationship Id="rId16" Type="http://schemas.openxmlformats.org/officeDocument/2006/relationships/image" Target="../media/image1056.png"/><Relationship Id="rId20" Type="http://schemas.openxmlformats.org/officeDocument/2006/relationships/image" Target="../media/image1060.png"/><Relationship Id="rId29" Type="http://schemas.openxmlformats.org/officeDocument/2006/relationships/image" Target="../media/image1069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46.png"/><Relationship Id="rId11" Type="http://schemas.openxmlformats.org/officeDocument/2006/relationships/image" Target="../media/image1051.png"/><Relationship Id="rId24" Type="http://schemas.openxmlformats.org/officeDocument/2006/relationships/image" Target="../media/image1064.png"/><Relationship Id="rId32" Type="http://schemas.openxmlformats.org/officeDocument/2006/relationships/image" Target="../media/image1072.png"/><Relationship Id="rId5" Type="http://schemas.openxmlformats.org/officeDocument/2006/relationships/image" Target="../media/image1045.png"/><Relationship Id="rId15" Type="http://schemas.openxmlformats.org/officeDocument/2006/relationships/image" Target="../media/image1055.png"/><Relationship Id="rId23" Type="http://schemas.openxmlformats.org/officeDocument/2006/relationships/image" Target="../media/image1063.png"/><Relationship Id="rId28" Type="http://schemas.openxmlformats.org/officeDocument/2006/relationships/image" Target="../media/image1068.png"/><Relationship Id="rId10" Type="http://schemas.openxmlformats.org/officeDocument/2006/relationships/image" Target="../media/image1050.png"/><Relationship Id="rId19" Type="http://schemas.openxmlformats.org/officeDocument/2006/relationships/image" Target="../media/image1059.png"/><Relationship Id="rId31" Type="http://schemas.openxmlformats.org/officeDocument/2006/relationships/image" Target="../media/image1071.png"/><Relationship Id="rId4" Type="http://schemas.openxmlformats.org/officeDocument/2006/relationships/image" Target="../media/image1044.png"/><Relationship Id="rId9" Type="http://schemas.openxmlformats.org/officeDocument/2006/relationships/image" Target="../media/image1049.png"/><Relationship Id="rId14" Type="http://schemas.openxmlformats.org/officeDocument/2006/relationships/image" Target="../media/image1054.png"/><Relationship Id="rId22" Type="http://schemas.openxmlformats.org/officeDocument/2006/relationships/image" Target="../media/image1062.png"/><Relationship Id="rId27" Type="http://schemas.openxmlformats.org/officeDocument/2006/relationships/image" Target="../media/image1067.png"/><Relationship Id="rId30" Type="http://schemas.openxmlformats.org/officeDocument/2006/relationships/image" Target="../media/image1070.png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8.png"/><Relationship Id="rId3" Type="http://schemas.openxmlformats.org/officeDocument/2006/relationships/image" Target="../media/image1073.png"/><Relationship Id="rId7" Type="http://schemas.openxmlformats.org/officeDocument/2006/relationships/image" Target="../media/image1077.png"/><Relationship Id="rId12" Type="http://schemas.openxmlformats.org/officeDocument/2006/relationships/image" Target="../media/image1082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76.png"/><Relationship Id="rId11" Type="http://schemas.openxmlformats.org/officeDocument/2006/relationships/image" Target="../media/image1081.png"/><Relationship Id="rId5" Type="http://schemas.openxmlformats.org/officeDocument/2006/relationships/image" Target="../media/image1075.png"/><Relationship Id="rId10" Type="http://schemas.openxmlformats.org/officeDocument/2006/relationships/image" Target="../media/image1080.png"/><Relationship Id="rId4" Type="http://schemas.openxmlformats.org/officeDocument/2006/relationships/image" Target="../media/image1074.png"/><Relationship Id="rId9" Type="http://schemas.openxmlformats.org/officeDocument/2006/relationships/image" Target="../media/image1079.png"/></Relationships>
</file>

<file path=ppt/slides/_rels/slide9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93.png"/><Relationship Id="rId18" Type="http://schemas.openxmlformats.org/officeDocument/2006/relationships/image" Target="../media/image1098.png"/><Relationship Id="rId26" Type="http://schemas.openxmlformats.org/officeDocument/2006/relationships/image" Target="../media/image1106.png"/><Relationship Id="rId39" Type="http://schemas.openxmlformats.org/officeDocument/2006/relationships/image" Target="../media/image1119.png"/><Relationship Id="rId21" Type="http://schemas.openxmlformats.org/officeDocument/2006/relationships/image" Target="../media/image1101.png"/><Relationship Id="rId34" Type="http://schemas.openxmlformats.org/officeDocument/2006/relationships/image" Target="../media/image1114.png"/><Relationship Id="rId7" Type="http://schemas.openxmlformats.org/officeDocument/2006/relationships/image" Target="../media/image1087.png"/><Relationship Id="rId2" Type="http://schemas.openxmlformats.org/officeDocument/2006/relationships/notesSlide" Target="../notesSlides/notesSlide57.xml"/><Relationship Id="rId16" Type="http://schemas.openxmlformats.org/officeDocument/2006/relationships/image" Target="../media/image1096.png"/><Relationship Id="rId20" Type="http://schemas.openxmlformats.org/officeDocument/2006/relationships/image" Target="../media/image1100.png"/><Relationship Id="rId29" Type="http://schemas.openxmlformats.org/officeDocument/2006/relationships/image" Target="../media/image1109.png"/><Relationship Id="rId41" Type="http://schemas.openxmlformats.org/officeDocument/2006/relationships/image" Target="../media/image112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86.png"/><Relationship Id="rId11" Type="http://schemas.openxmlformats.org/officeDocument/2006/relationships/image" Target="../media/image1091.png"/><Relationship Id="rId24" Type="http://schemas.openxmlformats.org/officeDocument/2006/relationships/image" Target="../media/image1104.png"/><Relationship Id="rId32" Type="http://schemas.openxmlformats.org/officeDocument/2006/relationships/image" Target="../media/image1112.png"/><Relationship Id="rId37" Type="http://schemas.openxmlformats.org/officeDocument/2006/relationships/image" Target="../media/image1117.png"/><Relationship Id="rId40" Type="http://schemas.openxmlformats.org/officeDocument/2006/relationships/image" Target="../media/image1120.png"/><Relationship Id="rId5" Type="http://schemas.openxmlformats.org/officeDocument/2006/relationships/image" Target="../media/image1085.png"/><Relationship Id="rId15" Type="http://schemas.openxmlformats.org/officeDocument/2006/relationships/image" Target="../media/image1095.png"/><Relationship Id="rId23" Type="http://schemas.openxmlformats.org/officeDocument/2006/relationships/image" Target="../media/image1103.png"/><Relationship Id="rId28" Type="http://schemas.openxmlformats.org/officeDocument/2006/relationships/image" Target="../media/image1108.png"/><Relationship Id="rId36" Type="http://schemas.openxmlformats.org/officeDocument/2006/relationships/image" Target="../media/image1116.png"/><Relationship Id="rId10" Type="http://schemas.openxmlformats.org/officeDocument/2006/relationships/image" Target="../media/image1090.png"/><Relationship Id="rId19" Type="http://schemas.openxmlformats.org/officeDocument/2006/relationships/image" Target="../media/image1099.png"/><Relationship Id="rId31" Type="http://schemas.openxmlformats.org/officeDocument/2006/relationships/image" Target="../media/image1111.png"/><Relationship Id="rId4" Type="http://schemas.openxmlformats.org/officeDocument/2006/relationships/image" Target="../media/image1084.png"/><Relationship Id="rId9" Type="http://schemas.openxmlformats.org/officeDocument/2006/relationships/image" Target="../media/image1089.png"/><Relationship Id="rId14" Type="http://schemas.openxmlformats.org/officeDocument/2006/relationships/image" Target="../media/image1094.png"/><Relationship Id="rId22" Type="http://schemas.openxmlformats.org/officeDocument/2006/relationships/image" Target="../media/image1102.png"/><Relationship Id="rId27" Type="http://schemas.openxmlformats.org/officeDocument/2006/relationships/image" Target="../media/image1107.png"/><Relationship Id="rId30" Type="http://schemas.openxmlformats.org/officeDocument/2006/relationships/image" Target="../media/image1110.png"/><Relationship Id="rId35" Type="http://schemas.openxmlformats.org/officeDocument/2006/relationships/image" Target="../media/image1115.png"/><Relationship Id="rId8" Type="http://schemas.openxmlformats.org/officeDocument/2006/relationships/image" Target="../media/image1088.png"/><Relationship Id="rId3" Type="http://schemas.openxmlformats.org/officeDocument/2006/relationships/image" Target="../media/image1083.png"/><Relationship Id="rId12" Type="http://schemas.openxmlformats.org/officeDocument/2006/relationships/image" Target="../media/image1092.png"/><Relationship Id="rId17" Type="http://schemas.openxmlformats.org/officeDocument/2006/relationships/image" Target="../media/image1097.png"/><Relationship Id="rId25" Type="http://schemas.openxmlformats.org/officeDocument/2006/relationships/image" Target="../media/image1105.png"/><Relationship Id="rId33" Type="http://schemas.openxmlformats.org/officeDocument/2006/relationships/image" Target="../media/image1113.png"/><Relationship Id="rId38" Type="http://schemas.openxmlformats.org/officeDocument/2006/relationships/image" Target="../media/image1118.png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6.png"/><Relationship Id="rId13" Type="http://schemas.openxmlformats.org/officeDocument/2006/relationships/image" Target="../media/image1089.png"/><Relationship Id="rId18" Type="http://schemas.openxmlformats.org/officeDocument/2006/relationships/image" Target="../media/image1094.png"/><Relationship Id="rId26" Type="http://schemas.openxmlformats.org/officeDocument/2006/relationships/image" Target="../media/image1133.png"/><Relationship Id="rId3" Type="http://schemas.openxmlformats.org/officeDocument/2006/relationships/image" Target="../media/image1084.png"/><Relationship Id="rId21" Type="http://schemas.openxmlformats.org/officeDocument/2006/relationships/image" Target="../media/image1128.png"/><Relationship Id="rId7" Type="http://schemas.openxmlformats.org/officeDocument/2006/relationships/image" Target="../media/image1125.png"/><Relationship Id="rId12" Type="http://schemas.openxmlformats.org/officeDocument/2006/relationships/image" Target="../media/image1088.png"/><Relationship Id="rId17" Type="http://schemas.openxmlformats.org/officeDocument/2006/relationships/image" Target="../media/image1093.png"/><Relationship Id="rId25" Type="http://schemas.openxmlformats.org/officeDocument/2006/relationships/image" Target="../media/image1132.png"/><Relationship Id="rId2" Type="http://schemas.openxmlformats.org/officeDocument/2006/relationships/notesSlide" Target="../notesSlides/notesSlide58.xml"/><Relationship Id="rId16" Type="http://schemas.openxmlformats.org/officeDocument/2006/relationships/image" Target="../media/image1092.png"/><Relationship Id="rId20" Type="http://schemas.openxmlformats.org/officeDocument/2006/relationships/image" Target="../media/image1127.png"/><Relationship Id="rId29" Type="http://schemas.openxmlformats.org/officeDocument/2006/relationships/image" Target="../media/image113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24.png"/><Relationship Id="rId11" Type="http://schemas.openxmlformats.org/officeDocument/2006/relationships/image" Target="../media/image1087.png"/><Relationship Id="rId24" Type="http://schemas.openxmlformats.org/officeDocument/2006/relationships/image" Target="../media/image1131.png"/><Relationship Id="rId5" Type="http://schemas.openxmlformats.org/officeDocument/2006/relationships/image" Target="../media/image1123.png"/><Relationship Id="rId15" Type="http://schemas.openxmlformats.org/officeDocument/2006/relationships/image" Target="../media/image1091.png"/><Relationship Id="rId23" Type="http://schemas.openxmlformats.org/officeDocument/2006/relationships/image" Target="../media/image1130.png"/><Relationship Id="rId28" Type="http://schemas.openxmlformats.org/officeDocument/2006/relationships/image" Target="../media/image1135.png"/><Relationship Id="rId10" Type="http://schemas.openxmlformats.org/officeDocument/2006/relationships/image" Target="../media/image1086.png"/><Relationship Id="rId19" Type="http://schemas.openxmlformats.org/officeDocument/2006/relationships/image" Target="../media/image1112.png"/><Relationship Id="rId4" Type="http://schemas.openxmlformats.org/officeDocument/2006/relationships/image" Target="../media/image1122.png"/><Relationship Id="rId9" Type="http://schemas.openxmlformats.org/officeDocument/2006/relationships/image" Target="../media/image1085.png"/><Relationship Id="rId14" Type="http://schemas.openxmlformats.org/officeDocument/2006/relationships/image" Target="../media/image1090.png"/><Relationship Id="rId22" Type="http://schemas.openxmlformats.org/officeDocument/2006/relationships/image" Target="../media/image1129.png"/><Relationship Id="rId27" Type="http://schemas.openxmlformats.org/officeDocument/2006/relationships/image" Target="../media/image1134.png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1.png"/><Relationship Id="rId13" Type="http://schemas.openxmlformats.org/officeDocument/2006/relationships/image" Target="../media/image1146.png"/><Relationship Id="rId18" Type="http://schemas.openxmlformats.org/officeDocument/2006/relationships/image" Target="../media/image1151.png"/><Relationship Id="rId26" Type="http://schemas.openxmlformats.org/officeDocument/2006/relationships/image" Target="../media/image1091.png"/><Relationship Id="rId3" Type="http://schemas.openxmlformats.org/officeDocument/2006/relationships/image" Target="../media/image1084.png"/><Relationship Id="rId21" Type="http://schemas.openxmlformats.org/officeDocument/2006/relationships/image" Target="../media/image1086.png"/><Relationship Id="rId7" Type="http://schemas.openxmlformats.org/officeDocument/2006/relationships/image" Target="../media/image1140.png"/><Relationship Id="rId12" Type="http://schemas.openxmlformats.org/officeDocument/2006/relationships/image" Target="../media/image1145.png"/><Relationship Id="rId17" Type="http://schemas.openxmlformats.org/officeDocument/2006/relationships/image" Target="../media/image1150.png"/><Relationship Id="rId25" Type="http://schemas.openxmlformats.org/officeDocument/2006/relationships/image" Target="../media/image1090.png"/><Relationship Id="rId2" Type="http://schemas.openxmlformats.org/officeDocument/2006/relationships/notesSlide" Target="../notesSlides/notesSlide59.xml"/><Relationship Id="rId16" Type="http://schemas.openxmlformats.org/officeDocument/2006/relationships/image" Target="../media/image1149.png"/><Relationship Id="rId20" Type="http://schemas.openxmlformats.org/officeDocument/2006/relationships/image" Target="../media/image1085.png"/><Relationship Id="rId29" Type="http://schemas.openxmlformats.org/officeDocument/2006/relationships/image" Target="../media/image109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39.png"/><Relationship Id="rId11" Type="http://schemas.openxmlformats.org/officeDocument/2006/relationships/image" Target="../media/image1144.png"/><Relationship Id="rId24" Type="http://schemas.openxmlformats.org/officeDocument/2006/relationships/image" Target="../media/image1089.png"/><Relationship Id="rId32" Type="http://schemas.openxmlformats.org/officeDocument/2006/relationships/image" Target="../media/image1154.png"/><Relationship Id="rId5" Type="http://schemas.openxmlformats.org/officeDocument/2006/relationships/image" Target="../media/image1138.png"/><Relationship Id="rId15" Type="http://schemas.openxmlformats.org/officeDocument/2006/relationships/image" Target="../media/image1148.png"/><Relationship Id="rId23" Type="http://schemas.openxmlformats.org/officeDocument/2006/relationships/image" Target="../media/image1088.png"/><Relationship Id="rId28" Type="http://schemas.openxmlformats.org/officeDocument/2006/relationships/image" Target="../media/image1093.png"/><Relationship Id="rId10" Type="http://schemas.openxmlformats.org/officeDocument/2006/relationships/image" Target="../media/image1143.png"/><Relationship Id="rId19" Type="http://schemas.openxmlformats.org/officeDocument/2006/relationships/image" Target="../media/image1152.png"/><Relationship Id="rId31" Type="http://schemas.openxmlformats.org/officeDocument/2006/relationships/image" Target="../media/image1153.png"/><Relationship Id="rId4" Type="http://schemas.openxmlformats.org/officeDocument/2006/relationships/image" Target="../media/image1137.png"/><Relationship Id="rId9" Type="http://schemas.openxmlformats.org/officeDocument/2006/relationships/image" Target="../media/image1142.png"/><Relationship Id="rId14" Type="http://schemas.openxmlformats.org/officeDocument/2006/relationships/image" Target="../media/image1147.png"/><Relationship Id="rId22" Type="http://schemas.openxmlformats.org/officeDocument/2006/relationships/image" Target="../media/image1087.png"/><Relationship Id="rId27" Type="http://schemas.openxmlformats.org/officeDocument/2006/relationships/image" Target="../media/image1092.png"/><Relationship Id="rId30" Type="http://schemas.openxmlformats.org/officeDocument/2006/relationships/image" Target="../media/image1112.png"/></Relationships>
</file>

<file path=ppt/slides/_rels/slide9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65.png"/><Relationship Id="rId18" Type="http://schemas.openxmlformats.org/officeDocument/2006/relationships/image" Target="../media/image1170.png"/><Relationship Id="rId26" Type="http://schemas.openxmlformats.org/officeDocument/2006/relationships/image" Target="../media/image1090.png"/><Relationship Id="rId3" Type="http://schemas.openxmlformats.org/officeDocument/2006/relationships/image" Target="../media/image1155.png"/><Relationship Id="rId21" Type="http://schemas.openxmlformats.org/officeDocument/2006/relationships/image" Target="../media/image1085.png"/><Relationship Id="rId7" Type="http://schemas.openxmlformats.org/officeDocument/2006/relationships/image" Target="../media/image1159.png"/><Relationship Id="rId12" Type="http://schemas.openxmlformats.org/officeDocument/2006/relationships/image" Target="../media/image1164.png"/><Relationship Id="rId17" Type="http://schemas.openxmlformats.org/officeDocument/2006/relationships/image" Target="../media/image1169.png"/><Relationship Id="rId25" Type="http://schemas.openxmlformats.org/officeDocument/2006/relationships/image" Target="../media/image1089.png"/><Relationship Id="rId33" Type="http://schemas.openxmlformats.org/officeDocument/2006/relationships/image" Target="../media/image1173.png"/><Relationship Id="rId2" Type="http://schemas.openxmlformats.org/officeDocument/2006/relationships/notesSlide" Target="../notesSlides/notesSlide60.xml"/><Relationship Id="rId16" Type="http://schemas.openxmlformats.org/officeDocument/2006/relationships/image" Target="../media/image1168.png"/><Relationship Id="rId20" Type="http://schemas.openxmlformats.org/officeDocument/2006/relationships/image" Target="../media/image1084.png"/><Relationship Id="rId29" Type="http://schemas.openxmlformats.org/officeDocument/2006/relationships/image" Target="../media/image109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8.png"/><Relationship Id="rId11" Type="http://schemas.openxmlformats.org/officeDocument/2006/relationships/image" Target="../media/image1163.png"/><Relationship Id="rId24" Type="http://schemas.openxmlformats.org/officeDocument/2006/relationships/image" Target="../media/image1088.png"/><Relationship Id="rId32" Type="http://schemas.openxmlformats.org/officeDocument/2006/relationships/image" Target="../media/image1172.png"/><Relationship Id="rId5" Type="http://schemas.openxmlformats.org/officeDocument/2006/relationships/image" Target="../media/image1157.png"/><Relationship Id="rId15" Type="http://schemas.openxmlformats.org/officeDocument/2006/relationships/image" Target="../media/image1167.png"/><Relationship Id="rId23" Type="http://schemas.openxmlformats.org/officeDocument/2006/relationships/image" Target="../media/image1087.png"/><Relationship Id="rId28" Type="http://schemas.openxmlformats.org/officeDocument/2006/relationships/image" Target="../media/image1092.png"/><Relationship Id="rId10" Type="http://schemas.openxmlformats.org/officeDocument/2006/relationships/image" Target="../media/image1162.png"/><Relationship Id="rId19" Type="http://schemas.openxmlformats.org/officeDocument/2006/relationships/image" Target="../media/image1171.png"/><Relationship Id="rId31" Type="http://schemas.openxmlformats.org/officeDocument/2006/relationships/image" Target="../media/image1112.png"/><Relationship Id="rId4" Type="http://schemas.openxmlformats.org/officeDocument/2006/relationships/image" Target="../media/image1156.png"/><Relationship Id="rId9" Type="http://schemas.openxmlformats.org/officeDocument/2006/relationships/image" Target="../media/image1161.png"/><Relationship Id="rId14" Type="http://schemas.openxmlformats.org/officeDocument/2006/relationships/image" Target="../media/image1166.png"/><Relationship Id="rId22" Type="http://schemas.openxmlformats.org/officeDocument/2006/relationships/image" Target="../media/image1086.png"/><Relationship Id="rId27" Type="http://schemas.openxmlformats.org/officeDocument/2006/relationships/image" Target="../media/image1091.png"/><Relationship Id="rId30" Type="http://schemas.openxmlformats.org/officeDocument/2006/relationships/image" Target="../media/image1094.png"/><Relationship Id="rId8" Type="http://schemas.openxmlformats.org/officeDocument/2006/relationships/image" Target="../media/image1160.png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9.png"/><Relationship Id="rId3" Type="http://schemas.openxmlformats.org/officeDocument/2006/relationships/image" Target="../media/image1174.png"/><Relationship Id="rId7" Type="http://schemas.openxmlformats.org/officeDocument/2006/relationships/image" Target="../media/image1178.png"/><Relationship Id="rId12" Type="http://schemas.openxmlformats.org/officeDocument/2006/relationships/image" Target="../media/image1183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77.png"/><Relationship Id="rId11" Type="http://schemas.openxmlformats.org/officeDocument/2006/relationships/image" Target="../media/image1182.png"/><Relationship Id="rId5" Type="http://schemas.openxmlformats.org/officeDocument/2006/relationships/image" Target="../media/image1176.png"/><Relationship Id="rId10" Type="http://schemas.openxmlformats.org/officeDocument/2006/relationships/image" Target="../media/image1181.png"/><Relationship Id="rId4" Type="http://schemas.openxmlformats.org/officeDocument/2006/relationships/image" Target="../media/image1175.png"/><Relationship Id="rId9" Type="http://schemas.openxmlformats.org/officeDocument/2006/relationships/image" Target="../media/image1180.png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9.png"/><Relationship Id="rId13" Type="http://schemas.openxmlformats.org/officeDocument/2006/relationships/image" Target="../media/image1194.png"/><Relationship Id="rId18" Type="http://schemas.openxmlformats.org/officeDocument/2006/relationships/image" Target="../media/image1199.png"/><Relationship Id="rId26" Type="http://schemas.openxmlformats.org/officeDocument/2006/relationships/image" Target="../media/image1207.png"/><Relationship Id="rId3" Type="http://schemas.openxmlformats.org/officeDocument/2006/relationships/image" Target="../media/image1184.png"/><Relationship Id="rId21" Type="http://schemas.openxmlformats.org/officeDocument/2006/relationships/image" Target="../media/image1202.png"/><Relationship Id="rId7" Type="http://schemas.openxmlformats.org/officeDocument/2006/relationships/image" Target="../media/image1188.png"/><Relationship Id="rId12" Type="http://schemas.openxmlformats.org/officeDocument/2006/relationships/image" Target="../media/image1193.png"/><Relationship Id="rId17" Type="http://schemas.openxmlformats.org/officeDocument/2006/relationships/image" Target="../media/image1198.png"/><Relationship Id="rId25" Type="http://schemas.openxmlformats.org/officeDocument/2006/relationships/image" Target="../media/image1206.png"/><Relationship Id="rId2" Type="http://schemas.openxmlformats.org/officeDocument/2006/relationships/notesSlide" Target="../notesSlides/notesSlide62.xml"/><Relationship Id="rId16" Type="http://schemas.openxmlformats.org/officeDocument/2006/relationships/image" Target="../media/image1197.png"/><Relationship Id="rId20" Type="http://schemas.openxmlformats.org/officeDocument/2006/relationships/image" Target="../media/image1201.png"/><Relationship Id="rId29" Type="http://schemas.openxmlformats.org/officeDocument/2006/relationships/image" Target="../media/image12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87.png"/><Relationship Id="rId11" Type="http://schemas.openxmlformats.org/officeDocument/2006/relationships/image" Target="../media/image1192.png"/><Relationship Id="rId24" Type="http://schemas.openxmlformats.org/officeDocument/2006/relationships/image" Target="../media/image1205.png"/><Relationship Id="rId32" Type="http://schemas.openxmlformats.org/officeDocument/2006/relationships/image" Target="../media/image1213.png"/><Relationship Id="rId5" Type="http://schemas.openxmlformats.org/officeDocument/2006/relationships/image" Target="../media/image1186.png"/><Relationship Id="rId15" Type="http://schemas.openxmlformats.org/officeDocument/2006/relationships/image" Target="../media/image1196.png"/><Relationship Id="rId23" Type="http://schemas.openxmlformats.org/officeDocument/2006/relationships/image" Target="../media/image1204.png"/><Relationship Id="rId28" Type="http://schemas.openxmlformats.org/officeDocument/2006/relationships/image" Target="../media/image1209.png"/><Relationship Id="rId10" Type="http://schemas.openxmlformats.org/officeDocument/2006/relationships/image" Target="../media/image1191.png"/><Relationship Id="rId19" Type="http://schemas.openxmlformats.org/officeDocument/2006/relationships/image" Target="../media/image1200.png"/><Relationship Id="rId31" Type="http://schemas.openxmlformats.org/officeDocument/2006/relationships/image" Target="../media/image1212.png"/><Relationship Id="rId4" Type="http://schemas.openxmlformats.org/officeDocument/2006/relationships/image" Target="../media/image1185.png"/><Relationship Id="rId9" Type="http://schemas.openxmlformats.org/officeDocument/2006/relationships/image" Target="../media/image1190.png"/><Relationship Id="rId14" Type="http://schemas.openxmlformats.org/officeDocument/2006/relationships/image" Target="../media/image1195.png"/><Relationship Id="rId22" Type="http://schemas.openxmlformats.org/officeDocument/2006/relationships/image" Target="../media/image1203.png"/><Relationship Id="rId27" Type="http://schemas.openxmlformats.org/officeDocument/2006/relationships/image" Target="../media/image1208.png"/><Relationship Id="rId30" Type="http://schemas.openxmlformats.org/officeDocument/2006/relationships/image" Target="../media/image1211.png"/></Relationships>
</file>

<file path=ppt/slides/_rels/slide10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94.png"/><Relationship Id="rId18" Type="http://schemas.openxmlformats.org/officeDocument/2006/relationships/image" Target="../media/image1224.png"/><Relationship Id="rId26" Type="http://schemas.openxmlformats.org/officeDocument/2006/relationships/image" Target="../media/image1231.png"/><Relationship Id="rId3" Type="http://schemas.openxmlformats.org/officeDocument/2006/relationships/image" Target="../media/image1214.png"/><Relationship Id="rId21" Type="http://schemas.openxmlformats.org/officeDocument/2006/relationships/image" Target="../media/image1227.png"/><Relationship Id="rId34" Type="http://schemas.openxmlformats.org/officeDocument/2006/relationships/image" Target="../media/image1207.png"/><Relationship Id="rId7" Type="http://schemas.openxmlformats.org/officeDocument/2006/relationships/image" Target="../media/image1218.png"/><Relationship Id="rId12" Type="http://schemas.openxmlformats.org/officeDocument/2006/relationships/image" Target="../media/image1193.png"/><Relationship Id="rId17" Type="http://schemas.openxmlformats.org/officeDocument/2006/relationships/image" Target="../media/image1223.png"/><Relationship Id="rId25" Type="http://schemas.openxmlformats.org/officeDocument/2006/relationships/image" Target="../media/image1209.png"/><Relationship Id="rId33" Type="http://schemas.openxmlformats.org/officeDocument/2006/relationships/image" Target="../media/image1206.png"/><Relationship Id="rId2" Type="http://schemas.openxmlformats.org/officeDocument/2006/relationships/notesSlide" Target="../notesSlides/notesSlide63.xml"/><Relationship Id="rId16" Type="http://schemas.openxmlformats.org/officeDocument/2006/relationships/image" Target="../media/image1222.png"/><Relationship Id="rId20" Type="http://schemas.openxmlformats.org/officeDocument/2006/relationships/image" Target="../media/image1226.png"/><Relationship Id="rId29" Type="http://schemas.openxmlformats.org/officeDocument/2006/relationships/image" Target="../media/image123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7.png"/><Relationship Id="rId11" Type="http://schemas.openxmlformats.org/officeDocument/2006/relationships/image" Target="../media/image1192.png"/><Relationship Id="rId24" Type="http://schemas.openxmlformats.org/officeDocument/2006/relationships/image" Target="../media/image1230.png"/><Relationship Id="rId32" Type="http://schemas.openxmlformats.org/officeDocument/2006/relationships/image" Target="../media/image1205.png"/><Relationship Id="rId5" Type="http://schemas.openxmlformats.org/officeDocument/2006/relationships/image" Target="../media/image1216.png"/><Relationship Id="rId15" Type="http://schemas.openxmlformats.org/officeDocument/2006/relationships/image" Target="../media/image1221.png"/><Relationship Id="rId23" Type="http://schemas.openxmlformats.org/officeDocument/2006/relationships/image" Target="../media/image1229.png"/><Relationship Id="rId28" Type="http://schemas.openxmlformats.org/officeDocument/2006/relationships/image" Target="../media/image1233.png"/><Relationship Id="rId36" Type="http://schemas.openxmlformats.org/officeDocument/2006/relationships/image" Target="../media/image1213.png"/><Relationship Id="rId10" Type="http://schemas.openxmlformats.org/officeDocument/2006/relationships/image" Target="../media/image1191.png"/><Relationship Id="rId19" Type="http://schemas.openxmlformats.org/officeDocument/2006/relationships/image" Target="../media/image1225.png"/><Relationship Id="rId31" Type="http://schemas.openxmlformats.org/officeDocument/2006/relationships/image" Target="../media/image1204.png"/><Relationship Id="rId4" Type="http://schemas.openxmlformats.org/officeDocument/2006/relationships/image" Target="../media/image1215.png"/><Relationship Id="rId9" Type="http://schemas.openxmlformats.org/officeDocument/2006/relationships/image" Target="../media/image1190.png"/><Relationship Id="rId14" Type="http://schemas.openxmlformats.org/officeDocument/2006/relationships/image" Target="../media/image1220.png"/><Relationship Id="rId22" Type="http://schemas.openxmlformats.org/officeDocument/2006/relationships/image" Target="../media/image1228.png"/><Relationship Id="rId27" Type="http://schemas.openxmlformats.org/officeDocument/2006/relationships/image" Target="../media/image1232.png"/><Relationship Id="rId30" Type="http://schemas.openxmlformats.org/officeDocument/2006/relationships/image" Target="../media/image1235.png"/><Relationship Id="rId35" Type="http://schemas.openxmlformats.org/officeDocument/2006/relationships/image" Target="../media/image1208.png"/><Relationship Id="rId8" Type="http://schemas.openxmlformats.org/officeDocument/2006/relationships/image" Target="../media/image1219.png"/></Relationships>
</file>

<file path=ppt/slides/_rels/slide10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44.png"/><Relationship Id="rId18" Type="http://schemas.openxmlformats.org/officeDocument/2006/relationships/image" Target="../media/image1215.png"/><Relationship Id="rId26" Type="http://schemas.openxmlformats.org/officeDocument/2006/relationships/image" Target="../media/image1193.png"/><Relationship Id="rId39" Type="http://schemas.openxmlformats.org/officeDocument/2006/relationships/image" Target="../media/image1207.png"/><Relationship Id="rId21" Type="http://schemas.openxmlformats.org/officeDocument/2006/relationships/image" Target="../media/image1218.png"/><Relationship Id="rId34" Type="http://schemas.openxmlformats.org/officeDocument/2006/relationships/image" Target="../media/image1254.png"/><Relationship Id="rId7" Type="http://schemas.openxmlformats.org/officeDocument/2006/relationships/image" Target="../media/image1238.png"/><Relationship Id="rId12" Type="http://schemas.openxmlformats.org/officeDocument/2006/relationships/image" Target="../media/image1243.png"/><Relationship Id="rId17" Type="http://schemas.openxmlformats.org/officeDocument/2006/relationships/image" Target="../media/image1248.png"/><Relationship Id="rId25" Type="http://schemas.openxmlformats.org/officeDocument/2006/relationships/image" Target="../media/image1192.png"/><Relationship Id="rId33" Type="http://schemas.openxmlformats.org/officeDocument/2006/relationships/image" Target="../media/image1253.png"/><Relationship Id="rId38" Type="http://schemas.openxmlformats.org/officeDocument/2006/relationships/image" Target="../media/image1206.png"/><Relationship Id="rId2" Type="http://schemas.openxmlformats.org/officeDocument/2006/relationships/notesSlide" Target="../notesSlides/notesSlide64.xml"/><Relationship Id="rId16" Type="http://schemas.openxmlformats.org/officeDocument/2006/relationships/image" Target="../media/image1247.png"/><Relationship Id="rId20" Type="http://schemas.openxmlformats.org/officeDocument/2006/relationships/image" Target="../media/image1217.png"/><Relationship Id="rId29" Type="http://schemas.openxmlformats.org/officeDocument/2006/relationships/image" Target="../media/image124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37.png"/><Relationship Id="rId11" Type="http://schemas.openxmlformats.org/officeDocument/2006/relationships/image" Target="../media/image1242.png"/><Relationship Id="rId24" Type="http://schemas.openxmlformats.org/officeDocument/2006/relationships/image" Target="../media/image1191.png"/><Relationship Id="rId32" Type="http://schemas.openxmlformats.org/officeDocument/2006/relationships/image" Target="../media/image1252.png"/><Relationship Id="rId37" Type="http://schemas.openxmlformats.org/officeDocument/2006/relationships/image" Target="../media/image1205.png"/><Relationship Id="rId40" Type="http://schemas.openxmlformats.org/officeDocument/2006/relationships/image" Target="../media/image1208.png"/><Relationship Id="rId5" Type="http://schemas.openxmlformats.org/officeDocument/2006/relationships/image" Target="../media/image1214.png"/><Relationship Id="rId15" Type="http://schemas.openxmlformats.org/officeDocument/2006/relationships/image" Target="../media/image1246.png"/><Relationship Id="rId23" Type="http://schemas.openxmlformats.org/officeDocument/2006/relationships/image" Target="../media/image1190.png"/><Relationship Id="rId28" Type="http://schemas.openxmlformats.org/officeDocument/2006/relationships/image" Target="../media/image1209.png"/><Relationship Id="rId36" Type="http://schemas.openxmlformats.org/officeDocument/2006/relationships/image" Target="../media/image1204.png"/><Relationship Id="rId10" Type="http://schemas.openxmlformats.org/officeDocument/2006/relationships/image" Target="../media/image1241.png"/><Relationship Id="rId19" Type="http://schemas.openxmlformats.org/officeDocument/2006/relationships/image" Target="../media/image1216.png"/><Relationship Id="rId31" Type="http://schemas.openxmlformats.org/officeDocument/2006/relationships/image" Target="../media/image1251.png"/><Relationship Id="rId4" Type="http://schemas.openxmlformats.org/officeDocument/2006/relationships/image" Target="../media/image1213.png"/><Relationship Id="rId9" Type="http://schemas.openxmlformats.org/officeDocument/2006/relationships/image" Target="../media/image1240.png"/><Relationship Id="rId14" Type="http://schemas.openxmlformats.org/officeDocument/2006/relationships/image" Target="../media/image1245.png"/><Relationship Id="rId22" Type="http://schemas.openxmlformats.org/officeDocument/2006/relationships/image" Target="../media/image1219.png"/><Relationship Id="rId27" Type="http://schemas.openxmlformats.org/officeDocument/2006/relationships/image" Target="../media/image1194.png"/><Relationship Id="rId30" Type="http://schemas.openxmlformats.org/officeDocument/2006/relationships/image" Target="../media/image1250.png"/><Relationship Id="rId35" Type="http://schemas.openxmlformats.org/officeDocument/2006/relationships/image" Target="../media/image1255.png"/><Relationship Id="rId8" Type="http://schemas.openxmlformats.org/officeDocument/2006/relationships/image" Target="../media/image1239.png"/><Relationship Id="rId3" Type="http://schemas.openxmlformats.org/officeDocument/2006/relationships/image" Target="../media/image1236.png"/></Relationships>
</file>

<file path=ppt/slides/_rels/slide10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92.png"/><Relationship Id="rId18" Type="http://schemas.openxmlformats.org/officeDocument/2006/relationships/image" Target="../media/image1205.png"/><Relationship Id="rId26" Type="http://schemas.openxmlformats.org/officeDocument/2006/relationships/image" Target="../media/image1261.png"/><Relationship Id="rId3" Type="http://schemas.openxmlformats.org/officeDocument/2006/relationships/image" Target="../media/image1213.png"/><Relationship Id="rId21" Type="http://schemas.openxmlformats.org/officeDocument/2006/relationships/image" Target="../media/image1208.png"/><Relationship Id="rId34" Type="http://schemas.openxmlformats.org/officeDocument/2006/relationships/image" Target="../media/image1269.png"/><Relationship Id="rId7" Type="http://schemas.openxmlformats.org/officeDocument/2006/relationships/image" Target="../media/image1216.png"/><Relationship Id="rId12" Type="http://schemas.openxmlformats.org/officeDocument/2006/relationships/image" Target="../media/image1191.png"/><Relationship Id="rId17" Type="http://schemas.openxmlformats.org/officeDocument/2006/relationships/image" Target="../media/image1204.png"/><Relationship Id="rId25" Type="http://schemas.openxmlformats.org/officeDocument/2006/relationships/image" Target="../media/image1260.png"/><Relationship Id="rId33" Type="http://schemas.openxmlformats.org/officeDocument/2006/relationships/image" Target="../media/image1268.png"/><Relationship Id="rId2" Type="http://schemas.openxmlformats.org/officeDocument/2006/relationships/notesSlide" Target="../notesSlides/notesSlide65.xml"/><Relationship Id="rId16" Type="http://schemas.openxmlformats.org/officeDocument/2006/relationships/image" Target="../media/image1209.png"/><Relationship Id="rId20" Type="http://schemas.openxmlformats.org/officeDocument/2006/relationships/image" Target="../media/image1207.png"/><Relationship Id="rId29" Type="http://schemas.openxmlformats.org/officeDocument/2006/relationships/image" Target="../media/image126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5.png"/><Relationship Id="rId11" Type="http://schemas.openxmlformats.org/officeDocument/2006/relationships/image" Target="../media/image1190.png"/><Relationship Id="rId24" Type="http://schemas.openxmlformats.org/officeDocument/2006/relationships/image" Target="../media/image1259.png"/><Relationship Id="rId32" Type="http://schemas.openxmlformats.org/officeDocument/2006/relationships/image" Target="../media/image1267.png"/><Relationship Id="rId5" Type="http://schemas.openxmlformats.org/officeDocument/2006/relationships/image" Target="../media/image1256.png"/><Relationship Id="rId15" Type="http://schemas.openxmlformats.org/officeDocument/2006/relationships/image" Target="../media/image1194.png"/><Relationship Id="rId23" Type="http://schemas.openxmlformats.org/officeDocument/2006/relationships/image" Target="../media/image1258.png"/><Relationship Id="rId28" Type="http://schemas.openxmlformats.org/officeDocument/2006/relationships/image" Target="../media/image1263.png"/><Relationship Id="rId36" Type="http://schemas.openxmlformats.org/officeDocument/2006/relationships/image" Target="../media/image1271.png"/><Relationship Id="rId10" Type="http://schemas.openxmlformats.org/officeDocument/2006/relationships/image" Target="../media/image1219.png"/><Relationship Id="rId19" Type="http://schemas.openxmlformats.org/officeDocument/2006/relationships/image" Target="../media/image1206.png"/><Relationship Id="rId31" Type="http://schemas.openxmlformats.org/officeDocument/2006/relationships/image" Target="../media/image1266.png"/><Relationship Id="rId4" Type="http://schemas.openxmlformats.org/officeDocument/2006/relationships/image" Target="../media/image1214.png"/><Relationship Id="rId9" Type="http://schemas.openxmlformats.org/officeDocument/2006/relationships/image" Target="../media/image1218.png"/><Relationship Id="rId14" Type="http://schemas.openxmlformats.org/officeDocument/2006/relationships/image" Target="../media/image1193.png"/><Relationship Id="rId22" Type="http://schemas.openxmlformats.org/officeDocument/2006/relationships/image" Target="../media/image1257.png"/><Relationship Id="rId27" Type="http://schemas.openxmlformats.org/officeDocument/2006/relationships/image" Target="../media/image1262.png"/><Relationship Id="rId30" Type="http://schemas.openxmlformats.org/officeDocument/2006/relationships/image" Target="../media/image1265.png"/><Relationship Id="rId35" Type="http://schemas.openxmlformats.org/officeDocument/2006/relationships/image" Target="../media/image1270.png"/><Relationship Id="rId8" Type="http://schemas.openxmlformats.org/officeDocument/2006/relationships/image" Target="../media/image1217.png"/></Relationships>
</file>

<file path=ppt/slides/_rels/slide10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93.png"/><Relationship Id="rId18" Type="http://schemas.openxmlformats.org/officeDocument/2006/relationships/image" Target="../media/image1206.png"/><Relationship Id="rId26" Type="http://schemas.openxmlformats.org/officeDocument/2006/relationships/image" Target="../media/image1278.png"/><Relationship Id="rId3" Type="http://schemas.openxmlformats.org/officeDocument/2006/relationships/image" Target="../media/image1213.png"/><Relationship Id="rId21" Type="http://schemas.openxmlformats.org/officeDocument/2006/relationships/image" Target="../media/image1273.png"/><Relationship Id="rId34" Type="http://schemas.openxmlformats.org/officeDocument/2006/relationships/image" Target="../media/image1286.png"/><Relationship Id="rId7" Type="http://schemas.openxmlformats.org/officeDocument/2006/relationships/image" Target="../media/image1217.png"/><Relationship Id="rId12" Type="http://schemas.openxmlformats.org/officeDocument/2006/relationships/image" Target="../media/image1192.png"/><Relationship Id="rId17" Type="http://schemas.openxmlformats.org/officeDocument/2006/relationships/image" Target="../media/image1205.png"/><Relationship Id="rId25" Type="http://schemas.openxmlformats.org/officeDocument/2006/relationships/image" Target="../media/image1277.png"/><Relationship Id="rId33" Type="http://schemas.openxmlformats.org/officeDocument/2006/relationships/image" Target="../media/image1285.png"/><Relationship Id="rId2" Type="http://schemas.openxmlformats.org/officeDocument/2006/relationships/notesSlide" Target="../notesSlides/notesSlide66.xml"/><Relationship Id="rId16" Type="http://schemas.openxmlformats.org/officeDocument/2006/relationships/image" Target="../media/image1204.png"/><Relationship Id="rId20" Type="http://schemas.openxmlformats.org/officeDocument/2006/relationships/image" Target="../media/image1208.png"/><Relationship Id="rId29" Type="http://schemas.openxmlformats.org/officeDocument/2006/relationships/image" Target="../media/image128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6.png"/><Relationship Id="rId11" Type="http://schemas.openxmlformats.org/officeDocument/2006/relationships/image" Target="../media/image1191.png"/><Relationship Id="rId24" Type="http://schemas.openxmlformats.org/officeDocument/2006/relationships/image" Target="../media/image1276.png"/><Relationship Id="rId32" Type="http://schemas.openxmlformats.org/officeDocument/2006/relationships/image" Target="../media/image1284.png"/><Relationship Id="rId5" Type="http://schemas.openxmlformats.org/officeDocument/2006/relationships/image" Target="../media/image1215.png"/><Relationship Id="rId15" Type="http://schemas.openxmlformats.org/officeDocument/2006/relationships/image" Target="../media/image1272.png"/><Relationship Id="rId23" Type="http://schemas.openxmlformats.org/officeDocument/2006/relationships/image" Target="../media/image1275.png"/><Relationship Id="rId28" Type="http://schemas.openxmlformats.org/officeDocument/2006/relationships/image" Target="../media/image1280.png"/><Relationship Id="rId10" Type="http://schemas.openxmlformats.org/officeDocument/2006/relationships/image" Target="../media/image1190.png"/><Relationship Id="rId19" Type="http://schemas.openxmlformats.org/officeDocument/2006/relationships/image" Target="../media/image1207.png"/><Relationship Id="rId31" Type="http://schemas.openxmlformats.org/officeDocument/2006/relationships/image" Target="../media/image1283.png"/><Relationship Id="rId4" Type="http://schemas.openxmlformats.org/officeDocument/2006/relationships/image" Target="../media/image1214.png"/><Relationship Id="rId9" Type="http://schemas.openxmlformats.org/officeDocument/2006/relationships/image" Target="../media/image1219.png"/><Relationship Id="rId14" Type="http://schemas.openxmlformats.org/officeDocument/2006/relationships/image" Target="../media/image1194.png"/><Relationship Id="rId22" Type="http://schemas.openxmlformats.org/officeDocument/2006/relationships/image" Target="../media/image1274.png"/><Relationship Id="rId27" Type="http://schemas.openxmlformats.org/officeDocument/2006/relationships/image" Target="../media/image1279.png"/><Relationship Id="rId30" Type="http://schemas.openxmlformats.org/officeDocument/2006/relationships/image" Target="../media/image1282.png"/><Relationship Id="rId35" Type="http://schemas.openxmlformats.org/officeDocument/2006/relationships/image" Target="../media/image1287.png"/><Relationship Id="rId8" Type="http://schemas.openxmlformats.org/officeDocument/2006/relationships/image" Target="../media/image1218.png"/></Relationships>
</file>

<file path=ppt/slides/_rels/slide10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930.png"/><Relationship Id="rId18" Type="http://schemas.openxmlformats.org/officeDocument/2006/relationships/image" Target="../media/image12060.png"/><Relationship Id="rId26" Type="http://schemas.openxmlformats.org/officeDocument/2006/relationships/image" Target="../media/image1293.png"/><Relationship Id="rId3" Type="http://schemas.openxmlformats.org/officeDocument/2006/relationships/image" Target="../media/image12130.png"/><Relationship Id="rId21" Type="http://schemas.openxmlformats.org/officeDocument/2006/relationships/image" Target="../media/image1288.png"/><Relationship Id="rId34" Type="http://schemas.openxmlformats.org/officeDocument/2006/relationships/image" Target="../media/image1301.png"/><Relationship Id="rId7" Type="http://schemas.openxmlformats.org/officeDocument/2006/relationships/image" Target="../media/image12170.png"/><Relationship Id="rId12" Type="http://schemas.openxmlformats.org/officeDocument/2006/relationships/image" Target="../media/image11920.png"/><Relationship Id="rId17" Type="http://schemas.openxmlformats.org/officeDocument/2006/relationships/image" Target="../media/image12050.png"/><Relationship Id="rId25" Type="http://schemas.openxmlformats.org/officeDocument/2006/relationships/image" Target="../media/image1292.png"/><Relationship Id="rId33" Type="http://schemas.openxmlformats.org/officeDocument/2006/relationships/image" Target="../media/image1300.png"/><Relationship Id="rId2" Type="http://schemas.openxmlformats.org/officeDocument/2006/relationships/notesSlide" Target="../notesSlides/notesSlide67.xml"/><Relationship Id="rId16" Type="http://schemas.openxmlformats.org/officeDocument/2006/relationships/image" Target="../media/image12040.png"/><Relationship Id="rId20" Type="http://schemas.openxmlformats.org/officeDocument/2006/relationships/image" Target="../media/image12080.png"/><Relationship Id="rId29" Type="http://schemas.openxmlformats.org/officeDocument/2006/relationships/image" Target="../media/image12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60.png"/><Relationship Id="rId11" Type="http://schemas.openxmlformats.org/officeDocument/2006/relationships/image" Target="../media/image11910.png"/><Relationship Id="rId24" Type="http://schemas.openxmlformats.org/officeDocument/2006/relationships/image" Target="../media/image1291.png"/><Relationship Id="rId32" Type="http://schemas.openxmlformats.org/officeDocument/2006/relationships/image" Target="../media/image1299.png"/><Relationship Id="rId5" Type="http://schemas.openxmlformats.org/officeDocument/2006/relationships/image" Target="../media/image12150.png"/><Relationship Id="rId15" Type="http://schemas.openxmlformats.org/officeDocument/2006/relationships/image" Target="../media/image12720.png"/><Relationship Id="rId23" Type="http://schemas.openxmlformats.org/officeDocument/2006/relationships/image" Target="../media/image1290.png"/><Relationship Id="rId28" Type="http://schemas.openxmlformats.org/officeDocument/2006/relationships/image" Target="../media/image1295.png"/><Relationship Id="rId36" Type="http://schemas.openxmlformats.org/officeDocument/2006/relationships/image" Target="../media/image1303.png"/><Relationship Id="rId10" Type="http://schemas.openxmlformats.org/officeDocument/2006/relationships/image" Target="../media/image11900.png"/><Relationship Id="rId19" Type="http://schemas.openxmlformats.org/officeDocument/2006/relationships/image" Target="../media/image12070.png"/><Relationship Id="rId31" Type="http://schemas.openxmlformats.org/officeDocument/2006/relationships/image" Target="../media/image1298.png"/><Relationship Id="rId4" Type="http://schemas.openxmlformats.org/officeDocument/2006/relationships/image" Target="../media/image12140.png"/><Relationship Id="rId9" Type="http://schemas.openxmlformats.org/officeDocument/2006/relationships/image" Target="../media/image12190.png"/><Relationship Id="rId14" Type="http://schemas.openxmlformats.org/officeDocument/2006/relationships/image" Target="../media/image11940.png"/><Relationship Id="rId22" Type="http://schemas.openxmlformats.org/officeDocument/2006/relationships/image" Target="../media/image1289.png"/><Relationship Id="rId27" Type="http://schemas.openxmlformats.org/officeDocument/2006/relationships/image" Target="../media/image1294.png"/><Relationship Id="rId30" Type="http://schemas.openxmlformats.org/officeDocument/2006/relationships/image" Target="../media/image1297.png"/><Relationship Id="rId35" Type="http://schemas.openxmlformats.org/officeDocument/2006/relationships/image" Target="../media/image1302.png"/><Relationship Id="rId8" Type="http://schemas.openxmlformats.org/officeDocument/2006/relationships/image" Target="../media/image12180.png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0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0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10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10.png"/><Relationship Id="rId3" Type="http://schemas.openxmlformats.org/officeDocument/2006/relationships/image" Target="../media/image1910.png"/><Relationship Id="rId7" Type="http://schemas.openxmlformats.org/officeDocument/2006/relationships/image" Target="../media/image2310.png"/><Relationship Id="rId2" Type="http://schemas.openxmlformats.org/officeDocument/2006/relationships/image" Target="../media/image18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10.png"/><Relationship Id="rId5" Type="http://schemas.openxmlformats.org/officeDocument/2006/relationships/image" Target="../media/image2110.png"/><Relationship Id="rId4" Type="http://schemas.openxmlformats.org/officeDocument/2006/relationships/image" Target="../media/image2010.png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0.png"/><Relationship Id="rId7" Type="http://schemas.openxmlformats.org/officeDocument/2006/relationships/image" Target="../media/image3010.png"/><Relationship Id="rId2" Type="http://schemas.openxmlformats.org/officeDocument/2006/relationships/image" Target="../media/image25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10.png"/><Relationship Id="rId5" Type="http://schemas.openxmlformats.org/officeDocument/2006/relationships/image" Target="../media/image2810.png"/><Relationship Id="rId4" Type="http://schemas.openxmlformats.org/officeDocument/2006/relationships/image" Target="../media/image2710.png"/></Relationships>
</file>

<file path=ppt/slides/_rels/slide11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110.png"/><Relationship Id="rId18" Type="http://schemas.openxmlformats.org/officeDocument/2006/relationships/image" Target="../media/image4610.png"/><Relationship Id="rId26" Type="http://schemas.openxmlformats.org/officeDocument/2006/relationships/image" Target="../media/image5410.png"/><Relationship Id="rId21" Type="http://schemas.openxmlformats.org/officeDocument/2006/relationships/image" Target="../media/image4910.png"/><Relationship Id="rId34" Type="http://schemas.openxmlformats.org/officeDocument/2006/relationships/image" Target="../media/image6210.png"/><Relationship Id="rId7" Type="http://schemas.openxmlformats.org/officeDocument/2006/relationships/image" Target="../media/image3510.png"/><Relationship Id="rId12" Type="http://schemas.openxmlformats.org/officeDocument/2006/relationships/image" Target="../media/image4010.png"/><Relationship Id="rId17" Type="http://schemas.openxmlformats.org/officeDocument/2006/relationships/image" Target="../media/image4510.png"/><Relationship Id="rId25" Type="http://schemas.openxmlformats.org/officeDocument/2006/relationships/image" Target="../media/image5310.png"/><Relationship Id="rId33" Type="http://schemas.openxmlformats.org/officeDocument/2006/relationships/image" Target="../media/image6110.png"/><Relationship Id="rId38" Type="http://schemas.openxmlformats.org/officeDocument/2006/relationships/image" Target="../media/image6610.png"/><Relationship Id="rId2" Type="http://schemas.openxmlformats.org/officeDocument/2006/relationships/image" Target="../media/image3110.png"/><Relationship Id="rId16" Type="http://schemas.openxmlformats.org/officeDocument/2006/relationships/image" Target="../media/image4410.png"/><Relationship Id="rId20" Type="http://schemas.openxmlformats.org/officeDocument/2006/relationships/image" Target="../media/image4810.png"/><Relationship Id="rId29" Type="http://schemas.openxmlformats.org/officeDocument/2006/relationships/image" Target="../media/image57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10.png"/><Relationship Id="rId11" Type="http://schemas.openxmlformats.org/officeDocument/2006/relationships/image" Target="../media/image3910.png"/><Relationship Id="rId24" Type="http://schemas.openxmlformats.org/officeDocument/2006/relationships/image" Target="../media/image5210.png"/><Relationship Id="rId32" Type="http://schemas.openxmlformats.org/officeDocument/2006/relationships/image" Target="../media/image6010.png"/><Relationship Id="rId37" Type="http://schemas.openxmlformats.org/officeDocument/2006/relationships/image" Target="../media/image6510.png"/><Relationship Id="rId5" Type="http://schemas.openxmlformats.org/officeDocument/2006/relationships/image" Target="../media/image3310.png"/><Relationship Id="rId15" Type="http://schemas.openxmlformats.org/officeDocument/2006/relationships/image" Target="../media/image4310.png"/><Relationship Id="rId23" Type="http://schemas.openxmlformats.org/officeDocument/2006/relationships/image" Target="../media/image5110.png"/><Relationship Id="rId28" Type="http://schemas.openxmlformats.org/officeDocument/2006/relationships/image" Target="../media/image5610.png"/><Relationship Id="rId36" Type="http://schemas.openxmlformats.org/officeDocument/2006/relationships/image" Target="../media/image6410.png"/><Relationship Id="rId10" Type="http://schemas.openxmlformats.org/officeDocument/2006/relationships/image" Target="../media/image3810.png"/><Relationship Id="rId19" Type="http://schemas.openxmlformats.org/officeDocument/2006/relationships/image" Target="../media/image4710.png"/><Relationship Id="rId31" Type="http://schemas.openxmlformats.org/officeDocument/2006/relationships/image" Target="../media/image5910.png"/><Relationship Id="rId4" Type="http://schemas.openxmlformats.org/officeDocument/2006/relationships/image" Target="../media/image3210.png"/><Relationship Id="rId9" Type="http://schemas.openxmlformats.org/officeDocument/2006/relationships/image" Target="../media/image3710.png"/><Relationship Id="rId14" Type="http://schemas.openxmlformats.org/officeDocument/2006/relationships/image" Target="../media/image4210.png"/><Relationship Id="rId22" Type="http://schemas.openxmlformats.org/officeDocument/2006/relationships/image" Target="../media/image5010.png"/><Relationship Id="rId27" Type="http://schemas.openxmlformats.org/officeDocument/2006/relationships/image" Target="../media/image5510.png"/><Relationship Id="rId30" Type="http://schemas.openxmlformats.org/officeDocument/2006/relationships/image" Target="../media/image5810.png"/><Relationship Id="rId35" Type="http://schemas.openxmlformats.org/officeDocument/2006/relationships/image" Target="../media/image6310.png"/><Relationship Id="rId8" Type="http://schemas.openxmlformats.org/officeDocument/2006/relationships/image" Target="../media/image3610.png"/><Relationship Id="rId3" Type="http://schemas.openxmlformats.org/officeDocument/2006/relationships/image" Target="../media/image3100.png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10.png"/><Relationship Id="rId13" Type="http://schemas.openxmlformats.org/officeDocument/2006/relationships/image" Target="../media/image7611.png"/><Relationship Id="rId18" Type="http://schemas.openxmlformats.org/officeDocument/2006/relationships/image" Target="../media/image8110.png"/><Relationship Id="rId26" Type="http://schemas.openxmlformats.org/officeDocument/2006/relationships/image" Target="../media/image8910.png"/><Relationship Id="rId3" Type="http://schemas.openxmlformats.org/officeDocument/2006/relationships/image" Target="../media/image4110.png"/><Relationship Id="rId21" Type="http://schemas.openxmlformats.org/officeDocument/2006/relationships/image" Target="../media/image8410.png"/><Relationship Id="rId7" Type="http://schemas.openxmlformats.org/officeDocument/2006/relationships/image" Target="../media/image7010.png"/><Relationship Id="rId12" Type="http://schemas.openxmlformats.org/officeDocument/2006/relationships/image" Target="../media/image7511.png"/><Relationship Id="rId17" Type="http://schemas.openxmlformats.org/officeDocument/2006/relationships/image" Target="../media/image8010.png"/><Relationship Id="rId25" Type="http://schemas.openxmlformats.org/officeDocument/2006/relationships/image" Target="../media/image8810.png"/><Relationship Id="rId2" Type="http://schemas.openxmlformats.org/officeDocument/2006/relationships/image" Target="../media/image3510.png"/><Relationship Id="rId16" Type="http://schemas.openxmlformats.org/officeDocument/2006/relationships/image" Target="../media/image7910.png"/><Relationship Id="rId20" Type="http://schemas.openxmlformats.org/officeDocument/2006/relationships/image" Target="../media/image83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910.png"/><Relationship Id="rId11" Type="http://schemas.openxmlformats.org/officeDocument/2006/relationships/image" Target="../media/image7411.png"/><Relationship Id="rId24" Type="http://schemas.openxmlformats.org/officeDocument/2006/relationships/image" Target="../media/image8710.png"/><Relationship Id="rId5" Type="http://schemas.openxmlformats.org/officeDocument/2006/relationships/image" Target="../media/image6810.png"/><Relationship Id="rId15" Type="http://schemas.openxmlformats.org/officeDocument/2006/relationships/image" Target="../media/image7810.png"/><Relationship Id="rId23" Type="http://schemas.openxmlformats.org/officeDocument/2006/relationships/image" Target="../media/image8610.png"/><Relationship Id="rId10" Type="http://schemas.openxmlformats.org/officeDocument/2006/relationships/image" Target="../media/image7310.png"/><Relationship Id="rId19" Type="http://schemas.openxmlformats.org/officeDocument/2006/relationships/image" Target="../media/image8210.png"/><Relationship Id="rId4" Type="http://schemas.openxmlformats.org/officeDocument/2006/relationships/image" Target="../media/image6710.png"/><Relationship Id="rId9" Type="http://schemas.openxmlformats.org/officeDocument/2006/relationships/image" Target="../media/image7210.png"/><Relationship Id="rId14" Type="http://schemas.openxmlformats.org/officeDocument/2006/relationships/image" Target="../media/image7710.png"/><Relationship Id="rId22" Type="http://schemas.openxmlformats.org/officeDocument/2006/relationships/image" Target="../media/image8510.png"/><Relationship Id="rId27" Type="http://schemas.openxmlformats.org/officeDocument/2006/relationships/image" Target="../media/image9010.png"/></Relationships>
</file>

<file path=ppt/slides/_rels/slide11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110.png"/><Relationship Id="rId18" Type="http://schemas.openxmlformats.org/officeDocument/2006/relationships/image" Target="../media/image10610.png"/><Relationship Id="rId26" Type="http://schemas.openxmlformats.org/officeDocument/2006/relationships/image" Target="../media/image11410.png"/><Relationship Id="rId39" Type="http://schemas.openxmlformats.org/officeDocument/2006/relationships/image" Target="../media/image12710.png"/><Relationship Id="rId21" Type="http://schemas.openxmlformats.org/officeDocument/2006/relationships/image" Target="../media/image10910.png"/><Relationship Id="rId34" Type="http://schemas.openxmlformats.org/officeDocument/2006/relationships/image" Target="../media/image12210.png"/><Relationship Id="rId7" Type="http://schemas.openxmlformats.org/officeDocument/2006/relationships/image" Target="../media/image9510.png"/><Relationship Id="rId2" Type="http://schemas.openxmlformats.org/officeDocument/2006/relationships/image" Target="../media/image9110.png"/><Relationship Id="rId16" Type="http://schemas.openxmlformats.org/officeDocument/2006/relationships/image" Target="../media/image10410.png"/><Relationship Id="rId20" Type="http://schemas.openxmlformats.org/officeDocument/2006/relationships/image" Target="../media/image10810.png"/><Relationship Id="rId29" Type="http://schemas.openxmlformats.org/officeDocument/2006/relationships/image" Target="../media/image11710.png"/><Relationship Id="rId41" Type="http://schemas.openxmlformats.org/officeDocument/2006/relationships/image" Target="../media/image129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10.png"/><Relationship Id="rId11" Type="http://schemas.openxmlformats.org/officeDocument/2006/relationships/image" Target="../media/image9910.png"/><Relationship Id="rId24" Type="http://schemas.openxmlformats.org/officeDocument/2006/relationships/image" Target="../media/image11210.png"/><Relationship Id="rId32" Type="http://schemas.openxmlformats.org/officeDocument/2006/relationships/image" Target="../media/image12010.png"/><Relationship Id="rId37" Type="http://schemas.openxmlformats.org/officeDocument/2006/relationships/image" Target="../media/image12510.png"/><Relationship Id="rId40" Type="http://schemas.openxmlformats.org/officeDocument/2006/relationships/image" Target="../media/image12810.png"/><Relationship Id="rId5" Type="http://schemas.openxmlformats.org/officeDocument/2006/relationships/image" Target="../media/image9310.png"/><Relationship Id="rId15" Type="http://schemas.openxmlformats.org/officeDocument/2006/relationships/image" Target="../media/image10310.png"/><Relationship Id="rId23" Type="http://schemas.openxmlformats.org/officeDocument/2006/relationships/image" Target="../media/image11110.png"/><Relationship Id="rId28" Type="http://schemas.openxmlformats.org/officeDocument/2006/relationships/image" Target="../media/image11610.png"/><Relationship Id="rId36" Type="http://schemas.openxmlformats.org/officeDocument/2006/relationships/image" Target="../media/image12410.png"/><Relationship Id="rId10" Type="http://schemas.openxmlformats.org/officeDocument/2006/relationships/image" Target="../media/image9810.png"/><Relationship Id="rId19" Type="http://schemas.openxmlformats.org/officeDocument/2006/relationships/image" Target="../media/image10710.png"/><Relationship Id="rId31" Type="http://schemas.openxmlformats.org/officeDocument/2006/relationships/image" Target="../media/image11911.png"/><Relationship Id="rId4" Type="http://schemas.openxmlformats.org/officeDocument/2006/relationships/image" Target="../media/image3210.png"/><Relationship Id="rId9" Type="http://schemas.openxmlformats.org/officeDocument/2006/relationships/image" Target="../media/image9710.png"/><Relationship Id="rId14" Type="http://schemas.openxmlformats.org/officeDocument/2006/relationships/image" Target="../media/image10210.png"/><Relationship Id="rId22" Type="http://schemas.openxmlformats.org/officeDocument/2006/relationships/image" Target="../media/image11010.png"/><Relationship Id="rId27" Type="http://schemas.openxmlformats.org/officeDocument/2006/relationships/image" Target="../media/image11510.png"/><Relationship Id="rId30" Type="http://schemas.openxmlformats.org/officeDocument/2006/relationships/image" Target="../media/image11810.png"/><Relationship Id="rId35" Type="http://schemas.openxmlformats.org/officeDocument/2006/relationships/image" Target="../media/image12310.png"/><Relationship Id="rId8" Type="http://schemas.openxmlformats.org/officeDocument/2006/relationships/image" Target="../media/image9610.png"/><Relationship Id="rId3" Type="http://schemas.openxmlformats.org/officeDocument/2006/relationships/image" Target="../media/image9210.png"/><Relationship Id="rId12" Type="http://schemas.openxmlformats.org/officeDocument/2006/relationships/image" Target="../media/image10010.png"/><Relationship Id="rId17" Type="http://schemas.openxmlformats.org/officeDocument/2006/relationships/image" Target="../media/image10510.png"/><Relationship Id="rId25" Type="http://schemas.openxmlformats.org/officeDocument/2006/relationships/image" Target="../media/image11310.png"/><Relationship Id="rId33" Type="http://schemas.openxmlformats.org/officeDocument/2006/relationships/image" Target="../media/image12110.png"/><Relationship Id="rId38" Type="http://schemas.openxmlformats.org/officeDocument/2006/relationships/image" Target="../media/image12610.png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510.png"/><Relationship Id="rId13" Type="http://schemas.openxmlformats.org/officeDocument/2006/relationships/image" Target="../media/image14010.png"/><Relationship Id="rId18" Type="http://schemas.openxmlformats.org/officeDocument/2006/relationships/image" Target="../media/image1455.png"/><Relationship Id="rId26" Type="http://schemas.openxmlformats.org/officeDocument/2006/relationships/image" Target="../media/image1470.png"/><Relationship Id="rId3" Type="http://schemas.openxmlformats.org/officeDocument/2006/relationships/image" Target="../media/image13010.png"/><Relationship Id="rId21" Type="http://schemas.openxmlformats.org/officeDocument/2006/relationships/image" Target="../media/image8510.png"/><Relationship Id="rId7" Type="http://schemas.openxmlformats.org/officeDocument/2006/relationships/image" Target="../media/image13410.png"/><Relationship Id="rId12" Type="http://schemas.openxmlformats.org/officeDocument/2006/relationships/image" Target="../media/image13910.png"/><Relationship Id="rId17" Type="http://schemas.openxmlformats.org/officeDocument/2006/relationships/image" Target="../media/image14410.png"/><Relationship Id="rId25" Type="http://schemas.openxmlformats.org/officeDocument/2006/relationships/image" Target="../media/image1460.png"/><Relationship Id="rId2" Type="http://schemas.openxmlformats.org/officeDocument/2006/relationships/image" Target="../media/image9510.png"/><Relationship Id="rId16" Type="http://schemas.openxmlformats.org/officeDocument/2006/relationships/image" Target="../media/image14310.png"/><Relationship Id="rId20" Type="http://schemas.openxmlformats.org/officeDocument/2006/relationships/image" Target="../media/image84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310.png"/><Relationship Id="rId11" Type="http://schemas.openxmlformats.org/officeDocument/2006/relationships/image" Target="../media/image13810.png"/><Relationship Id="rId24" Type="http://schemas.openxmlformats.org/officeDocument/2006/relationships/image" Target="../media/image8810.png"/><Relationship Id="rId5" Type="http://schemas.openxmlformats.org/officeDocument/2006/relationships/image" Target="../media/image13210.png"/><Relationship Id="rId15" Type="http://schemas.openxmlformats.org/officeDocument/2006/relationships/image" Target="../media/image14210.png"/><Relationship Id="rId23" Type="http://schemas.openxmlformats.org/officeDocument/2006/relationships/image" Target="../media/image8710.png"/><Relationship Id="rId28" Type="http://schemas.openxmlformats.org/officeDocument/2006/relationships/image" Target="../media/image1490.png"/><Relationship Id="rId10" Type="http://schemas.openxmlformats.org/officeDocument/2006/relationships/image" Target="../media/image13710.png"/><Relationship Id="rId19" Type="http://schemas.openxmlformats.org/officeDocument/2006/relationships/image" Target="../media/image8310.png"/><Relationship Id="rId4" Type="http://schemas.openxmlformats.org/officeDocument/2006/relationships/image" Target="../media/image13110.png"/><Relationship Id="rId9" Type="http://schemas.openxmlformats.org/officeDocument/2006/relationships/image" Target="../media/image13610.png"/><Relationship Id="rId14" Type="http://schemas.openxmlformats.org/officeDocument/2006/relationships/image" Target="../media/image14110.png"/><Relationship Id="rId22" Type="http://schemas.openxmlformats.org/officeDocument/2006/relationships/image" Target="../media/image8610.png"/><Relationship Id="rId27" Type="http://schemas.openxmlformats.org/officeDocument/2006/relationships/image" Target="../media/image1480.pn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50.png"/><Relationship Id="rId13" Type="http://schemas.openxmlformats.org/officeDocument/2006/relationships/image" Target="../media/image1600.png"/><Relationship Id="rId18" Type="http://schemas.openxmlformats.org/officeDocument/2006/relationships/image" Target="../media/image1650.png"/><Relationship Id="rId26" Type="http://schemas.openxmlformats.org/officeDocument/2006/relationships/image" Target="../media/image1730.png"/><Relationship Id="rId3" Type="http://schemas.openxmlformats.org/officeDocument/2006/relationships/image" Target="../media/image1511.png"/><Relationship Id="rId21" Type="http://schemas.openxmlformats.org/officeDocument/2006/relationships/image" Target="../media/image1680.png"/><Relationship Id="rId7" Type="http://schemas.openxmlformats.org/officeDocument/2006/relationships/image" Target="../media/image1540.png"/><Relationship Id="rId12" Type="http://schemas.openxmlformats.org/officeDocument/2006/relationships/image" Target="../media/image1590.png"/><Relationship Id="rId17" Type="http://schemas.openxmlformats.org/officeDocument/2006/relationships/image" Target="../media/image1640.png"/><Relationship Id="rId25" Type="http://schemas.openxmlformats.org/officeDocument/2006/relationships/image" Target="../media/image1720.png"/><Relationship Id="rId2" Type="http://schemas.openxmlformats.org/officeDocument/2006/relationships/image" Target="../media/image1500.png"/><Relationship Id="rId16" Type="http://schemas.openxmlformats.org/officeDocument/2006/relationships/image" Target="../media/image1630.png"/><Relationship Id="rId20" Type="http://schemas.openxmlformats.org/officeDocument/2006/relationships/image" Target="../media/image1670.png"/><Relationship Id="rId29" Type="http://schemas.openxmlformats.org/officeDocument/2006/relationships/image" Target="../media/image17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510.png"/><Relationship Id="rId11" Type="http://schemas.openxmlformats.org/officeDocument/2006/relationships/image" Target="../media/image1580.png"/><Relationship Id="rId24" Type="http://schemas.openxmlformats.org/officeDocument/2006/relationships/image" Target="../media/image1711.png"/><Relationship Id="rId5" Type="http://schemas.openxmlformats.org/officeDocument/2006/relationships/image" Target="../media/image1530.png"/><Relationship Id="rId15" Type="http://schemas.openxmlformats.org/officeDocument/2006/relationships/image" Target="../media/image1620.png"/><Relationship Id="rId23" Type="http://schemas.openxmlformats.org/officeDocument/2006/relationships/image" Target="../media/image1700.png"/><Relationship Id="rId28" Type="http://schemas.openxmlformats.org/officeDocument/2006/relationships/image" Target="../media/image1750.png"/><Relationship Id="rId10" Type="http://schemas.openxmlformats.org/officeDocument/2006/relationships/image" Target="../media/image1570.png"/><Relationship Id="rId19" Type="http://schemas.openxmlformats.org/officeDocument/2006/relationships/image" Target="../media/image1660.png"/><Relationship Id="rId31" Type="http://schemas.openxmlformats.org/officeDocument/2006/relationships/image" Target="../media/image1780.png"/><Relationship Id="rId4" Type="http://schemas.openxmlformats.org/officeDocument/2006/relationships/image" Target="../media/image1520.png"/><Relationship Id="rId9" Type="http://schemas.openxmlformats.org/officeDocument/2006/relationships/image" Target="../media/image1560.png"/><Relationship Id="rId14" Type="http://schemas.openxmlformats.org/officeDocument/2006/relationships/image" Target="../media/image1611.png"/><Relationship Id="rId22" Type="http://schemas.openxmlformats.org/officeDocument/2006/relationships/image" Target="../media/image1690.png"/><Relationship Id="rId27" Type="http://schemas.openxmlformats.org/officeDocument/2006/relationships/image" Target="../media/image1740.png"/><Relationship Id="rId30" Type="http://schemas.openxmlformats.org/officeDocument/2006/relationships/image" Target="../media/image1770.png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40.png"/><Relationship Id="rId13" Type="http://schemas.openxmlformats.org/officeDocument/2006/relationships/image" Target="../media/image1890.png"/><Relationship Id="rId18" Type="http://schemas.openxmlformats.org/officeDocument/2006/relationships/image" Target="../media/image1940.png"/><Relationship Id="rId3" Type="http://schemas.openxmlformats.org/officeDocument/2006/relationships/image" Target="../media/image1790.png"/><Relationship Id="rId7" Type="http://schemas.openxmlformats.org/officeDocument/2006/relationships/image" Target="../media/image1830.png"/><Relationship Id="rId12" Type="http://schemas.openxmlformats.org/officeDocument/2006/relationships/image" Target="../media/image1880.png"/><Relationship Id="rId17" Type="http://schemas.openxmlformats.org/officeDocument/2006/relationships/image" Target="../media/image1930.png"/><Relationship Id="rId2" Type="http://schemas.openxmlformats.org/officeDocument/2006/relationships/image" Target="../media/image9510.png"/><Relationship Id="rId16" Type="http://schemas.openxmlformats.org/officeDocument/2006/relationships/image" Target="../media/image19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20.png"/><Relationship Id="rId11" Type="http://schemas.openxmlformats.org/officeDocument/2006/relationships/image" Target="../media/image1870.png"/><Relationship Id="rId5" Type="http://schemas.openxmlformats.org/officeDocument/2006/relationships/image" Target="../media/image1811.png"/><Relationship Id="rId15" Type="http://schemas.openxmlformats.org/officeDocument/2006/relationships/image" Target="../media/image1911.png"/><Relationship Id="rId10" Type="http://schemas.openxmlformats.org/officeDocument/2006/relationships/image" Target="../media/image1860.png"/><Relationship Id="rId19" Type="http://schemas.openxmlformats.org/officeDocument/2006/relationships/image" Target="../media/image1490.png"/><Relationship Id="rId4" Type="http://schemas.openxmlformats.org/officeDocument/2006/relationships/image" Target="../media/image1800.png"/><Relationship Id="rId9" Type="http://schemas.openxmlformats.org/officeDocument/2006/relationships/image" Target="../media/image1850.png"/><Relationship Id="rId14" Type="http://schemas.openxmlformats.org/officeDocument/2006/relationships/image" Target="../media/image1900.png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60.png"/><Relationship Id="rId13" Type="http://schemas.openxmlformats.org/officeDocument/2006/relationships/image" Target="../media/image2111.png"/><Relationship Id="rId18" Type="http://schemas.openxmlformats.org/officeDocument/2006/relationships/image" Target="../media/image2160.png"/><Relationship Id="rId3" Type="http://schemas.openxmlformats.org/officeDocument/2006/relationships/image" Target="../media/image2011.png"/><Relationship Id="rId7" Type="http://schemas.openxmlformats.org/officeDocument/2006/relationships/image" Target="../media/image2050.png"/><Relationship Id="rId12" Type="http://schemas.openxmlformats.org/officeDocument/2006/relationships/image" Target="../media/image2100.png"/><Relationship Id="rId17" Type="http://schemas.openxmlformats.org/officeDocument/2006/relationships/image" Target="../media/image2150.png"/><Relationship Id="rId2" Type="http://schemas.openxmlformats.org/officeDocument/2006/relationships/notesSlide" Target="../notesSlides/notesSlide71.xml"/><Relationship Id="rId16" Type="http://schemas.openxmlformats.org/officeDocument/2006/relationships/image" Target="../media/image214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040.png"/><Relationship Id="rId11" Type="http://schemas.openxmlformats.org/officeDocument/2006/relationships/image" Target="../media/image2090.png"/><Relationship Id="rId5" Type="http://schemas.openxmlformats.org/officeDocument/2006/relationships/image" Target="../media/image2030.png"/><Relationship Id="rId15" Type="http://schemas.openxmlformats.org/officeDocument/2006/relationships/image" Target="../media/image2130.png"/><Relationship Id="rId10" Type="http://schemas.openxmlformats.org/officeDocument/2006/relationships/image" Target="../media/image2080.png"/><Relationship Id="rId4" Type="http://schemas.openxmlformats.org/officeDocument/2006/relationships/image" Target="../media/image2020.png"/><Relationship Id="rId9" Type="http://schemas.openxmlformats.org/officeDocument/2006/relationships/image" Target="../media/image2070.png"/><Relationship Id="rId14" Type="http://schemas.openxmlformats.org/officeDocument/2006/relationships/image" Target="../media/image2120.png"/></Relationships>
</file>

<file path=ppt/slides/_rels/slide12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280.png"/><Relationship Id="rId18" Type="http://schemas.openxmlformats.org/officeDocument/2006/relationships/image" Target="../media/image2330.png"/><Relationship Id="rId26" Type="http://schemas.openxmlformats.org/officeDocument/2006/relationships/image" Target="../media/image2411.png"/><Relationship Id="rId39" Type="http://schemas.openxmlformats.org/officeDocument/2006/relationships/image" Target="../media/image2540.png"/><Relationship Id="rId21" Type="http://schemas.openxmlformats.org/officeDocument/2006/relationships/image" Target="../media/image2360.png"/><Relationship Id="rId34" Type="http://schemas.openxmlformats.org/officeDocument/2006/relationships/image" Target="../media/image2490.png"/><Relationship Id="rId42" Type="http://schemas.openxmlformats.org/officeDocument/2006/relationships/image" Target="../media/image2570.png"/><Relationship Id="rId47" Type="http://schemas.openxmlformats.org/officeDocument/2006/relationships/image" Target="../media/image2620.png"/><Relationship Id="rId50" Type="http://schemas.openxmlformats.org/officeDocument/2006/relationships/image" Target="../media/image2650.png"/><Relationship Id="rId7" Type="http://schemas.openxmlformats.org/officeDocument/2006/relationships/image" Target="../media/image2220.png"/><Relationship Id="rId2" Type="http://schemas.openxmlformats.org/officeDocument/2006/relationships/image" Target="../media/image2170.png"/><Relationship Id="rId16" Type="http://schemas.openxmlformats.org/officeDocument/2006/relationships/image" Target="../media/image2311.png"/><Relationship Id="rId29" Type="http://schemas.openxmlformats.org/officeDocument/2006/relationships/image" Target="../media/image2440.png"/><Relationship Id="rId11" Type="http://schemas.openxmlformats.org/officeDocument/2006/relationships/image" Target="../media/image2260.png"/><Relationship Id="rId24" Type="http://schemas.openxmlformats.org/officeDocument/2006/relationships/image" Target="../media/image2390.png"/><Relationship Id="rId32" Type="http://schemas.openxmlformats.org/officeDocument/2006/relationships/image" Target="../media/image2470.png"/><Relationship Id="rId37" Type="http://schemas.openxmlformats.org/officeDocument/2006/relationships/image" Target="../media/image2520.png"/><Relationship Id="rId40" Type="http://schemas.openxmlformats.org/officeDocument/2006/relationships/image" Target="../media/image2550.png"/><Relationship Id="rId45" Type="http://schemas.openxmlformats.org/officeDocument/2006/relationships/image" Target="../media/image2600.png"/><Relationship Id="rId5" Type="http://schemas.openxmlformats.org/officeDocument/2006/relationships/image" Target="../media/image2200.png"/><Relationship Id="rId15" Type="http://schemas.openxmlformats.org/officeDocument/2006/relationships/image" Target="../media/image2300.png"/><Relationship Id="rId23" Type="http://schemas.openxmlformats.org/officeDocument/2006/relationships/image" Target="../media/image2380.png"/><Relationship Id="rId28" Type="http://schemas.openxmlformats.org/officeDocument/2006/relationships/image" Target="../media/image2430.png"/><Relationship Id="rId36" Type="http://schemas.openxmlformats.org/officeDocument/2006/relationships/image" Target="../media/image2511.png"/><Relationship Id="rId49" Type="http://schemas.openxmlformats.org/officeDocument/2006/relationships/image" Target="../media/image2640.png"/><Relationship Id="rId10" Type="http://schemas.openxmlformats.org/officeDocument/2006/relationships/image" Target="../media/image2250.png"/><Relationship Id="rId19" Type="http://schemas.openxmlformats.org/officeDocument/2006/relationships/image" Target="../media/image2340.png"/><Relationship Id="rId31" Type="http://schemas.openxmlformats.org/officeDocument/2006/relationships/image" Target="../media/image2460.png"/><Relationship Id="rId44" Type="http://schemas.openxmlformats.org/officeDocument/2006/relationships/image" Target="../media/image2590.png"/><Relationship Id="rId4" Type="http://schemas.openxmlformats.org/officeDocument/2006/relationships/image" Target="../media/image2190.png"/><Relationship Id="rId9" Type="http://schemas.openxmlformats.org/officeDocument/2006/relationships/image" Target="../media/image2240.png"/><Relationship Id="rId14" Type="http://schemas.openxmlformats.org/officeDocument/2006/relationships/image" Target="../media/image2290.png"/><Relationship Id="rId22" Type="http://schemas.openxmlformats.org/officeDocument/2006/relationships/image" Target="../media/image2370.png"/><Relationship Id="rId27" Type="http://schemas.openxmlformats.org/officeDocument/2006/relationships/image" Target="../media/image2420.png"/><Relationship Id="rId30" Type="http://schemas.openxmlformats.org/officeDocument/2006/relationships/image" Target="../media/image2450.png"/><Relationship Id="rId35" Type="http://schemas.openxmlformats.org/officeDocument/2006/relationships/image" Target="../media/image2500.png"/><Relationship Id="rId43" Type="http://schemas.openxmlformats.org/officeDocument/2006/relationships/image" Target="../media/image2580.png"/><Relationship Id="rId48" Type="http://schemas.openxmlformats.org/officeDocument/2006/relationships/image" Target="../media/image2630.png"/><Relationship Id="rId8" Type="http://schemas.openxmlformats.org/officeDocument/2006/relationships/image" Target="../media/image2230.png"/><Relationship Id="rId3" Type="http://schemas.openxmlformats.org/officeDocument/2006/relationships/image" Target="../media/image2180.png"/><Relationship Id="rId12" Type="http://schemas.openxmlformats.org/officeDocument/2006/relationships/image" Target="../media/image2270.png"/><Relationship Id="rId17" Type="http://schemas.openxmlformats.org/officeDocument/2006/relationships/image" Target="../media/image2320.png"/><Relationship Id="rId25" Type="http://schemas.openxmlformats.org/officeDocument/2006/relationships/image" Target="../media/image2400.png"/><Relationship Id="rId33" Type="http://schemas.openxmlformats.org/officeDocument/2006/relationships/image" Target="../media/image2480.png"/><Relationship Id="rId38" Type="http://schemas.openxmlformats.org/officeDocument/2006/relationships/image" Target="../media/image2530.png"/><Relationship Id="rId46" Type="http://schemas.openxmlformats.org/officeDocument/2006/relationships/image" Target="../media/image2611.png"/><Relationship Id="rId20" Type="http://schemas.openxmlformats.org/officeDocument/2006/relationships/image" Target="../media/image2350.png"/><Relationship Id="rId41" Type="http://schemas.openxmlformats.org/officeDocument/2006/relationships/image" Target="../media/image25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211.png"/></Relationships>
</file>

<file path=ppt/slides/_rels/slide12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750.png"/><Relationship Id="rId18" Type="http://schemas.openxmlformats.org/officeDocument/2006/relationships/image" Target="../media/image1990.png"/><Relationship Id="rId26" Type="http://schemas.openxmlformats.org/officeDocument/2006/relationships/image" Target="../media/image2860.png"/><Relationship Id="rId3" Type="http://schemas.openxmlformats.org/officeDocument/2006/relationships/image" Target="../media/image2670.png"/><Relationship Id="rId21" Type="http://schemas.openxmlformats.org/officeDocument/2006/relationships/image" Target="../media/image2520.png"/><Relationship Id="rId34" Type="http://schemas.openxmlformats.org/officeDocument/2006/relationships/image" Target="../media/image2000.png"/><Relationship Id="rId7" Type="http://schemas.openxmlformats.org/officeDocument/2006/relationships/image" Target="../media/image2711.png"/><Relationship Id="rId12" Type="http://schemas.openxmlformats.org/officeDocument/2006/relationships/image" Target="../media/image1970.png"/><Relationship Id="rId17" Type="http://schemas.openxmlformats.org/officeDocument/2006/relationships/image" Target="../media/image2790.png"/><Relationship Id="rId25" Type="http://schemas.openxmlformats.org/officeDocument/2006/relationships/image" Target="../media/image2850.png"/><Relationship Id="rId33" Type="http://schemas.openxmlformats.org/officeDocument/2006/relationships/image" Target="../media/image2930.png"/><Relationship Id="rId2" Type="http://schemas.openxmlformats.org/officeDocument/2006/relationships/image" Target="../media/image2660.png"/><Relationship Id="rId16" Type="http://schemas.openxmlformats.org/officeDocument/2006/relationships/image" Target="../media/image2780.png"/><Relationship Id="rId20" Type="http://schemas.openxmlformats.org/officeDocument/2006/relationships/image" Target="../media/image2270.png"/><Relationship Id="rId29" Type="http://schemas.openxmlformats.org/officeDocument/2006/relationships/image" Target="../media/image289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950.png"/><Relationship Id="rId11" Type="http://schemas.openxmlformats.org/officeDocument/2006/relationships/image" Target="../media/image2740.png"/><Relationship Id="rId24" Type="http://schemas.openxmlformats.org/officeDocument/2006/relationships/image" Target="../media/image2840.png"/><Relationship Id="rId32" Type="http://schemas.openxmlformats.org/officeDocument/2006/relationships/image" Target="../media/image2920.png"/><Relationship Id="rId5" Type="http://schemas.openxmlformats.org/officeDocument/2006/relationships/image" Target="../media/image2690.png"/><Relationship Id="rId15" Type="http://schemas.openxmlformats.org/officeDocument/2006/relationships/image" Target="../media/image1980.png"/><Relationship Id="rId23" Type="http://schemas.openxmlformats.org/officeDocument/2006/relationships/image" Target="../media/image2830.png"/><Relationship Id="rId28" Type="http://schemas.openxmlformats.org/officeDocument/2006/relationships/image" Target="../media/image2880.png"/><Relationship Id="rId10" Type="http://schemas.openxmlformats.org/officeDocument/2006/relationships/image" Target="../media/image2730.png"/><Relationship Id="rId31" Type="http://schemas.openxmlformats.org/officeDocument/2006/relationships/image" Target="../media/image2911.png"/><Relationship Id="rId4" Type="http://schemas.openxmlformats.org/officeDocument/2006/relationships/image" Target="../media/image2680.png"/><Relationship Id="rId9" Type="http://schemas.openxmlformats.org/officeDocument/2006/relationships/image" Target="../media/image1960.png"/><Relationship Id="rId14" Type="http://schemas.openxmlformats.org/officeDocument/2006/relationships/image" Target="../media/image2760.png"/><Relationship Id="rId22" Type="http://schemas.openxmlformats.org/officeDocument/2006/relationships/image" Target="../media/image2820.png"/><Relationship Id="rId27" Type="http://schemas.openxmlformats.org/officeDocument/2006/relationships/image" Target="../media/image2870.png"/><Relationship Id="rId30" Type="http://schemas.openxmlformats.org/officeDocument/2006/relationships/image" Target="../media/image2900.png"/><Relationship Id="rId8" Type="http://schemas.openxmlformats.org/officeDocument/2006/relationships/image" Target="../media/image2720.png"/></Relationships>
</file>

<file path=ppt/slides/_rels/slide123.xml.rels><?xml version="1.0" encoding="UTF-8" standalone="yes"?>
<Relationships xmlns="http://schemas.openxmlformats.org/package/2006/relationships"><Relationship Id="rId42" Type="http://schemas.openxmlformats.org/officeDocument/2006/relationships/image" Target="../media/image2700.png"/><Relationship Id="rId47" Type="http://schemas.openxmlformats.org/officeDocument/2006/relationships/image" Target="../media/image2990.png"/><Relationship Id="rId50" Type="http://schemas.openxmlformats.org/officeDocument/2006/relationships/image" Target="../media/image3020.png"/><Relationship Id="rId55" Type="http://schemas.openxmlformats.org/officeDocument/2006/relationships/image" Target="../media/image2980.png"/><Relationship Id="rId63" Type="http://schemas.openxmlformats.org/officeDocument/2006/relationships/image" Target="../media/image3120.png"/><Relationship Id="rId68" Type="http://schemas.openxmlformats.org/officeDocument/2006/relationships/image" Target="../media/image3170.png"/><Relationship Id="rId76" Type="http://schemas.openxmlformats.org/officeDocument/2006/relationships/image" Target="../media/image3290.png"/><Relationship Id="rId84" Type="http://schemas.openxmlformats.org/officeDocument/2006/relationships/image" Target="../media/image3270.png"/><Relationship Id="rId89" Type="http://schemas.openxmlformats.org/officeDocument/2006/relationships/image" Target="../media/image3370.png"/><Relationship Id="rId97" Type="http://schemas.openxmlformats.org/officeDocument/2006/relationships/image" Target="../media/image3460.png"/><Relationship Id="rId71" Type="http://schemas.openxmlformats.org/officeDocument/2006/relationships/image" Target="../media/image3200.png"/><Relationship Id="rId92" Type="http://schemas.openxmlformats.org/officeDocument/2006/relationships/image" Target="../media/image3400.png"/><Relationship Id="rId45" Type="http://schemas.openxmlformats.org/officeDocument/2006/relationships/image" Target="../media/image2800.png"/><Relationship Id="rId53" Type="http://schemas.openxmlformats.org/officeDocument/2006/relationships/image" Target="../media/image2950.png"/><Relationship Id="rId58" Type="http://schemas.openxmlformats.org/officeDocument/2006/relationships/image" Target="../media/image3060.png"/><Relationship Id="rId66" Type="http://schemas.openxmlformats.org/officeDocument/2006/relationships/image" Target="../media/image3150.png"/><Relationship Id="rId74" Type="http://schemas.openxmlformats.org/officeDocument/2006/relationships/image" Target="../media/image3230.png"/><Relationship Id="rId79" Type="http://schemas.openxmlformats.org/officeDocument/2006/relationships/image" Target="../media/image3320.png"/><Relationship Id="rId87" Type="http://schemas.openxmlformats.org/officeDocument/2006/relationships/image" Target="../media/image3360.png"/><Relationship Id="rId61" Type="http://schemas.openxmlformats.org/officeDocument/2006/relationships/image" Target="../media/image3090.png"/><Relationship Id="rId82" Type="http://schemas.openxmlformats.org/officeDocument/2006/relationships/image" Target="../media/image3250.png"/><Relationship Id="rId90" Type="http://schemas.openxmlformats.org/officeDocument/2006/relationships/image" Target="../media/image3380.png"/><Relationship Id="rId95" Type="http://schemas.openxmlformats.org/officeDocument/2006/relationships/image" Target="../media/image3440.png"/><Relationship Id="rId43" Type="http://schemas.openxmlformats.org/officeDocument/2006/relationships/image" Target="../media/image2770.png"/><Relationship Id="rId48" Type="http://schemas.openxmlformats.org/officeDocument/2006/relationships/image" Target="../media/image3000.png"/><Relationship Id="rId56" Type="http://schemas.openxmlformats.org/officeDocument/2006/relationships/image" Target="../media/image3040.png"/><Relationship Id="rId64" Type="http://schemas.openxmlformats.org/officeDocument/2006/relationships/image" Target="../media/image3130.png"/><Relationship Id="rId69" Type="http://schemas.openxmlformats.org/officeDocument/2006/relationships/image" Target="../media/image3180.png"/><Relationship Id="rId77" Type="http://schemas.openxmlformats.org/officeDocument/2006/relationships/image" Target="../media/image3300.png"/><Relationship Id="rId51" Type="http://schemas.openxmlformats.org/officeDocument/2006/relationships/image" Target="../media/image3030.png"/><Relationship Id="rId72" Type="http://schemas.openxmlformats.org/officeDocument/2006/relationships/image" Target="../media/image3211.png"/><Relationship Id="rId80" Type="http://schemas.openxmlformats.org/officeDocument/2006/relationships/image" Target="../media/image3330.png"/><Relationship Id="rId85" Type="http://schemas.openxmlformats.org/officeDocument/2006/relationships/image" Target="../media/image3340.png"/><Relationship Id="rId93" Type="http://schemas.openxmlformats.org/officeDocument/2006/relationships/image" Target="../media/image3420.png"/><Relationship Id="rId98" Type="http://schemas.openxmlformats.org/officeDocument/2006/relationships/image" Target="../media/image3470.png"/><Relationship Id="rId46" Type="http://schemas.openxmlformats.org/officeDocument/2006/relationships/image" Target="../media/image2811.png"/><Relationship Id="rId59" Type="http://schemas.openxmlformats.org/officeDocument/2006/relationships/image" Target="../media/image3070.png"/><Relationship Id="rId67" Type="http://schemas.openxmlformats.org/officeDocument/2006/relationships/image" Target="../media/image3160.png"/><Relationship Id="rId41" Type="http://schemas.openxmlformats.org/officeDocument/2006/relationships/image" Target="../media/image2520.png"/><Relationship Id="rId54" Type="http://schemas.openxmlformats.org/officeDocument/2006/relationships/image" Target="../media/image2970.png"/><Relationship Id="rId62" Type="http://schemas.openxmlformats.org/officeDocument/2006/relationships/image" Target="../media/image3111.png"/><Relationship Id="rId70" Type="http://schemas.openxmlformats.org/officeDocument/2006/relationships/image" Target="../media/image3190.png"/><Relationship Id="rId75" Type="http://schemas.openxmlformats.org/officeDocument/2006/relationships/image" Target="../media/image3280.png"/><Relationship Id="rId83" Type="http://schemas.openxmlformats.org/officeDocument/2006/relationships/image" Target="../media/image3260.png"/><Relationship Id="rId88" Type="http://schemas.openxmlformats.org/officeDocument/2006/relationships/image" Target="../media/image3411.png"/><Relationship Id="rId91" Type="http://schemas.openxmlformats.org/officeDocument/2006/relationships/image" Target="../media/image3390.png"/><Relationship Id="rId96" Type="http://schemas.openxmlformats.org/officeDocument/2006/relationships/image" Target="../media/image3450.png"/><Relationship Id="rId1" Type="http://schemas.openxmlformats.org/officeDocument/2006/relationships/slideLayout" Target="../slideLayouts/slideLayout3.xml"/><Relationship Id="rId49" Type="http://schemas.openxmlformats.org/officeDocument/2006/relationships/image" Target="../media/image3011.png"/><Relationship Id="rId57" Type="http://schemas.openxmlformats.org/officeDocument/2006/relationships/image" Target="../media/image3050.png"/><Relationship Id="rId44" Type="http://schemas.openxmlformats.org/officeDocument/2006/relationships/image" Target="../media/image2960.png"/><Relationship Id="rId52" Type="http://schemas.openxmlformats.org/officeDocument/2006/relationships/image" Target="../media/image2941.png"/><Relationship Id="rId60" Type="http://schemas.openxmlformats.org/officeDocument/2006/relationships/image" Target="../media/image3080.png"/><Relationship Id="rId65" Type="http://schemas.openxmlformats.org/officeDocument/2006/relationships/image" Target="../media/image3140.png"/><Relationship Id="rId73" Type="http://schemas.openxmlformats.org/officeDocument/2006/relationships/image" Target="../media/image3220.png"/><Relationship Id="rId78" Type="http://schemas.openxmlformats.org/officeDocument/2006/relationships/image" Target="../media/image3311.png"/><Relationship Id="rId81" Type="http://schemas.openxmlformats.org/officeDocument/2006/relationships/image" Target="../media/image3240.png"/><Relationship Id="rId86" Type="http://schemas.openxmlformats.org/officeDocument/2006/relationships/image" Target="../media/image3350.png"/><Relationship Id="rId94" Type="http://schemas.openxmlformats.org/officeDocument/2006/relationships/image" Target="../media/image3430.png"/><Relationship Id="rId99" Type="http://schemas.openxmlformats.org/officeDocument/2006/relationships/image" Target="../media/image3480.png"/></Relationships>
</file>

<file path=ppt/slides/_rels/slide12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600.png"/><Relationship Id="rId18" Type="http://schemas.openxmlformats.org/officeDocument/2006/relationships/image" Target="../media/image3650.png"/><Relationship Id="rId26" Type="http://schemas.openxmlformats.org/officeDocument/2006/relationships/image" Target="../media/image3660.png"/><Relationship Id="rId39" Type="http://schemas.openxmlformats.org/officeDocument/2006/relationships/image" Target="../media/image3770.png"/><Relationship Id="rId34" Type="http://schemas.openxmlformats.org/officeDocument/2006/relationships/image" Target="../media/image3720.png"/><Relationship Id="rId42" Type="http://schemas.openxmlformats.org/officeDocument/2006/relationships/image" Target="../media/image3800.png"/><Relationship Id="rId47" Type="http://schemas.openxmlformats.org/officeDocument/2006/relationships/image" Target="../media/image3850.png"/><Relationship Id="rId7" Type="http://schemas.openxmlformats.org/officeDocument/2006/relationships/image" Target="../media/image3540.png"/><Relationship Id="rId2" Type="http://schemas.openxmlformats.org/officeDocument/2006/relationships/image" Target="../media/image3490.png"/><Relationship Id="rId16" Type="http://schemas.openxmlformats.org/officeDocument/2006/relationships/image" Target="../media/image3630.png"/><Relationship Id="rId29" Type="http://schemas.openxmlformats.org/officeDocument/2006/relationships/image" Target="../media/image3670.png"/><Relationship Id="rId41" Type="http://schemas.openxmlformats.org/officeDocument/2006/relationships/image" Target="../media/image379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530.png"/><Relationship Id="rId11" Type="http://schemas.openxmlformats.org/officeDocument/2006/relationships/image" Target="../media/image3580.png"/><Relationship Id="rId32" Type="http://schemas.openxmlformats.org/officeDocument/2006/relationships/image" Target="../media/image3700.png"/><Relationship Id="rId37" Type="http://schemas.openxmlformats.org/officeDocument/2006/relationships/image" Target="../media/image3750.png"/><Relationship Id="rId40" Type="http://schemas.openxmlformats.org/officeDocument/2006/relationships/image" Target="../media/image3780.png"/><Relationship Id="rId45" Type="http://schemas.openxmlformats.org/officeDocument/2006/relationships/image" Target="../media/image3830.png"/><Relationship Id="rId5" Type="http://schemas.openxmlformats.org/officeDocument/2006/relationships/image" Target="../media/image3520.png"/><Relationship Id="rId15" Type="http://schemas.openxmlformats.org/officeDocument/2006/relationships/image" Target="../media/image3620.png"/><Relationship Id="rId28" Type="http://schemas.openxmlformats.org/officeDocument/2006/relationships/image" Target="../media/image2520.png"/><Relationship Id="rId36" Type="http://schemas.openxmlformats.org/officeDocument/2006/relationships/image" Target="../media/image3740.png"/><Relationship Id="rId10" Type="http://schemas.openxmlformats.org/officeDocument/2006/relationships/image" Target="../media/image3570.png"/><Relationship Id="rId31" Type="http://schemas.openxmlformats.org/officeDocument/2006/relationships/image" Target="../media/image3690.png"/><Relationship Id="rId44" Type="http://schemas.openxmlformats.org/officeDocument/2006/relationships/image" Target="../media/image3820.png"/><Relationship Id="rId4" Type="http://schemas.openxmlformats.org/officeDocument/2006/relationships/image" Target="../media/image3511.png"/><Relationship Id="rId9" Type="http://schemas.openxmlformats.org/officeDocument/2006/relationships/image" Target="../media/image3560.png"/><Relationship Id="rId14" Type="http://schemas.openxmlformats.org/officeDocument/2006/relationships/image" Target="../media/image3611.png"/><Relationship Id="rId30" Type="http://schemas.openxmlformats.org/officeDocument/2006/relationships/image" Target="../media/image3680.png"/><Relationship Id="rId35" Type="http://schemas.openxmlformats.org/officeDocument/2006/relationships/image" Target="../media/image3730.png"/><Relationship Id="rId43" Type="http://schemas.openxmlformats.org/officeDocument/2006/relationships/image" Target="../media/image3811.png"/><Relationship Id="rId48" Type="http://schemas.openxmlformats.org/officeDocument/2006/relationships/image" Target="../media/image3860.png"/><Relationship Id="rId8" Type="http://schemas.openxmlformats.org/officeDocument/2006/relationships/image" Target="../media/image3550.png"/><Relationship Id="rId3" Type="http://schemas.openxmlformats.org/officeDocument/2006/relationships/image" Target="../media/image3500.png"/><Relationship Id="rId12" Type="http://schemas.openxmlformats.org/officeDocument/2006/relationships/image" Target="../media/image3590.png"/><Relationship Id="rId17" Type="http://schemas.openxmlformats.org/officeDocument/2006/relationships/image" Target="../media/image3640.png"/><Relationship Id="rId25" Type="http://schemas.openxmlformats.org/officeDocument/2006/relationships/image" Target="../media/image2940.png"/><Relationship Id="rId33" Type="http://schemas.openxmlformats.org/officeDocument/2006/relationships/image" Target="../media/image3711.png"/><Relationship Id="rId38" Type="http://schemas.openxmlformats.org/officeDocument/2006/relationships/image" Target="../media/image3760.png"/><Relationship Id="rId46" Type="http://schemas.openxmlformats.org/officeDocument/2006/relationships/image" Target="../media/image3840.png"/></Relationships>
</file>

<file path=ppt/slides/_rels/slide125.xml.rels><?xml version="1.0" encoding="UTF-8" standalone="yes"?>
<Relationships xmlns="http://schemas.openxmlformats.org/package/2006/relationships"><Relationship Id="rId39" Type="http://schemas.openxmlformats.org/officeDocument/2006/relationships/image" Target="../media/image3950.png"/><Relationship Id="rId34" Type="http://schemas.openxmlformats.org/officeDocument/2006/relationships/image" Target="../media/image3900.png"/><Relationship Id="rId42" Type="http://schemas.openxmlformats.org/officeDocument/2006/relationships/image" Target="../media/image3980.png"/><Relationship Id="rId47" Type="http://schemas.openxmlformats.org/officeDocument/2006/relationships/image" Target="../media/image4030.png"/><Relationship Id="rId50" Type="http://schemas.openxmlformats.org/officeDocument/2006/relationships/image" Target="../media/image4060.png"/><Relationship Id="rId55" Type="http://schemas.openxmlformats.org/officeDocument/2006/relationships/image" Target="../media/image4111.png"/><Relationship Id="rId63" Type="http://schemas.openxmlformats.org/officeDocument/2006/relationships/image" Target="../media/image4190.png"/><Relationship Id="rId68" Type="http://schemas.openxmlformats.org/officeDocument/2006/relationships/image" Target="../media/image4240.png"/><Relationship Id="rId71" Type="http://schemas.openxmlformats.org/officeDocument/2006/relationships/image" Target="../media/image4270.png"/><Relationship Id="rId2" Type="http://schemas.openxmlformats.org/officeDocument/2006/relationships/image" Target="../media/image3870.png"/><Relationship Id="rId41" Type="http://schemas.openxmlformats.org/officeDocument/2006/relationships/image" Target="../media/image3970.png"/><Relationship Id="rId54" Type="http://schemas.openxmlformats.org/officeDocument/2006/relationships/image" Target="../media/image4100.png"/><Relationship Id="rId62" Type="http://schemas.openxmlformats.org/officeDocument/2006/relationships/image" Target="../media/image4180.png"/><Relationship Id="rId70" Type="http://schemas.openxmlformats.org/officeDocument/2006/relationships/image" Target="../media/image4260.png"/><Relationship Id="rId1" Type="http://schemas.openxmlformats.org/officeDocument/2006/relationships/slideLayout" Target="../slideLayouts/slideLayout3.xml"/><Relationship Id="rId32" Type="http://schemas.openxmlformats.org/officeDocument/2006/relationships/image" Target="../media/image3880.png"/><Relationship Id="rId37" Type="http://schemas.openxmlformats.org/officeDocument/2006/relationships/image" Target="../media/image3930.png"/><Relationship Id="rId40" Type="http://schemas.openxmlformats.org/officeDocument/2006/relationships/image" Target="../media/image3960.png"/><Relationship Id="rId45" Type="http://schemas.openxmlformats.org/officeDocument/2006/relationships/image" Target="../media/image4011.png"/><Relationship Id="rId53" Type="http://schemas.openxmlformats.org/officeDocument/2006/relationships/image" Target="../media/image4090.png"/><Relationship Id="rId58" Type="http://schemas.openxmlformats.org/officeDocument/2006/relationships/image" Target="../media/image4140.png"/><Relationship Id="rId66" Type="http://schemas.openxmlformats.org/officeDocument/2006/relationships/image" Target="../media/image4220.png"/><Relationship Id="rId36" Type="http://schemas.openxmlformats.org/officeDocument/2006/relationships/image" Target="../media/image3920.png"/><Relationship Id="rId49" Type="http://schemas.openxmlformats.org/officeDocument/2006/relationships/image" Target="../media/image4050.png"/><Relationship Id="rId57" Type="http://schemas.openxmlformats.org/officeDocument/2006/relationships/image" Target="../media/image4130.png"/><Relationship Id="rId61" Type="http://schemas.openxmlformats.org/officeDocument/2006/relationships/image" Target="../media/image4170.png"/><Relationship Id="rId31" Type="http://schemas.openxmlformats.org/officeDocument/2006/relationships/image" Target="../media/image2520.png"/><Relationship Id="rId44" Type="http://schemas.openxmlformats.org/officeDocument/2006/relationships/image" Target="../media/image4000.png"/><Relationship Id="rId52" Type="http://schemas.openxmlformats.org/officeDocument/2006/relationships/image" Target="../media/image4080.png"/><Relationship Id="rId60" Type="http://schemas.openxmlformats.org/officeDocument/2006/relationships/image" Target="../media/image4160.png"/><Relationship Id="rId65" Type="http://schemas.openxmlformats.org/officeDocument/2006/relationships/image" Target="../media/image4211.png"/><Relationship Id="rId35" Type="http://schemas.openxmlformats.org/officeDocument/2006/relationships/image" Target="../media/image3911.png"/><Relationship Id="rId43" Type="http://schemas.openxmlformats.org/officeDocument/2006/relationships/image" Target="../media/image3990.png"/><Relationship Id="rId48" Type="http://schemas.openxmlformats.org/officeDocument/2006/relationships/image" Target="../media/image4040.png"/><Relationship Id="rId56" Type="http://schemas.openxmlformats.org/officeDocument/2006/relationships/image" Target="../media/image4120.png"/><Relationship Id="rId64" Type="http://schemas.openxmlformats.org/officeDocument/2006/relationships/image" Target="../media/image4200.png"/><Relationship Id="rId69" Type="http://schemas.openxmlformats.org/officeDocument/2006/relationships/image" Target="../media/image4250.png"/><Relationship Id="rId51" Type="http://schemas.openxmlformats.org/officeDocument/2006/relationships/image" Target="../media/image4070.png"/><Relationship Id="rId33" Type="http://schemas.openxmlformats.org/officeDocument/2006/relationships/image" Target="../media/image3890.png"/><Relationship Id="rId38" Type="http://schemas.openxmlformats.org/officeDocument/2006/relationships/image" Target="../media/image3940.png"/><Relationship Id="rId46" Type="http://schemas.openxmlformats.org/officeDocument/2006/relationships/image" Target="../media/image4020.png"/><Relationship Id="rId59" Type="http://schemas.openxmlformats.org/officeDocument/2006/relationships/image" Target="../media/image4150.png"/><Relationship Id="rId67" Type="http://schemas.openxmlformats.org/officeDocument/2006/relationships/image" Target="../media/image4230.png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40.png"/><Relationship Id="rId13" Type="http://schemas.openxmlformats.org/officeDocument/2006/relationships/image" Target="../media/image4390.png"/><Relationship Id="rId18" Type="http://schemas.openxmlformats.org/officeDocument/2006/relationships/image" Target="../media/image4440.png"/><Relationship Id="rId3" Type="http://schemas.openxmlformats.org/officeDocument/2006/relationships/image" Target="../media/image4290.png"/><Relationship Id="rId7" Type="http://schemas.openxmlformats.org/officeDocument/2006/relationships/image" Target="../media/image4330.png"/><Relationship Id="rId12" Type="http://schemas.openxmlformats.org/officeDocument/2006/relationships/image" Target="../media/image4380.png"/><Relationship Id="rId17" Type="http://schemas.openxmlformats.org/officeDocument/2006/relationships/image" Target="../media/image4430.png"/><Relationship Id="rId25" Type="http://schemas.openxmlformats.org/officeDocument/2006/relationships/image" Target="../media/image2520.png"/><Relationship Id="rId2" Type="http://schemas.openxmlformats.org/officeDocument/2006/relationships/image" Target="../media/image4280.png"/><Relationship Id="rId16" Type="http://schemas.openxmlformats.org/officeDocument/2006/relationships/image" Target="../media/image44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320.png"/><Relationship Id="rId11" Type="http://schemas.openxmlformats.org/officeDocument/2006/relationships/image" Target="../media/image4370.png"/><Relationship Id="rId5" Type="http://schemas.openxmlformats.org/officeDocument/2006/relationships/image" Target="../media/image4311.png"/><Relationship Id="rId15" Type="http://schemas.openxmlformats.org/officeDocument/2006/relationships/image" Target="../media/image4411.png"/><Relationship Id="rId10" Type="http://schemas.openxmlformats.org/officeDocument/2006/relationships/image" Target="../media/image4360.png"/><Relationship Id="rId4" Type="http://schemas.openxmlformats.org/officeDocument/2006/relationships/image" Target="../media/image4300.png"/><Relationship Id="rId9" Type="http://schemas.openxmlformats.org/officeDocument/2006/relationships/image" Target="../media/image4350.png"/><Relationship Id="rId14" Type="http://schemas.openxmlformats.org/officeDocument/2006/relationships/image" Target="../media/image4400.png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00.png"/><Relationship Id="rId3" Type="http://schemas.openxmlformats.org/officeDocument/2006/relationships/image" Target="../media/image4450.png"/><Relationship Id="rId7" Type="http://schemas.openxmlformats.org/officeDocument/2006/relationships/image" Target="../media/image4490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480.png"/><Relationship Id="rId5" Type="http://schemas.openxmlformats.org/officeDocument/2006/relationships/image" Target="../media/image4470.png"/><Relationship Id="rId4" Type="http://schemas.openxmlformats.org/officeDocument/2006/relationships/image" Target="../media/image4460.png"/></Relationships>
</file>

<file path=ppt/slides/_rels/slide12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620.png"/><Relationship Id="rId18" Type="http://schemas.openxmlformats.org/officeDocument/2006/relationships/image" Target="../media/image4670.png"/><Relationship Id="rId26" Type="http://schemas.openxmlformats.org/officeDocument/2006/relationships/image" Target="../media/image4750.png"/><Relationship Id="rId39" Type="http://schemas.openxmlformats.org/officeDocument/2006/relationships/image" Target="../media/image4880.png"/><Relationship Id="rId21" Type="http://schemas.openxmlformats.org/officeDocument/2006/relationships/image" Target="../media/image4700.png"/><Relationship Id="rId34" Type="http://schemas.openxmlformats.org/officeDocument/2006/relationships/image" Target="../media/image4830.png"/><Relationship Id="rId42" Type="http://schemas.openxmlformats.org/officeDocument/2006/relationships/image" Target="../media/image4911.png"/><Relationship Id="rId7" Type="http://schemas.openxmlformats.org/officeDocument/2006/relationships/image" Target="../media/image4560.png"/><Relationship Id="rId2" Type="http://schemas.openxmlformats.org/officeDocument/2006/relationships/image" Target="../media/image4511.png"/><Relationship Id="rId16" Type="http://schemas.openxmlformats.org/officeDocument/2006/relationships/image" Target="../media/image4650.png"/><Relationship Id="rId20" Type="http://schemas.openxmlformats.org/officeDocument/2006/relationships/image" Target="../media/image4690.png"/><Relationship Id="rId29" Type="http://schemas.openxmlformats.org/officeDocument/2006/relationships/image" Target="../media/image4780.png"/><Relationship Id="rId41" Type="http://schemas.openxmlformats.org/officeDocument/2006/relationships/image" Target="../media/image490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550.png"/><Relationship Id="rId11" Type="http://schemas.openxmlformats.org/officeDocument/2006/relationships/image" Target="../media/image4600.png"/><Relationship Id="rId24" Type="http://schemas.openxmlformats.org/officeDocument/2006/relationships/image" Target="../media/image4730.png"/><Relationship Id="rId32" Type="http://schemas.openxmlformats.org/officeDocument/2006/relationships/image" Target="../media/image4811.png"/><Relationship Id="rId37" Type="http://schemas.openxmlformats.org/officeDocument/2006/relationships/image" Target="../media/image4860.png"/><Relationship Id="rId40" Type="http://schemas.openxmlformats.org/officeDocument/2006/relationships/image" Target="../media/image4890.png"/><Relationship Id="rId5" Type="http://schemas.openxmlformats.org/officeDocument/2006/relationships/image" Target="../media/image4540.png"/><Relationship Id="rId15" Type="http://schemas.openxmlformats.org/officeDocument/2006/relationships/image" Target="../media/image4640.png"/><Relationship Id="rId23" Type="http://schemas.openxmlformats.org/officeDocument/2006/relationships/image" Target="../media/image4720.png"/><Relationship Id="rId28" Type="http://schemas.openxmlformats.org/officeDocument/2006/relationships/image" Target="../media/image4770.png"/><Relationship Id="rId36" Type="http://schemas.openxmlformats.org/officeDocument/2006/relationships/image" Target="../media/image4850.png"/><Relationship Id="rId10" Type="http://schemas.openxmlformats.org/officeDocument/2006/relationships/image" Target="../media/image4590.png"/><Relationship Id="rId19" Type="http://schemas.openxmlformats.org/officeDocument/2006/relationships/image" Target="../media/image4680.png"/><Relationship Id="rId31" Type="http://schemas.openxmlformats.org/officeDocument/2006/relationships/image" Target="../media/image4800.png"/><Relationship Id="rId44" Type="http://schemas.openxmlformats.org/officeDocument/2006/relationships/image" Target="../media/image4930.png"/><Relationship Id="rId4" Type="http://schemas.openxmlformats.org/officeDocument/2006/relationships/image" Target="../media/image4530.png"/><Relationship Id="rId9" Type="http://schemas.openxmlformats.org/officeDocument/2006/relationships/image" Target="../media/image4580.png"/><Relationship Id="rId14" Type="http://schemas.openxmlformats.org/officeDocument/2006/relationships/image" Target="../media/image4630.png"/><Relationship Id="rId22" Type="http://schemas.openxmlformats.org/officeDocument/2006/relationships/image" Target="../media/image4711.png"/><Relationship Id="rId27" Type="http://schemas.openxmlformats.org/officeDocument/2006/relationships/image" Target="../media/image4760.png"/><Relationship Id="rId30" Type="http://schemas.openxmlformats.org/officeDocument/2006/relationships/image" Target="../media/image4790.png"/><Relationship Id="rId35" Type="http://schemas.openxmlformats.org/officeDocument/2006/relationships/image" Target="../media/image4840.png"/><Relationship Id="rId43" Type="http://schemas.openxmlformats.org/officeDocument/2006/relationships/image" Target="../media/image4920.png"/><Relationship Id="rId8" Type="http://schemas.openxmlformats.org/officeDocument/2006/relationships/image" Target="../media/image4570.png"/><Relationship Id="rId3" Type="http://schemas.openxmlformats.org/officeDocument/2006/relationships/image" Target="../media/image4520.png"/><Relationship Id="rId12" Type="http://schemas.openxmlformats.org/officeDocument/2006/relationships/image" Target="../media/image4611.png"/><Relationship Id="rId17" Type="http://schemas.openxmlformats.org/officeDocument/2006/relationships/image" Target="../media/image4660.png"/><Relationship Id="rId25" Type="http://schemas.openxmlformats.org/officeDocument/2006/relationships/image" Target="../media/image4740.png"/><Relationship Id="rId33" Type="http://schemas.openxmlformats.org/officeDocument/2006/relationships/image" Target="../media/image4820.png"/><Relationship Id="rId38" Type="http://schemas.openxmlformats.org/officeDocument/2006/relationships/image" Target="../media/image4870.png"/></Relationships>
</file>

<file path=ppt/slides/_rels/slide12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050.png"/><Relationship Id="rId18" Type="http://schemas.openxmlformats.org/officeDocument/2006/relationships/image" Target="../media/image1990.png"/><Relationship Id="rId26" Type="http://schemas.openxmlformats.org/officeDocument/2006/relationships/image" Target="../media/image5150.png"/><Relationship Id="rId39" Type="http://schemas.openxmlformats.org/officeDocument/2006/relationships/image" Target="../media/image5280.png"/><Relationship Id="rId21" Type="http://schemas.openxmlformats.org/officeDocument/2006/relationships/image" Target="../media/image2000.png"/><Relationship Id="rId34" Type="http://schemas.openxmlformats.org/officeDocument/2006/relationships/image" Target="../media/image5230.png"/><Relationship Id="rId42" Type="http://schemas.openxmlformats.org/officeDocument/2006/relationships/image" Target="../media/image5311.png"/><Relationship Id="rId7" Type="http://schemas.openxmlformats.org/officeDocument/2006/relationships/image" Target="../media/image4990.png"/><Relationship Id="rId2" Type="http://schemas.openxmlformats.org/officeDocument/2006/relationships/image" Target="../media/image4940.png"/><Relationship Id="rId16" Type="http://schemas.openxmlformats.org/officeDocument/2006/relationships/image" Target="../media/image5080.png"/><Relationship Id="rId20" Type="http://schemas.openxmlformats.org/officeDocument/2006/relationships/image" Target="../media/image4811.png"/><Relationship Id="rId29" Type="http://schemas.openxmlformats.org/officeDocument/2006/relationships/image" Target="../media/image5180.png"/><Relationship Id="rId41" Type="http://schemas.openxmlformats.org/officeDocument/2006/relationships/image" Target="../media/image530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980.png"/><Relationship Id="rId11" Type="http://schemas.openxmlformats.org/officeDocument/2006/relationships/image" Target="../media/image5030.png"/><Relationship Id="rId24" Type="http://schemas.openxmlformats.org/officeDocument/2006/relationships/image" Target="../media/image5130.png"/><Relationship Id="rId32" Type="http://schemas.openxmlformats.org/officeDocument/2006/relationships/image" Target="../media/image5211.png"/><Relationship Id="rId37" Type="http://schemas.openxmlformats.org/officeDocument/2006/relationships/image" Target="../media/image5260.png"/><Relationship Id="rId40" Type="http://schemas.openxmlformats.org/officeDocument/2006/relationships/image" Target="../media/image5290.png"/><Relationship Id="rId5" Type="http://schemas.openxmlformats.org/officeDocument/2006/relationships/image" Target="../media/image4970.png"/><Relationship Id="rId15" Type="http://schemas.openxmlformats.org/officeDocument/2006/relationships/image" Target="../media/image5070.png"/><Relationship Id="rId23" Type="http://schemas.openxmlformats.org/officeDocument/2006/relationships/image" Target="../media/image5120.png"/><Relationship Id="rId28" Type="http://schemas.openxmlformats.org/officeDocument/2006/relationships/image" Target="../media/image5170.png"/><Relationship Id="rId36" Type="http://schemas.openxmlformats.org/officeDocument/2006/relationships/image" Target="../media/image5250.png"/><Relationship Id="rId10" Type="http://schemas.openxmlformats.org/officeDocument/2006/relationships/image" Target="../media/image5020.png"/><Relationship Id="rId19" Type="http://schemas.openxmlformats.org/officeDocument/2006/relationships/image" Target="../media/image5100.png"/><Relationship Id="rId31" Type="http://schemas.openxmlformats.org/officeDocument/2006/relationships/image" Target="../media/image5200.png"/><Relationship Id="rId44" Type="http://schemas.openxmlformats.org/officeDocument/2006/relationships/image" Target="../media/image5330.png"/><Relationship Id="rId4" Type="http://schemas.openxmlformats.org/officeDocument/2006/relationships/image" Target="../media/image4960.png"/><Relationship Id="rId9" Type="http://schemas.openxmlformats.org/officeDocument/2006/relationships/image" Target="../media/image5011.png"/><Relationship Id="rId14" Type="http://schemas.openxmlformats.org/officeDocument/2006/relationships/image" Target="../media/image5060.png"/><Relationship Id="rId22" Type="http://schemas.openxmlformats.org/officeDocument/2006/relationships/image" Target="../media/image5111.png"/><Relationship Id="rId27" Type="http://schemas.openxmlformats.org/officeDocument/2006/relationships/image" Target="../media/image5160.png"/><Relationship Id="rId30" Type="http://schemas.openxmlformats.org/officeDocument/2006/relationships/image" Target="../media/image5190.png"/><Relationship Id="rId35" Type="http://schemas.openxmlformats.org/officeDocument/2006/relationships/image" Target="../media/image5240.png"/><Relationship Id="rId43" Type="http://schemas.openxmlformats.org/officeDocument/2006/relationships/image" Target="../media/image5320.png"/><Relationship Id="rId8" Type="http://schemas.openxmlformats.org/officeDocument/2006/relationships/image" Target="../media/image5000.png"/><Relationship Id="rId3" Type="http://schemas.openxmlformats.org/officeDocument/2006/relationships/image" Target="../media/image4950.png"/><Relationship Id="rId12" Type="http://schemas.openxmlformats.org/officeDocument/2006/relationships/image" Target="../media/image5040.png"/><Relationship Id="rId17" Type="http://schemas.openxmlformats.org/officeDocument/2006/relationships/image" Target="../media/image5090.png"/><Relationship Id="rId25" Type="http://schemas.openxmlformats.org/officeDocument/2006/relationships/image" Target="../media/image5140.png"/><Relationship Id="rId33" Type="http://schemas.openxmlformats.org/officeDocument/2006/relationships/image" Target="../media/image5220.png"/><Relationship Id="rId38" Type="http://schemas.openxmlformats.org/officeDocument/2006/relationships/image" Target="../media/image5270.png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80.png"/><Relationship Id="rId13" Type="http://schemas.openxmlformats.org/officeDocument/2006/relationships/image" Target="../media/image4590.png"/><Relationship Id="rId18" Type="http://schemas.openxmlformats.org/officeDocument/2006/relationships/image" Target="../media/image4820.png"/><Relationship Id="rId3" Type="http://schemas.openxmlformats.org/officeDocument/2006/relationships/image" Target="../media/image5340.png"/><Relationship Id="rId21" Type="http://schemas.openxmlformats.org/officeDocument/2006/relationships/image" Target="../media/image4850.png"/><Relationship Id="rId7" Type="http://schemas.openxmlformats.org/officeDocument/2006/relationships/image" Target="../media/image3480.png"/><Relationship Id="rId12" Type="http://schemas.openxmlformats.org/officeDocument/2006/relationships/image" Target="../media/image4580.png"/><Relationship Id="rId17" Type="http://schemas.openxmlformats.org/officeDocument/2006/relationships/image" Target="../media/image5420.png"/><Relationship Id="rId2" Type="http://schemas.openxmlformats.org/officeDocument/2006/relationships/image" Target="../media/image4811.png"/><Relationship Id="rId16" Type="http://schemas.openxmlformats.org/officeDocument/2006/relationships/image" Target="../media/image5411.png"/><Relationship Id="rId20" Type="http://schemas.openxmlformats.org/officeDocument/2006/relationships/image" Target="../media/image484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370.png"/><Relationship Id="rId11" Type="http://schemas.openxmlformats.org/officeDocument/2006/relationships/image" Target="../media/image4570.png"/><Relationship Id="rId24" Type="http://schemas.openxmlformats.org/officeDocument/2006/relationships/image" Target="../media/image5430.png"/><Relationship Id="rId5" Type="http://schemas.openxmlformats.org/officeDocument/2006/relationships/image" Target="../media/image5360.png"/><Relationship Id="rId15" Type="http://schemas.openxmlformats.org/officeDocument/2006/relationships/image" Target="../media/image5400.png"/><Relationship Id="rId23" Type="http://schemas.openxmlformats.org/officeDocument/2006/relationships/image" Target="../media/image4930.png"/><Relationship Id="rId10" Type="http://schemas.openxmlformats.org/officeDocument/2006/relationships/image" Target="../media/image4560.png"/><Relationship Id="rId19" Type="http://schemas.openxmlformats.org/officeDocument/2006/relationships/image" Target="../media/image4830.png"/><Relationship Id="rId4" Type="http://schemas.openxmlformats.org/officeDocument/2006/relationships/image" Target="../media/image5350.png"/><Relationship Id="rId9" Type="http://schemas.openxmlformats.org/officeDocument/2006/relationships/image" Target="../media/image4530.png"/><Relationship Id="rId14" Type="http://schemas.openxmlformats.org/officeDocument/2006/relationships/image" Target="../media/image5390.png"/><Relationship Id="rId22" Type="http://schemas.openxmlformats.org/officeDocument/2006/relationships/image" Target="../media/image4860.png"/></Relationships>
</file>

<file path=ppt/slides/_rels/slide13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490.png"/><Relationship Id="rId18" Type="http://schemas.openxmlformats.org/officeDocument/2006/relationships/image" Target="../media/image5540.png"/><Relationship Id="rId26" Type="http://schemas.openxmlformats.org/officeDocument/2006/relationships/image" Target="../media/image5620.png"/><Relationship Id="rId39" Type="http://schemas.openxmlformats.org/officeDocument/2006/relationships/image" Target="../media/image5700.png"/><Relationship Id="rId21" Type="http://schemas.openxmlformats.org/officeDocument/2006/relationships/image" Target="../media/image5570.png"/><Relationship Id="rId34" Type="http://schemas.openxmlformats.org/officeDocument/2006/relationships/image" Target="../media/image4840.png"/><Relationship Id="rId42" Type="http://schemas.openxmlformats.org/officeDocument/2006/relationships/image" Target="../media/image5730.png"/><Relationship Id="rId7" Type="http://schemas.openxmlformats.org/officeDocument/2006/relationships/image" Target="../media/image5470.png"/><Relationship Id="rId2" Type="http://schemas.openxmlformats.org/officeDocument/2006/relationships/image" Target="../media/image4811.png"/><Relationship Id="rId16" Type="http://schemas.openxmlformats.org/officeDocument/2006/relationships/image" Target="../media/image5520.png"/><Relationship Id="rId29" Type="http://schemas.openxmlformats.org/officeDocument/2006/relationships/image" Target="../media/image565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530.png"/><Relationship Id="rId11" Type="http://schemas.openxmlformats.org/officeDocument/2006/relationships/image" Target="../media/image4580.png"/><Relationship Id="rId24" Type="http://schemas.openxmlformats.org/officeDocument/2006/relationships/image" Target="../media/image5600.png"/><Relationship Id="rId32" Type="http://schemas.openxmlformats.org/officeDocument/2006/relationships/image" Target="../media/image4820.png"/><Relationship Id="rId37" Type="http://schemas.openxmlformats.org/officeDocument/2006/relationships/image" Target="../media/image5680.png"/><Relationship Id="rId40" Type="http://schemas.openxmlformats.org/officeDocument/2006/relationships/image" Target="../media/image5711.png"/><Relationship Id="rId45" Type="http://schemas.openxmlformats.org/officeDocument/2006/relationships/image" Target="../media/image5750.png"/><Relationship Id="rId5" Type="http://schemas.openxmlformats.org/officeDocument/2006/relationships/image" Target="../media/image5460.png"/><Relationship Id="rId15" Type="http://schemas.openxmlformats.org/officeDocument/2006/relationships/image" Target="../media/image5511.png"/><Relationship Id="rId23" Type="http://schemas.openxmlformats.org/officeDocument/2006/relationships/image" Target="../media/image5590.png"/><Relationship Id="rId28" Type="http://schemas.openxmlformats.org/officeDocument/2006/relationships/image" Target="../media/image5640.png"/><Relationship Id="rId36" Type="http://schemas.openxmlformats.org/officeDocument/2006/relationships/image" Target="../media/image4860.png"/><Relationship Id="rId10" Type="http://schemas.openxmlformats.org/officeDocument/2006/relationships/image" Target="../media/image4570.png"/><Relationship Id="rId19" Type="http://schemas.openxmlformats.org/officeDocument/2006/relationships/image" Target="../media/image5550.png"/><Relationship Id="rId31" Type="http://schemas.openxmlformats.org/officeDocument/2006/relationships/image" Target="../media/image5670.png"/><Relationship Id="rId44" Type="http://schemas.openxmlformats.org/officeDocument/2006/relationships/image" Target="../media/image5740.png"/><Relationship Id="rId4" Type="http://schemas.openxmlformats.org/officeDocument/2006/relationships/image" Target="../media/image5450.png"/><Relationship Id="rId9" Type="http://schemas.openxmlformats.org/officeDocument/2006/relationships/image" Target="../media/image4560.png"/><Relationship Id="rId14" Type="http://schemas.openxmlformats.org/officeDocument/2006/relationships/image" Target="../media/image5500.png"/><Relationship Id="rId22" Type="http://schemas.openxmlformats.org/officeDocument/2006/relationships/image" Target="../media/image5580.png"/><Relationship Id="rId27" Type="http://schemas.openxmlformats.org/officeDocument/2006/relationships/image" Target="../media/image5630.png"/><Relationship Id="rId30" Type="http://schemas.openxmlformats.org/officeDocument/2006/relationships/image" Target="../media/image5660.png"/><Relationship Id="rId35" Type="http://schemas.openxmlformats.org/officeDocument/2006/relationships/image" Target="../media/image4850.png"/><Relationship Id="rId43" Type="http://schemas.openxmlformats.org/officeDocument/2006/relationships/image" Target="../media/image4930.png"/><Relationship Id="rId8" Type="http://schemas.openxmlformats.org/officeDocument/2006/relationships/image" Target="../media/image5480.png"/><Relationship Id="rId3" Type="http://schemas.openxmlformats.org/officeDocument/2006/relationships/image" Target="../media/image5440.png"/><Relationship Id="rId12" Type="http://schemas.openxmlformats.org/officeDocument/2006/relationships/image" Target="../media/image4590.png"/><Relationship Id="rId17" Type="http://schemas.openxmlformats.org/officeDocument/2006/relationships/image" Target="../media/image5530.png"/><Relationship Id="rId25" Type="http://schemas.openxmlformats.org/officeDocument/2006/relationships/image" Target="../media/image5611.png"/><Relationship Id="rId33" Type="http://schemas.openxmlformats.org/officeDocument/2006/relationships/image" Target="../media/image4830.png"/><Relationship Id="rId38" Type="http://schemas.openxmlformats.org/officeDocument/2006/relationships/image" Target="../media/image5690.png"/><Relationship Id="rId20" Type="http://schemas.openxmlformats.org/officeDocument/2006/relationships/image" Target="../media/image5560.png"/><Relationship Id="rId41" Type="http://schemas.openxmlformats.org/officeDocument/2006/relationships/image" Target="../media/image5720.png"/></Relationships>
</file>

<file path=ppt/slides/_rels/slide13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860.png"/><Relationship Id="rId18" Type="http://schemas.openxmlformats.org/officeDocument/2006/relationships/image" Target="../media/image5911.png"/><Relationship Id="rId26" Type="http://schemas.openxmlformats.org/officeDocument/2006/relationships/image" Target="../media/image5160.png"/><Relationship Id="rId39" Type="http://schemas.openxmlformats.org/officeDocument/2006/relationships/image" Target="../media/image5980.png"/><Relationship Id="rId21" Type="http://schemas.openxmlformats.org/officeDocument/2006/relationships/image" Target="../media/image5111.png"/><Relationship Id="rId34" Type="http://schemas.openxmlformats.org/officeDocument/2006/relationships/image" Target="../media/image5750.png"/><Relationship Id="rId42" Type="http://schemas.openxmlformats.org/officeDocument/2006/relationships/image" Target="../media/image6011.png"/><Relationship Id="rId47" Type="http://schemas.openxmlformats.org/officeDocument/2006/relationships/image" Target="../media/image6060.png"/><Relationship Id="rId50" Type="http://schemas.openxmlformats.org/officeDocument/2006/relationships/image" Target="../media/image6090.png"/><Relationship Id="rId7" Type="http://schemas.openxmlformats.org/officeDocument/2006/relationships/image" Target="../media/image5800.png"/><Relationship Id="rId2" Type="http://schemas.openxmlformats.org/officeDocument/2006/relationships/image" Target="../media/image5760.png"/><Relationship Id="rId16" Type="http://schemas.openxmlformats.org/officeDocument/2006/relationships/image" Target="../media/image5890.png"/><Relationship Id="rId29" Type="http://schemas.openxmlformats.org/officeDocument/2006/relationships/image" Target="../media/image5190.png"/><Relationship Id="rId11" Type="http://schemas.openxmlformats.org/officeDocument/2006/relationships/image" Target="../media/image5840.png"/><Relationship Id="rId24" Type="http://schemas.openxmlformats.org/officeDocument/2006/relationships/image" Target="../media/image5140.png"/><Relationship Id="rId32" Type="http://schemas.openxmlformats.org/officeDocument/2006/relationships/image" Target="../media/image5220.png"/><Relationship Id="rId37" Type="http://schemas.openxmlformats.org/officeDocument/2006/relationships/image" Target="../media/image5960.png"/><Relationship Id="rId40" Type="http://schemas.openxmlformats.org/officeDocument/2006/relationships/image" Target="../media/image5990.png"/><Relationship Id="rId45" Type="http://schemas.openxmlformats.org/officeDocument/2006/relationships/image" Target="../media/image6040.png"/><Relationship Id="rId5" Type="http://schemas.openxmlformats.org/officeDocument/2006/relationships/image" Target="../media/image5780.png"/><Relationship Id="rId15" Type="http://schemas.openxmlformats.org/officeDocument/2006/relationships/image" Target="../media/image5880.png"/><Relationship Id="rId23" Type="http://schemas.openxmlformats.org/officeDocument/2006/relationships/image" Target="../media/image5130.png"/><Relationship Id="rId28" Type="http://schemas.openxmlformats.org/officeDocument/2006/relationships/image" Target="../media/image5180.png"/><Relationship Id="rId36" Type="http://schemas.openxmlformats.org/officeDocument/2006/relationships/image" Target="../media/image5950.png"/><Relationship Id="rId49" Type="http://schemas.openxmlformats.org/officeDocument/2006/relationships/image" Target="../media/image6080.png"/><Relationship Id="rId10" Type="http://schemas.openxmlformats.org/officeDocument/2006/relationships/image" Target="../media/image5830.png"/><Relationship Id="rId19" Type="http://schemas.openxmlformats.org/officeDocument/2006/relationships/image" Target="../media/image5920.png"/><Relationship Id="rId31" Type="http://schemas.openxmlformats.org/officeDocument/2006/relationships/image" Target="../media/image5211.png"/><Relationship Id="rId44" Type="http://schemas.openxmlformats.org/officeDocument/2006/relationships/image" Target="../media/image6030.png"/><Relationship Id="rId4" Type="http://schemas.openxmlformats.org/officeDocument/2006/relationships/image" Target="../media/image5770.png"/><Relationship Id="rId9" Type="http://schemas.openxmlformats.org/officeDocument/2006/relationships/image" Target="../media/image5820.png"/><Relationship Id="rId14" Type="http://schemas.openxmlformats.org/officeDocument/2006/relationships/image" Target="../media/image5870.png"/><Relationship Id="rId22" Type="http://schemas.openxmlformats.org/officeDocument/2006/relationships/image" Target="../media/image5120.png"/><Relationship Id="rId27" Type="http://schemas.openxmlformats.org/officeDocument/2006/relationships/image" Target="../media/image5170.png"/><Relationship Id="rId30" Type="http://schemas.openxmlformats.org/officeDocument/2006/relationships/image" Target="../media/image5200.png"/><Relationship Id="rId35" Type="http://schemas.openxmlformats.org/officeDocument/2006/relationships/image" Target="../media/image5940.png"/><Relationship Id="rId43" Type="http://schemas.openxmlformats.org/officeDocument/2006/relationships/image" Target="../media/image6020.png"/><Relationship Id="rId48" Type="http://schemas.openxmlformats.org/officeDocument/2006/relationships/image" Target="../media/image6070.png"/><Relationship Id="rId8" Type="http://schemas.openxmlformats.org/officeDocument/2006/relationships/image" Target="../media/image5811.png"/><Relationship Id="rId51" Type="http://schemas.openxmlformats.org/officeDocument/2006/relationships/image" Target="../media/image6100.png"/><Relationship Id="rId3" Type="http://schemas.openxmlformats.org/officeDocument/2006/relationships/image" Target="../media/image4811.png"/><Relationship Id="rId12" Type="http://schemas.openxmlformats.org/officeDocument/2006/relationships/image" Target="../media/image5850.png"/><Relationship Id="rId17" Type="http://schemas.openxmlformats.org/officeDocument/2006/relationships/image" Target="../media/image5900.png"/><Relationship Id="rId25" Type="http://schemas.openxmlformats.org/officeDocument/2006/relationships/image" Target="../media/image5150.png"/><Relationship Id="rId33" Type="http://schemas.openxmlformats.org/officeDocument/2006/relationships/image" Target="../media/image5740.png"/><Relationship Id="rId38" Type="http://schemas.openxmlformats.org/officeDocument/2006/relationships/image" Target="../media/image5970.png"/><Relationship Id="rId46" Type="http://schemas.openxmlformats.org/officeDocument/2006/relationships/image" Target="../media/image6050.png"/><Relationship Id="rId20" Type="http://schemas.openxmlformats.org/officeDocument/2006/relationships/image" Target="../media/image5930.png"/><Relationship Id="rId41" Type="http://schemas.openxmlformats.org/officeDocument/2006/relationships/image" Target="../media/image600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790.png"/></Relationships>
</file>

<file path=ppt/slides/_rels/slide13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160.png"/><Relationship Id="rId18" Type="http://schemas.openxmlformats.org/officeDocument/2006/relationships/image" Target="../media/image6211.png"/><Relationship Id="rId26" Type="http://schemas.openxmlformats.org/officeDocument/2006/relationships/image" Target="../media/image4820.png"/><Relationship Id="rId21" Type="http://schemas.openxmlformats.org/officeDocument/2006/relationships/image" Target="../media/image6240.png"/><Relationship Id="rId34" Type="http://schemas.openxmlformats.org/officeDocument/2006/relationships/image" Target="../media/image5400.png"/><Relationship Id="rId7" Type="http://schemas.openxmlformats.org/officeDocument/2006/relationships/image" Target="../media/image4560.png"/><Relationship Id="rId12" Type="http://schemas.openxmlformats.org/officeDocument/2006/relationships/image" Target="../media/image6150.png"/><Relationship Id="rId17" Type="http://schemas.openxmlformats.org/officeDocument/2006/relationships/image" Target="../media/image6200.png"/><Relationship Id="rId25" Type="http://schemas.openxmlformats.org/officeDocument/2006/relationships/image" Target="../media/image6280.png"/><Relationship Id="rId33" Type="http://schemas.openxmlformats.org/officeDocument/2006/relationships/image" Target="../media/image5390.png"/><Relationship Id="rId38" Type="http://schemas.openxmlformats.org/officeDocument/2006/relationships/image" Target="../media/image4811.png"/><Relationship Id="rId2" Type="http://schemas.openxmlformats.org/officeDocument/2006/relationships/image" Target="../media/image3870.png"/><Relationship Id="rId16" Type="http://schemas.openxmlformats.org/officeDocument/2006/relationships/image" Target="../media/image6190.png"/><Relationship Id="rId20" Type="http://schemas.openxmlformats.org/officeDocument/2006/relationships/image" Target="../media/image6230.png"/><Relationship Id="rId29" Type="http://schemas.openxmlformats.org/officeDocument/2006/relationships/image" Target="../media/image485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130.png"/><Relationship Id="rId11" Type="http://schemas.openxmlformats.org/officeDocument/2006/relationships/image" Target="../media/image6140.png"/><Relationship Id="rId24" Type="http://schemas.openxmlformats.org/officeDocument/2006/relationships/image" Target="../media/image6270.png"/><Relationship Id="rId32" Type="http://schemas.openxmlformats.org/officeDocument/2006/relationships/image" Target="../media/image5380.png"/><Relationship Id="rId37" Type="http://schemas.openxmlformats.org/officeDocument/2006/relationships/image" Target="../media/image5430.png"/><Relationship Id="rId5" Type="http://schemas.openxmlformats.org/officeDocument/2006/relationships/image" Target="../media/image6120.png"/><Relationship Id="rId15" Type="http://schemas.openxmlformats.org/officeDocument/2006/relationships/image" Target="../media/image6180.png"/><Relationship Id="rId23" Type="http://schemas.openxmlformats.org/officeDocument/2006/relationships/image" Target="../media/image6260.png"/><Relationship Id="rId28" Type="http://schemas.openxmlformats.org/officeDocument/2006/relationships/image" Target="../media/image4840.png"/><Relationship Id="rId36" Type="http://schemas.openxmlformats.org/officeDocument/2006/relationships/image" Target="../media/image5420.png"/><Relationship Id="rId10" Type="http://schemas.openxmlformats.org/officeDocument/2006/relationships/image" Target="../media/image4590.png"/><Relationship Id="rId19" Type="http://schemas.openxmlformats.org/officeDocument/2006/relationships/image" Target="../media/image6220.png"/><Relationship Id="rId31" Type="http://schemas.openxmlformats.org/officeDocument/2006/relationships/image" Target="../media/image4930.png"/><Relationship Id="rId4" Type="http://schemas.openxmlformats.org/officeDocument/2006/relationships/image" Target="../media/image4530.png"/><Relationship Id="rId9" Type="http://schemas.openxmlformats.org/officeDocument/2006/relationships/image" Target="../media/image4580.png"/><Relationship Id="rId14" Type="http://schemas.openxmlformats.org/officeDocument/2006/relationships/image" Target="../media/image6170.png"/><Relationship Id="rId22" Type="http://schemas.openxmlformats.org/officeDocument/2006/relationships/image" Target="../media/image6250.png"/><Relationship Id="rId27" Type="http://schemas.openxmlformats.org/officeDocument/2006/relationships/image" Target="../media/image4830.png"/><Relationship Id="rId30" Type="http://schemas.openxmlformats.org/officeDocument/2006/relationships/image" Target="../media/image4860.png"/><Relationship Id="rId35" Type="http://schemas.openxmlformats.org/officeDocument/2006/relationships/image" Target="../media/image5411.png"/><Relationship Id="rId8" Type="http://schemas.openxmlformats.org/officeDocument/2006/relationships/image" Target="../media/image4570.png"/><Relationship Id="rId3" Type="http://schemas.openxmlformats.org/officeDocument/2006/relationships/image" Target="../media/image6111.png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30.png"/><Relationship Id="rId13" Type="http://schemas.openxmlformats.org/officeDocument/2006/relationships/image" Target="../media/image6380.png"/><Relationship Id="rId18" Type="http://schemas.openxmlformats.org/officeDocument/2006/relationships/image" Target="../media/image6430.png"/><Relationship Id="rId26" Type="http://schemas.openxmlformats.org/officeDocument/2006/relationships/image" Target="../media/image6511.png"/><Relationship Id="rId3" Type="http://schemas.openxmlformats.org/officeDocument/2006/relationships/image" Target="../media/image4811.png"/><Relationship Id="rId21" Type="http://schemas.openxmlformats.org/officeDocument/2006/relationships/image" Target="../media/image6460.png"/><Relationship Id="rId7" Type="http://schemas.openxmlformats.org/officeDocument/2006/relationships/image" Target="../media/image6320.png"/><Relationship Id="rId12" Type="http://schemas.openxmlformats.org/officeDocument/2006/relationships/image" Target="../media/image6370.png"/><Relationship Id="rId17" Type="http://schemas.openxmlformats.org/officeDocument/2006/relationships/image" Target="../media/image6420.png"/><Relationship Id="rId25" Type="http://schemas.openxmlformats.org/officeDocument/2006/relationships/image" Target="../media/image6500.png"/><Relationship Id="rId2" Type="http://schemas.openxmlformats.org/officeDocument/2006/relationships/image" Target="../media/image4440.png"/><Relationship Id="rId16" Type="http://schemas.openxmlformats.org/officeDocument/2006/relationships/image" Target="../media/image6411.png"/><Relationship Id="rId20" Type="http://schemas.openxmlformats.org/officeDocument/2006/relationships/image" Target="../media/image6450.png"/><Relationship Id="rId29" Type="http://schemas.openxmlformats.org/officeDocument/2006/relationships/image" Target="../media/image654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311.png"/><Relationship Id="rId11" Type="http://schemas.openxmlformats.org/officeDocument/2006/relationships/image" Target="../media/image6360.png"/><Relationship Id="rId24" Type="http://schemas.openxmlformats.org/officeDocument/2006/relationships/image" Target="../media/image6490.png"/><Relationship Id="rId5" Type="http://schemas.openxmlformats.org/officeDocument/2006/relationships/image" Target="../media/image6300.png"/><Relationship Id="rId15" Type="http://schemas.openxmlformats.org/officeDocument/2006/relationships/image" Target="../media/image6400.png"/><Relationship Id="rId23" Type="http://schemas.openxmlformats.org/officeDocument/2006/relationships/image" Target="../media/image6480.png"/><Relationship Id="rId28" Type="http://schemas.openxmlformats.org/officeDocument/2006/relationships/image" Target="../media/image6530.png"/><Relationship Id="rId10" Type="http://schemas.openxmlformats.org/officeDocument/2006/relationships/image" Target="../media/image6350.png"/><Relationship Id="rId19" Type="http://schemas.openxmlformats.org/officeDocument/2006/relationships/image" Target="../media/image6440.png"/><Relationship Id="rId31" Type="http://schemas.openxmlformats.org/officeDocument/2006/relationships/image" Target="../media/image6560.png"/><Relationship Id="rId4" Type="http://schemas.openxmlformats.org/officeDocument/2006/relationships/image" Target="../media/image6290.png"/><Relationship Id="rId9" Type="http://schemas.openxmlformats.org/officeDocument/2006/relationships/image" Target="../media/image6340.png"/><Relationship Id="rId14" Type="http://schemas.openxmlformats.org/officeDocument/2006/relationships/image" Target="../media/image6390.png"/><Relationship Id="rId22" Type="http://schemas.openxmlformats.org/officeDocument/2006/relationships/image" Target="../media/image6470.png"/><Relationship Id="rId27" Type="http://schemas.openxmlformats.org/officeDocument/2006/relationships/image" Target="../media/image6520.png"/><Relationship Id="rId30" Type="http://schemas.openxmlformats.org/officeDocument/2006/relationships/image" Target="../media/image6550.png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70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40.png"/><Relationship Id="rId13" Type="http://schemas.openxmlformats.org/officeDocument/2006/relationships/image" Target="../media/image6690.png"/><Relationship Id="rId3" Type="http://schemas.openxmlformats.org/officeDocument/2006/relationships/image" Target="../media/image6590.png"/><Relationship Id="rId7" Type="http://schemas.openxmlformats.org/officeDocument/2006/relationships/image" Target="../media/image6630.png"/><Relationship Id="rId12" Type="http://schemas.openxmlformats.org/officeDocument/2006/relationships/image" Target="../media/image6680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620.png"/><Relationship Id="rId11" Type="http://schemas.openxmlformats.org/officeDocument/2006/relationships/image" Target="../media/image6670.png"/><Relationship Id="rId5" Type="http://schemas.openxmlformats.org/officeDocument/2006/relationships/image" Target="../media/image6611.png"/><Relationship Id="rId10" Type="http://schemas.openxmlformats.org/officeDocument/2006/relationships/image" Target="../media/image6660.png"/><Relationship Id="rId4" Type="http://schemas.openxmlformats.org/officeDocument/2006/relationships/image" Target="../media/image6600.png"/><Relationship Id="rId9" Type="http://schemas.openxmlformats.org/officeDocument/2006/relationships/image" Target="../media/image6650.png"/></Relationships>
</file>

<file path=ppt/slides/_rels/slide14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800.png"/><Relationship Id="rId18" Type="http://schemas.openxmlformats.org/officeDocument/2006/relationships/image" Target="../media/image6850.png"/><Relationship Id="rId26" Type="http://schemas.openxmlformats.org/officeDocument/2006/relationships/image" Target="../media/image6930.png"/><Relationship Id="rId3" Type="http://schemas.openxmlformats.org/officeDocument/2006/relationships/image" Target="../media/image6700.png"/><Relationship Id="rId21" Type="http://schemas.openxmlformats.org/officeDocument/2006/relationships/image" Target="../media/image6880.png"/><Relationship Id="rId34" Type="http://schemas.openxmlformats.org/officeDocument/2006/relationships/image" Target="../media/image7011.png"/><Relationship Id="rId7" Type="http://schemas.openxmlformats.org/officeDocument/2006/relationships/image" Target="../media/image6740.png"/><Relationship Id="rId12" Type="http://schemas.openxmlformats.org/officeDocument/2006/relationships/image" Target="../media/image6790.png"/><Relationship Id="rId17" Type="http://schemas.openxmlformats.org/officeDocument/2006/relationships/image" Target="../media/image6840.png"/><Relationship Id="rId25" Type="http://schemas.openxmlformats.org/officeDocument/2006/relationships/image" Target="../media/image6920.png"/><Relationship Id="rId33" Type="http://schemas.openxmlformats.org/officeDocument/2006/relationships/image" Target="../media/image7000.png"/><Relationship Id="rId2" Type="http://schemas.openxmlformats.org/officeDocument/2006/relationships/notesSlide" Target="../notesSlides/notesSlide80.xml"/><Relationship Id="rId16" Type="http://schemas.openxmlformats.org/officeDocument/2006/relationships/image" Target="../media/image6830.png"/><Relationship Id="rId20" Type="http://schemas.openxmlformats.org/officeDocument/2006/relationships/image" Target="../media/image6870.png"/><Relationship Id="rId29" Type="http://schemas.openxmlformats.org/officeDocument/2006/relationships/image" Target="../media/image69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730.png"/><Relationship Id="rId11" Type="http://schemas.openxmlformats.org/officeDocument/2006/relationships/image" Target="../media/image6780.png"/><Relationship Id="rId24" Type="http://schemas.openxmlformats.org/officeDocument/2006/relationships/image" Target="../media/image6911.png"/><Relationship Id="rId32" Type="http://schemas.openxmlformats.org/officeDocument/2006/relationships/image" Target="../media/image6990.png"/><Relationship Id="rId5" Type="http://schemas.openxmlformats.org/officeDocument/2006/relationships/image" Target="../media/image6720.png"/><Relationship Id="rId15" Type="http://schemas.openxmlformats.org/officeDocument/2006/relationships/image" Target="../media/image6820.png"/><Relationship Id="rId23" Type="http://schemas.openxmlformats.org/officeDocument/2006/relationships/image" Target="../media/image6900.png"/><Relationship Id="rId28" Type="http://schemas.openxmlformats.org/officeDocument/2006/relationships/image" Target="../media/image6950.png"/><Relationship Id="rId10" Type="http://schemas.openxmlformats.org/officeDocument/2006/relationships/image" Target="../media/image6770.png"/><Relationship Id="rId19" Type="http://schemas.openxmlformats.org/officeDocument/2006/relationships/image" Target="../media/image6860.png"/><Relationship Id="rId31" Type="http://schemas.openxmlformats.org/officeDocument/2006/relationships/image" Target="../media/image6980.png"/><Relationship Id="rId4" Type="http://schemas.openxmlformats.org/officeDocument/2006/relationships/image" Target="../media/image6711.png"/><Relationship Id="rId9" Type="http://schemas.openxmlformats.org/officeDocument/2006/relationships/image" Target="../media/image6760.png"/><Relationship Id="rId14" Type="http://schemas.openxmlformats.org/officeDocument/2006/relationships/image" Target="../media/image6811.png"/><Relationship Id="rId22" Type="http://schemas.openxmlformats.org/officeDocument/2006/relationships/image" Target="../media/image6890.png"/><Relationship Id="rId27" Type="http://schemas.openxmlformats.org/officeDocument/2006/relationships/image" Target="../media/image6940.png"/><Relationship Id="rId30" Type="http://schemas.openxmlformats.org/officeDocument/2006/relationships/image" Target="../media/image6970.png"/><Relationship Id="rId8" Type="http://schemas.openxmlformats.org/officeDocument/2006/relationships/image" Target="../media/image6750.pn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70.png"/><Relationship Id="rId3" Type="http://schemas.openxmlformats.org/officeDocument/2006/relationships/image" Target="../media/image7020.png"/><Relationship Id="rId7" Type="http://schemas.openxmlformats.org/officeDocument/2006/relationships/image" Target="../media/image7060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050.png"/><Relationship Id="rId5" Type="http://schemas.openxmlformats.org/officeDocument/2006/relationships/image" Target="../media/image7040.png"/><Relationship Id="rId10" Type="http://schemas.openxmlformats.org/officeDocument/2006/relationships/image" Target="../media/image7090.png"/><Relationship Id="rId4" Type="http://schemas.openxmlformats.org/officeDocument/2006/relationships/image" Target="../media/image7030.png"/><Relationship Id="rId9" Type="http://schemas.openxmlformats.org/officeDocument/2006/relationships/image" Target="../media/image7080.png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50.png"/><Relationship Id="rId13" Type="http://schemas.openxmlformats.org/officeDocument/2006/relationships/image" Target="../media/image7200.png"/><Relationship Id="rId18" Type="http://schemas.openxmlformats.org/officeDocument/2006/relationships/image" Target="../media/image7250.png"/><Relationship Id="rId3" Type="http://schemas.openxmlformats.org/officeDocument/2006/relationships/image" Target="../media/image7100.png"/><Relationship Id="rId21" Type="http://schemas.openxmlformats.org/officeDocument/2006/relationships/image" Target="../media/image7280.png"/><Relationship Id="rId7" Type="http://schemas.openxmlformats.org/officeDocument/2006/relationships/image" Target="../media/image7140.png"/><Relationship Id="rId12" Type="http://schemas.openxmlformats.org/officeDocument/2006/relationships/image" Target="../media/image7190.png"/><Relationship Id="rId17" Type="http://schemas.openxmlformats.org/officeDocument/2006/relationships/image" Target="../media/image7240.png"/><Relationship Id="rId2" Type="http://schemas.openxmlformats.org/officeDocument/2006/relationships/notesSlide" Target="../notesSlides/notesSlide82.xml"/><Relationship Id="rId16" Type="http://schemas.openxmlformats.org/officeDocument/2006/relationships/image" Target="../media/image7230.png"/><Relationship Id="rId20" Type="http://schemas.openxmlformats.org/officeDocument/2006/relationships/image" Target="../media/image727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130.png"/><Relationship Id="rId11" Type="http://schemas.openxmlformats.org/officeDocument/2006/relationships/image" Target="../media/image7180.png"/><Relationship Id="rId5" Type="http://schemas.openxmlformats.org/officeDocument/2006/relationships/image" Target="../media/image7120.png"/><Relationship Id="rId15" Type="http://schemas.openxmlformats.org/officeDocument/2006/relationships/image" Target="../media/image7220.png"/><Relationship Id="rId10" Type="http://schemas.openxmlformats.org/officeDocument/2006/relationships/image" Target="../media/image7170.png"/><Relationship Id="rId19" Type="http://schemas.openxmlformats.org/officeDocument/2006/relationships/image" Target="../media/image7260.png"/><Relationship Id="rId4" Type="http://schemas.openxmlformats.org/officeDocument/2006/relationships/image" Target="../media/image7111.png"/><Relationship Id="rId9" Type="http://schemas.openxmlformats.org/officeDocument/2006/relationships/image" Target="../media/image7160.png"/><Relationship Id="rId14" Type="http://schemas.openxmlformats.org/officeDocument/2006/relationships/image" Target="../media/image7211.png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40.png"/><Relationship Id="rId3" Type="http://schemas.openxmlformats.org/officeDocument/2006/relationships/image" Target="../media/image7290.png"/><Relationship Id="rId7" Type="http://schemas.openxmlformats.org/officeDocument/2006/relationships/image" Target="../media/image7330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320.png"/><Relationship Id="rId5" Type="http://schemas.openxmlformats.org/officeDocument/2006/relationships/image" Target="../media/image7311.png"/><Relationship Id="rId4" Type="http://schemas.openxmlformats.org/officeDocument/2006/relationships/image" Target="../media/image7300.png"/><Relationship Id="rId9" Type="http://schemas.openxmlformats.org/officeDocument/2006/relationships/image" Target="../media/image7350.png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12.png"/><Relationship Id="rId13" Type="http://schemas.openxmlformats.org/officeDocument/2006/relationships/image" Target="../media/image7460.png"/><Relationship Id="rId18" Type="http://schemas.openxmlformats.org/officeDocument/2006/relationships/image" Target="../media/image7512.png"/><Relationship Id="rId3" Type="http://schemas.openxmlformats.org/officeDocument/2006/relationships/image" Target="../media/image7360.png"/><Relationship Id="rId7" Type="http://schemas.openxmlformats.org/officeDocument/2006/relationships/image" Target="../media/image7400.png"/><Relationship Id="rId12" Type="http://schemas.openxmlformats.org/officeDocument/2006/relationships/image" Target="../media/image7450.png"/><Relationship Id="rId17" Type="http://schemas.openxmlformats.org/officeDocument/2006/relationships/image" Target="../media/image7500.png"/><Relationship Id="rId2" Type="http://schemas.openxmlformats.org/officeDocument/2006/relationships/notesSlide" Target="../notesSlides/notesSlide84.xml"/><Relationship Id="rId16" Type="http://schemas.openxmlformats.org/officeDocument/2006/relationships/image" Target="../media/image749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390.png"/><Relationship Id="rId11" Type="http://schemas.openxmlformats.org/officeDocument/2006/relationships/image" Target="../media/image7440.png"/><Relationship Id="rId5" Type="http://schemas.openxmlformats.org/officeDocument/2006/relationships/image" Target="../media/image7380.png"/><Relationship Id="rId15" Type="http://schemas.openxmlformats.org/officeDocument/2006/relationships/image" Target="../media/image7480.png"/><Relationship Id="rId10" Type="http://schemas.openxmlformats.org/officeDocument/2006/relationships/image" Target="../media/image7430.png"/><Relationship Id="rId4" Type="http://schemas.openxmlformats.org/officeDocument/2006/relationships/image" Target="../media/image7370.png"/><Relationship Id="rId9" Type="http://schemas.openxmlformats.org/officeDocument/2006/relationships/image" Target="../media/image7420.png"/><Relationship Id="rId14" Type="http://schemas.openxmlformats.org/officeDocument/2006/relationships/image" Target="../media/image7470.png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60.png"/><Relationship Id="rId3" Type="http://schemas.openxmlformats.org/officeDocument/2006/relationships/image" Target="../media/image1304.png"/><Relationship Id="rId7" Type="http://schemas.openxmlformats.org/officeDocument/2006/relationships/image" Target="../media/image7550.png"/><Relationship Id="rId12" Type="http://schemas.openxmlformats.org/officeDocument/2006/relationships/image" Target="../media/image7600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540.png"/><Relationship Id="rId11" Type="http://schemas.openxmlformats.org/officeDocument/2006/relationships/image" Target="../media/image7590.png"/><Relationship Id="rId5" Type="http://schemas.openxmlformats.org/officeDocument/2006/relationships/image" Target="../media/image7530.png"/><Relationship Id="rId10" Type="http://schemas.openxmlformats.org/officeDocument/2006/relationships/image" Target="../media/image7580.png"/><Relationship Id="rId4" Type="http://schemas.openxmlformats.org/officeDocument/2006/relationships/image" Target="../media/image7520.png"/><Relationship Id="rId9" Type="http://schemas.openxmlformats.org/officeDocument/2006/relationships/image" Target="../media/image7570.png"/></Relationships>
</file>

<file path=ppt/slides/_rels/slide1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60.png"/><Relationship Id="rId3" Type="http://schemas.openxmlformats.org/officeDocument/2006/relationships/image" Target="../media/image7612.png"/><Relationship Id="rId7" Type="http://schemas.openxmlformats.org/officeDocument/2006/relationships/image" Target="../media/image7650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640.png"/><Relationship Id="rId5" Type="http://schemas.openxmlformats.org/officeDocument/2006/relationships/image" Target="../media/image7630.png"/><Relationship Id="rId10" Type="http://schemas.openxmlformats.org/officeDocument/2006/relationships/image" Target="../media/image7680.png"/><Relationship Id="rId4" Type="http://schemas.openxmlformats.org/officeDocument/2006/relationships/image" Target="../media/image7620.png"/><Relationship Id="rId9" Type="http://schemas.openxmlformats.org/officeDocument/2006/relationships/image" Target="../media/image7670.png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5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711.png"/><Relationship Id="rId5" Type="http://schemas.openxmlformats.org/officeDocument/2006/relationships/image" Target="../media/image7700.png"/><Relationship Id="rId4" Type="http://schemas.openxmlformats.org/officeDocument/2006/relationships/image" Target="../media/image7690.png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70.png"/><Relationship Id="rId13" Type="http://schemas.openxmlformats.org/officeDocument/2006/relationships/image" Target="../media/image7820.png"/><Relationship Id="rId18" Type="http://schemas.openxmlformats.org/officeDocument/2006/relationships/image" Target="../media/image7870.png"/><Relationship Id="rId26" Type="http://schemas.openxmlformats.org/officeDocument/2006/relationships/image" Target="../media/image7940.png"/><Relationship Id="rId3" Type="http://schemas.openxmlformats.org/officeDocument/2006/relationships/image" Target="../media/image7720.png"/><Relationship Id="rId21" Type="http://schemas.openxmlformats.org/officeDocument/2006/relationships/image" Target="../media/image7900.png"/><Relationship Id="rId7" Type="http://schemas.openxmlformats.org/officeDocument/2006/relationships/image" Target="../media/image7760.png"/><Relationship Id="rId12" Type="http://schemas.openxmlformats.org/officeDocument/2006/relationships/image" Target="../media/image7811.png"/><Relationship Id="rId17" Type="http://schemas.openxmlformats.org/officeDocument/2006/relationships/image" Target="../media/image7860.png"/><Relationship Id="rId25" Type="http://schemas.openxmlformats.org/officeDocument/2006/relationships/image" Target="../media/image7930.png"/><Relationship Id="rId2" Type="http://schemas.openxmlformats.org/officeDocument/2006/relationships/notesSlide" Target="../notesSlides/notesSlide88.xml"/><Relationship Id="rId16" Type="http://schemas.openxmlformats.org/officeDocument/2006/relationships/image" Target="../media/image7850.png"/><Relationship Id="rId20" Type="http://schemas.openxmlformats.org/officeDocument/2006/relationships/image" Target="../media/image789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750.png"/><Relationship Id="rId11" Type="http://schemas.openxmlformats.org/officeDocument/2006/relationships/image" Target="../media/image7800.png"/><Relationship Id="rId24" Type="http://schemas.openxmlformats.org/officeDocument/2006/relationships/image" Target="../media/image4930.png"/><Relationship Id="rId5" Type="http://schemas.openxmlformats.org/officeDocument/2006/relationships/image" Target="../media/image7740.png"/><Relationship Id="rId15" Type="http://schemas.openxmlformats.org/officeDocument/2006/relationships/image" Target="../media/image7840.png"/><Relationship Id="rId23" Type="http://schemas.openxmlformats.org/officeDocument/2006/relationships/image" Target="../media/image7920.png"/><Relationship Id="rId10" Type="http://schemas.openxmlformats.org/officeDocument/2006/relationships/image" Target="../media/image7790.png"/><Relationship Id="rId19" Type="http://schemas.openxmlformats.org/officeDocument/2006/relationships/image" Target="../media/image7880.png"/><Relationship Id="rId4" Type="http://schemas.openxmlformats.org/officeDocument/2006/relationships/image" Target="../media/image7730.png"/><Relationship Id="rId9" Type="http://schemas.openxmlformats.org/officeDocument/2006/relationships/image" Target="../media/image7780.png"/><Relationship Id="rId14" Type="http://schemas.openxmlformats.org/officeDocument/2006/relationships/image" Target="../media/image7830.png"/><Relationship Id="rId22" Type="http://schemas.openxmlformats.org/officeDocument/2006/relationships/image" Target="../media/image7911.png"/></Relationships>
</file>

<file path=ppt/slides/_rels/slide15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890.png"/><Relationship Id="rId18" Type="http://schemas.openxmlformats.org/officeDocument/2006/relationships/image" Target="../media/image7970.png"/><Relationship Id="rId26" Type="http://schemas.openxmlformats.org/officeDocument/2006/relationships/image" Target="../media/image8050.png"/><Relationship Id="rId3" Type="http://schemas.openxmlformats.org/officeDocument/2006/relationships/image" Target="../media/image7720.png"/><Relationship Id="rId21" Type="http://schemas.openxmlformats.org/officeDocument/2006/relationships/image" Target="../media/image8000.png"/><Relationship Id="rId34" Type="http://schemas.openxmlformats.org/officeDocument/2006/relationships/image" Target="../media/image1312.png"/><Relationship Id="rId7" Type="http://schemas.openxmlformats.org/officeDocument/2006/relationships/image" Target="../media/image7790.png"/><Relationship Id="rId12" Type="http://schemas.openxmlformats.org/officeDocument/2006/relationships/image" Target="../media/image7880.png"/><Relationship Id="rId17" Type="http://schemas.openxmlformats.org/officeDocument/2006/relationships/image" Target="../media/image4930.png"/><Relationship Id="rId25" Type="http://schemas.openxmlformats.org/officeDocument/2006/relationships/image" Target="../media/image8040.png"/><Relationship Id="rId33" Type="http://schemas.openxmlformats.org/officeDocument/2006/relationships/image" Target="../media/image8120.png"/><Relationship Id="rId2" Type="http://schemas.openxmlformats.org/officeDocument/2006/relationships/notesSlide" Target="../notesSlides/notesSlide89.xml"/><Relationship Id="rId16" Type="http://schemas.openxmlformats.org/officeDocument/2006/relationships/image" Target="../media/image7920.png"/><Relationship Id="rId20" Type="http://schemas.openxmlformats.org/officeDocument/2006/relationships/image" Target="../media/image1307.png"/><Relationship Id="rId29" Type="http://schemas.openxmlformats.org/officeDocument/2006/relationships/image" Target="../media/image1308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960.png"/><Relationship Id="rId11" Type="http://schemas.openxmlformats.org/officeDocument/2006/relationships/image" Target="../media/image7830.png"/><Relationship Id="rId24" Type="http://schemas.openxmlformats.org/officeDocument/2006/relationships/image" Target="../media/image8030.png"/><Relationship Id="rId32" Type="http://schemas.openxmlformats.org/officeDocument/2006/relationships/image" Target="../media/image1311.png"/><Relationship Id="rId5" Type="http://schemas.openxmlformats.org/officeDocument/2006/relationships/image" Target="../media/image7950.png"/><Relationship Id="rId15" Type="http://schemas.openxmlformats.org/officeDocument/2006/relationships/image" Target="../media/image7911.png"/><Relationship Id="rId23" Type="http://schemas.openxmlformats.org/officeDocument/2006/relationships/image" Target="../media/image8020.png"/><Relationship Id="rId28" Type="http://schemas.openxmlformats.org/officeDocument/2006/relationships/image" Target="../media/image8070.png"/><Relationship Id="rId10" Type="http://schemas.openxmlformats.org/officeDocument/2006/relationships/image" Target="../media/image7820.png"/><Relationship Id="rId19" Type="http://schemas.openxmlformats.org/officeDocument/2006/relationships/image" Target="../media/image1306.png"/><Relationship Id="rId31" Type="http://schemas.openxmlformats.org/officeDocument/2006/relationships/image" Target="../media/image1310.png"/><Relationship Id="rId4" Type="http://schemas.openxmlformats.org/officeDocument/2006/relationships/image" Target="../media/image7730.png"/><Relationship Id="rId9" Type="http://schemas.openxmlformats.org/officeDocument/2006/relationships/image" Target="../media/image7811.png"/><Relationship Id="rId14" Type="http://schemas.openxmlformats.org/officeDocument/2006/relationships/image" Target="../media/image7900.png"/><Relationship Id="rId22" Type="http://schemas.openxmlformats.org/officeDocument/2006/relationships/image" Target="../media/image8011.png"/><Relationship Id="rId27" Type="http://schemas.openxmlformats.org/officeDocument/2006/relationships/image" Target="../media/image8060.png"/><Relationship Id="rId30" Type="http://schemas.openxmlformats.org/officeDocument/2006/relationships/image" Target="../media/image1309.png"/><Relationship Id="rId35" Type="http://schemas.openxmlformats.org/officeDocument/2006/relationships/image" Target="../media/image7940.png"/><Relationship Id="rId8" Type="http://schemas.openxmlformats.org/officeDocument/2006/relationships/image" Target="../media/image7800.png"/></Relationships>
</file>

<file path=ppt/slides/_rels/slide1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14.png"/><Relationship Id="rId13" Type="http://schemas.openxmlformats.org/officeDocument/2006/relationships/image" Target="../media/image8220.png"/><Relationship Id="rId18" Type="http://schemas.openxmlformats.org/officeDocument/2006/relationships/image" Target="../media/image1315.png"/><Relationship Id="rId3" Type="http://schemas.openxmlformats.org/officeDocument/2006/relationships/image" Target="../media/image8140.png"/><Relationship Id="rId7" Type="http://schemas.openxmlformats.org/officeDocument/2006/relationships/image" Target="../media/image1313.png"/><Relationship Id="rId12" Type="http://schemas.openxmlformats.org/officeDocument/2006/relationships/image" Target="../media/image8211.png"/><Relationship Id="rId17" Type="http://schemas.openxmlformats.org/officeDocument/2006/relationships/image" Target="../media/image8260.png"/><Relationship Id="rId2" Type="http://schemas.openxmlformats.org/officeDocument/2006/relationships/notesSlide" Target="../notesSlides/notesSlide90.xml"/><Relationship Id="rId16" Type="http://schemas.openxmlformats.org/officeDocument/2006/relationships/image" Target="../media/image825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960.png"/><Relationship Id="rId11" Type="http://schemas.openxmlformats.org/officeDocument/2006/relationships/image" Target="../media/image8200.png"/><Relationship Id="rId5" Type="http://schemas.openxmlformats.org/officeDocument/2006/relationships/image" Target="../media/image7950.png"/><Relationship Id="rId15" Type="http://schemas.openxmlformats.org/officeDocument/2006/relationships/image" Target="../media/image8240.png"/><Relationship Id="rId10" Type="http://schemas.openxmlformats.org/officeDocument/2006/relationships/image" Target="../media/image8190.png"/><Relationship Id="rId4" Type="http://schemas.openxmlformats.org/officeDocument/2006/relationships/image" Target="../media/image8150.png"/><Relationship Id="rId9" Type="http://schemas.openxmlformats.org/officeDocument/2006/relationships/image" Target="../media/image8180.png"/><Relationship Id="rId14" Type="http://schemas.openxmlformats.org/officeDocument/2006/relationships/image" Target="../media/image8230.png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16.png"/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8.png"/><Relationship Id="rId2" Type="http://schemas.openxmlformats.org/officeDocument/2006/relationships/image" Target="../media/image1317.png"/><Relationship Id="rId1" Type="http://schemas.openxmlformats.org/officeDocument/2006/relationships/slideLayout" Target="../slideLayouts/slideLayout2.xml"/><Relationship Id="rId4" Type="http://schemas.microsoft.com/office/2007/relationships/hdphoto" Target="../media/hdphoto3.wdp"/></Relationships>
</file>

<file path=ppt/slides/_rels/slide158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1318.png"/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9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321.png"/><Relationship Id="rId4" Type="http://schemas.openxmlformats.org/officeDocument/2006/relationships/image" Target="../media/image1320.png"/></Relationships>
</file>

<file path=ppt/slides/_rels/slide16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332.png"/><Relationship Id="rId18" Type="http://schemas.openxmlformats.org/officeDocument/2006/relationships/image" Target="../media/image1337.png"/><Relationship Id="rId26" Type="http://schemas.openxmlformats.org/officeDocument/2006/relationships/image" Target="../media/image1345.png"/><Relationship Id="rId39" Type="http://schemas.openxmlformats.org/officeDocument/2006/relationships/image" Target="../media/image1358.png"/><Relationship Id="rId21" Type="http://schemas.openxmlformats.org/officeDocument/2006/relationships/image" Target="../media/image1340.png"/><Relationship Id="rId34" Type="http://schemas.openxmlformats.org/officeDocument/2006/relationships/image" Target="../media/image1353.png"/><Relationship Id="rId42" Type="http://schemas.openxmlformats.org/officeDocument/2006/relationships/image" Target="../media/image1361.png"/><Relationship Id="rId47" Type="http://schemas.openxmlformats.org/officeDocument/2006/relationships/image" Target="../media/image1366.png"/><Relationship Id="rId7" Type="http://schemas.openxmlformats.org/officeDocument/2006/relationships/image" Target="../media/image1326.png"/><Relationship Id="rId2" Type="http://schemas.openxmlformats.org/officeDocument/2006/relationships/notesSlide" Target="../notesSlides/notesSlide92.xml"/><Relationship Id="rId16" Type="http://schemas.openxmlformats.org/officeDocument/2006/relationships/image" Target="../media/image1335.png"/><Relationship Id="rId29" Type="http://schemas.openxmlformats.org/officeDocument/2006/relationships/image" Target="../media/image1348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325.png"/><Relationship Id="rId11" Type="http://schemas.openxmlformats.org/officeDocument/2006/relationships/image" Target="../media/image1330.png"/><Relationship Id="rId24" Type="http://schemas.openxmlformats.org/officeDocument/2006/relationships/image" Target="../media/image1343.png"/><Relationship Id="rId32" Type="http://schemas.openxmlformats.org/officeDocument/2006/relationships/image" Target="../media/image1351.png"/><Relationship Id="rId37" Type="http://schemas.openxmlformats.org/officeDocument/2006/relationships/image" Target="../media/image1356.png"/><Relationship Id="rId40" Type="http://schemas.openxmlformats.org/officeDocument/2006/relationships/image" Target="../media/image1359.png"/><Relationship Id="rId45" Type="http://schemas.openxmlformats.org/officeDocument/2006/relationships/image" Target="../media/image1364.png"/><Relationship Id="rId5" Type="http://schemas.openxmlformats.org/officeDocument/2006/relationships/image" Target="../media/image1324.png"/><Relationship Id="rId15" Type="http://schemas.openxmlformats.org/officeDocument/2006/relationships/image" Target="../media/image1334.png"/><Relationship Id="rId23" Type="http://schemas.openxmlformats.org/officeDocument/2006/relationships/image" Target="../media/image1342.png"/><Relationship Id="rId28" Type="http://schemas.openxmlformats.org/officeDocument/2006/relationships/image" Target="../media/image1347.png"/><Relationship Id="rId36" Type="http://schemas.openxmlformats.org/officeDocument/2006/relationships/image" Target="../media/image1355.png"/><Relationship Id="rId10" Type="http://schemas.openxmlformats.org/officeDocument/2006/relationships/image" Target="../media/image1329.png"/><Relationship Id="rId19" Type="http://schemas.openxmlformats.org/officeDocument/2006/relationships/image" Target="../media/image1338.png"/><Relationship Id="rId31" Type="http://schemas.openxmlformats.org/officeDocument/2006/relationships/image" Target="../media/image1350.png"/><Relationship Id="rId44" Type="http://schemas.openxmlformats.org/officeDocument/2006/relationships/image" Target="../media/image1363.png"/><Relationship Id="rId4" Type="http://schemas.openxmlformats.org/officeDocument/2006/relationships/image" Target="../media/image1323.png"/><Relationship Id="rId9" Type="http://schemas.openxmlformats.org/officeDocument/2006/relationships/image" Target="../media/image1328.png"/><Relationship Id="rId14" Type="http://schemas.openxmlformats.org/officeDocument/2006/relationships/image" Target="../media/image1333.png"/><Relationship Id="rId22" Type="http://schemas.openxmlformats.org/officeDocument/2006/relationships/image" Target="../media/image1341.png"/><Relationship Id="rId27" Type="http://schemas.openxmlformats.org/officeDocument/2006/relationships/image" Target="../media/image1346.png"/><Relationship Id="rId30" Type="http://schemas.openxmlformats.org/officeDocument/2006/relationships/image" Target="../media/image1349.png"/><Relationship Id="rId35" Type="http://schemas.openxmlformats.org/officeDocument/2006/relationships/image" Target="../media/image1354.png"/><Relationship Id="rId43" Type="http://schemas.openxmlformats.org/officeDocument/2006/relationships/image" Target="../media/image1362.png"/><Relationship Id="rId48" Type="http://schemas.openxmlformats.org/officeDocument/2006/relationships/image" Target="../media/image1367.png"/><Relationship Id="rId8" Type="http://schemas.openxmlformats.org/officeDocument/2006/relationships/image" Target="../media/image1327.png"/><Relationship Id="rId3" Type="http://schemas.openxmlformats.org/officeDocument/2006/relationships/image" Target="../media/image1322.png"/><Relationship Id="rId12" Type="http://schemas.openxmlformats.org/officeDocument/2006/relationships/image" Target="../media/image1331.png"/><Relationship Id="rId17" Type="http://schemas.openxmlformats.org/officeDocument/2006/relationships/image" Target="../media/image1336.png"/><Relationship Id="rId25" Type="http://schemas.openxmlformats.org/officeDocument/2006/relationships/image" Target="../media/image1344.png"/><Relationship Id="rId33" Type="http://schemas.openxmlformats.org/officeDocument/2006/relationships/image" Target="../media/image1352.png"/><Relationship Id="rId38" Type="http://schemas.openxmlformats.org/officeDocument/2006/relationships/image" Target="../media/image1357.png"/><Relationship Id="rId46" Type="http://schemas.openxmlformats.org/officeDocument/2006/relationships/image" Target="../media/image1365.png"/><Relationship Id="rId20" Type="http://schemas.openxmlformats.org/officeDocument/2006/relationships/image" Target="../media/image1339.png"/><Relationship Id="rId41" Type="http://schemas.openxmlformats.org/officeDocument/2006/relationships/image" Target="../media/image1360.png"/></Relationships>
</file>

<file path=ppt/slides/_rels/slide1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3.png"/><Relationship Id="rId13" Type="http://schemas.openxmlformats.org/officeDocument/2006/relationships/image" Target="../media/image1378.png"/><Relationship Id="rId18" Type="http://schemas.openxmlformats.org/officeDocument/2006/relationships/image" Target="../media/image1383.png"/><Relationship Id="rId3" Type="http://schemas.openxmlformats.org/officeDocument/2006/relationships/image" Target="../media/image1368.png"/><Relationship Id="rId7" Type="http://schemas.openxmlformats.org/officeDocument/2006/relationships/image" Target="../media/image1372.png"/><Relationship Id="rId12" Type="http://schemas.openxmlformats.org/officeDocument/2006/relationships/image" Target="../media/image1377.png"/><Relationship Id="rId17" Type="http://schemas.openxmlformats.org/officeDocument/2006/relationships/image" Target="../media/image1382.png"/><Relationship Id="rId2" Type="http://schemas.openxmlformats.org/officeDocument/2006/relationships/notesSlide" Target="../notesSlides/notesSlide93.xml"/><Relationship Id="rId16" Type="http://schemas.openxmlformats.org/officeDocument/2006/relationships/image" Target="../media/image1381.png"/><Relationship Id="rId20" Type="http://schemas.openxmlformats.org/officeDocument/2006/relationships/image" Target="../media/image138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371.png"/><Relationship Id="rId11" Type="http://schemas.openxmlformats.org/officeDocument/2006/relationships/image" Target="../media/image1376.png"/><Relationship Id="rId5" Type="http://schemas.openxmlformats.org/officeDocument/2006/relationships/image" Target="../media/image1370.png"/><Relationship Id="rId15" Type="http://schemas.openxmlformats.org/officeDocument/2006/relationships/image" Target="../media/image1380.png"/><Relationship Id="rId10" Type="http://schemas.openxmlformats.org/officeDocument/2006/relationships/image" Target="../media/image1375.png"/><Relationship Id="rId19" Type="http://schemas.openxmlformats.org/officeDocument/2006/relationships/image" Target="../media/image1384.png"/><Relationship Id="rId4" Type="http://schemas.openxmlformats.org/officeDocument/2006/relationships/image" Target="../media/image1369.png"/><Relationship Id="rId9" Type="http://schemas.openxmlformats.org/officeDocument/2006/relationships/image" Target="../media/image1374.png"/><Relationship Id="rId14" Type="http://schemas.openxmlformats.org/officeDocument/2006/relationships/image" Target="../media/image1379.png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9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321.png"/><Relationship Id="rId4" Type="http://schemas.openxmlformats.org/officeDocument/2006/relationships/image" Target="../media/image1320.png"/></Relationships>
</file>

<file path=ppt/slides/_rels/slide1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92.png"/><Relationship Id="rId13" Type="http://schemas.openxmlformats.org/officeDocument/2006/relationships/image" Target="../media/image1397.png"/><Relationship Id="rId18" Type="http://schemas.openxmlformats.org/officeDocument/2006/relationships/image" Target="../media/image1402.png"/><Relationship Id="rId26" Type="http://schemas.openxmlformats.org/officeDocument/2006/relationships/image" Target="../media/image1410.png"/><Relationship Id="rId3" Type="http://schemas.openxmlformats.org/officeDocument/2006/relationships/image" Target="../media/image1387.png"/><Relationship Id="rId21" Type="http://schemas.openxmlformats.org/officeDocument/2006/relationships/image" Target="../media/image1405.png"/><Relationship Id="rId7" Type="http://schemas.openxmlformats.org/officeDocument/2006/relationships/image" Target="../media/image1391.png"/><Relationship Id="rId12" Type="http://schemas.openxmlformats.org/officeDocument/2006/relationships/image" Target="../media/image1396.png"/><Relationship Id="rId17" Type="http://schemas.openxmlformats.org/officeDocument/2006/relationships/image" Target="../media/image1401.png"/><Relationship Id="rId25" Type="http://schemas.openxmlformats.org/officeDocument/2006/relationships/image" Target="../media/image1409.png"/><Relationship Id="rId2" Type="http://schemas.openxmlformats.org/officeDocument/2006/relationships/image" Target="../media/image1386.png"/><Relationship Id="rId16" Type="http://schemas.openxmlformats.org/officeDocument/2006/relationships/image" Target="../media/image1400.png"/><Relationship Id="rId20" Type="http://schemas.openxmlformats.org/officeDocument/2006/relationships/image" Target="../media/image140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390.png"/><Relationship Id="rId11" Type="http://schemas.openxmlformats.org/officeDocument/2006/relationships/image" Target="../media/image1395.png"/><Relationship Id="rId24" Type="http://schemas.openxmlformats.org/officeDocument/2006/relationships/image" Target="../media/image1408.png"/><Relationship Id="rId5" Type="http://schemas.openxmlformats.org/officeDocument/2006/relationships/image" Target="../media/image1389.png"/><Relationship Id="rId15" Type="http://schemas.openxmlformats.org/officeDocument/2006/relationships/image" Target="../media/image1399.png"/><Relationship Id="rId23" Type="http://schemas.openxmlformats.org/officeDocument/2006/relationships/image" Target="../media/image1407.png"/><Relationship Id="rId28" Type="http://schemas.openxmlformats.org/officeDocument/2006/relationships/image" Target="../media/image1412.png"/><Relationship Id="rId10" Type="http://schemas.openxmlformats.org/officeDocument/2006/relationships/image" Target="../media/image1394.png"/><Relationship Id="rId19" Type="http://schemas.openxmlformats.org/officeDocument/2006/relationships/image" Target="../media/image1403.png"/><Relationship Id="rId4" Type="http://schemas.openxmlformats.org/officeDocument/2006/relationships/image" Target="../media/image1388.png"/><Relationship Id="rId9" Type="http://schemas.openxmlformats.org/officeDocument/2006/relationships/image" Target="../media/image1393.png"/><Relationship Id="rId14" Type="http://schemas.openxmlformats.org/officeDocument/2006/relationships/image" Target="../media/image1398.png"/><Relationship Id="rId22" Type="http://schemas.openxmlformats.org/officeDocument/2006/relationships/image" Target="../media/image1406.png"/><Relationship Id="rId27" Type="http://schemas.openxmlformats.org/officeDocument/2006/relationships/image" Target="../media/image1411.png"/></Relationships>
</file>

<file path=ppt/slides/_rels/slide16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424.png"/><Relationship Id="rId18" Type="http://schemas.openxmlformats.org/officeDocument/2006/relationships/image" Target="../media/image1429.png"/><Relationship Id="rId26" Type="http://schemas.openxmlformats.org/officeDocument/2006/relationships/image" Target="../media/image1400.png"/><Relationship Id="rId39" Type="http://schemas.openxmlformats.org/officeDocument/2006/relationships/image" Target="../media/image1443.png"/><Relationship Id="rId21" Type="http://schemas.openxmlformats.org/officeDocument/2006/relationships/image" Target="../media/image1391.png"/><Relationship Id="rId34" Type="http://schemas.openxmlformats.org/officeDocument/2006/relationships/image" Target="../media/image1440.png"/><Relationship Id="rId7" Type="http://schemas.openxmlformats.org/officeDocument/2006/relationships/image" Target="../media/image1418.png"/><Relationship Id="rId12" Type="http://schemas.openxmlformats.org/officeDocument/2006/relationships/image" Target="../media/image1423.png"/><Relationship Id="rId17" Type="http://schemas.openxmlformats.org/officeDocument/2006/relationships/image" Target="../media/image1428.png"/><Relationship Id="rId25" Type="http://schemas.openxmlformats.org/officeDocument/2006/relationships/image" Target="../media/image1434.png"/><Relationship Id="rId33" Type="http://schemas.openxmlformats.org/officeDocument/2006/relationships/image" Target="../media/image1439.png"/><Relationship Id="rId38" Type="http://schemas.openxmlformats.org/officeDocument/2006/relationships/image" Target="../media/image1442.png"/><Relationship Id="rId2" Type="http://schemas.openxmlformats.org/officeDocument/2006/relationships/image" Target="../media/image1413.png"/><Relationship Id="rId16" Type="http://schemas.openxmlformats.org/officeDocument/2006/relationships/image" Target="../media/image1427.png"/><Relationship Id="rId20" Type="http://schemas.openxmlformats.org/officeDocument/2006/relationships/image" Target="../media/image1431.png"/><Relationship Id="rId29" Type="http://schemas.openxmlformats.org/officeDocument/2006/relationships/image" Target="../media/image143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417.png"/><Relationship Id="rId11" Type="http://schemas.openxmlformats.org/officeDocument/2006/relationships/image" Target="../media/image1422.png"/><Relationship Id="rId24" Type="http://schemas.openxmlformats.org/officeDocument/2006/relationships/image" Target="../media/image1433.png"/><Relationship Id="rId32" Type="http://schemas.openxmlformats.org/officeDocument/2006/relationships/image" Target="../media/image1407.png"/><Relationship Id="rId37" Type="http://schemas.openxmlformats.org/officeDocument/2006/relationships/image" Target="../media/image1441.png"/><Relationship Id="rId5" Type="http://schemas.openxmlformats.org/officeDocument/2006/relationships/image" Target="../media/image1416.png"/><Relationship Id="rId15" Type="http://schemas.openxmlformats.org/officeDocument/2006/relationships/image" Target="../media/image1426.png"/><Relationship Id="rId23" Type="http://schemas.openxmlformats.org/officeDocument/2006/relationships/image" Target="../media/image1432.png"/><Relationship Id="rId28" Type="http://schemas.openxmlformats.org/officeDocument/2006/relationships/image" Target="../media/image1436.png"/><Relationship Id="rId36" Type="http://schemas.openxmlformats.org/officeDocument/2006/relationships/image" Target="../media/image1412.png"/><Relationship Id="rId10" Type="http://schemas.openxmlformats.org/officeDocument/2006/relationships/image" Target="../media/image1421.png"/><Relationship Id="rId19" Type="http://schemas.openxmlformats.org/officeDocument/2006/relationships/image" Target="../media/image1430.png"/><Relationship Id="rId31" Type="http://schemas.openxmlformats.org/officeDocument/2006/relationships/image" Target="../media/image1405.png"/><Relationship Id="rId4" Type="http://schemas.openxmlformats.org/officeDocument/2006/relationships/image" Target="../media/image1415.png"/><Relationship Id="rId9" Type="http://schemas.openxmlformats.org/officeDocument/2006/relationships/image" Target="../media/image1420.png"/><Relationship Id="rId14" Type="http://schemas.openxmlformats.org/officeDocument/2006/relationships/image" Target="../media/image1425.png"/><Relationship Id="rId22" Type="http://schemas.openxmlformats.org/officeDocument/2006/relationships/image" Target="../media/image1392.png"/><Relationship Id="rId27" Type="http://schemas.openxmlformats.org/officeDocument/2006/relationships/image" Target="../media/image1435.png"/><Relationship Id="rId30" Type="http://schemas.openxmlformats.org/officeDocument/2006/relationships/image" Target="../media/image1438.png"/><Relationship Id="rId35" Type="http://schemas.openxmlformats.org/officeDocument/2006/relationships/image" Target="../media/image1411.png"/><Relationship Id="rId8" Type="http://schemas.openxmlformats.org/officeDocument/2006/relationships/image" Target="../media/image1419.png"/><Relationship Id="rId3" Type="http://schemas.openxmlformats.org/officeDocument/2006/relationships/image" Target="../media/image1414.png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46.png"/><Relationship Id="rId13" Type="http://schemas.openxmlformats.org/officeDocument/2006/relationships/image" Target="../media/image1449.png"/><Relationship Id="rId18" Type="http://schemas.openxmlformats.org/officeDocument/2006/relationships/image" Target="../media/image1454.png"/><Relationship Id="rId3" Type="http://schemas.openxmlformats.org/officeDocument/2006/relationships/image" Target="../media/image1368.png"/><Relationship Id="rId7" Type="http://schemas.openxmlformats.org/officeDocument/2006/relationships/image" Target="../media/image1445.png"/><Relationship Id="rId12" Type="http://schemas.openxmlformats.org/officeDocument/2006/relationships/image" Target="../media/image1377.png"/><Relationship Id="rId17" Type="http://schemas.openxmlformats.org/officeDocument/2006/relationships/image" Target="../media/image1453.png"/><Relationship Id="rId2" Type="http://schemas.openxmlformats.org/officeDocument/2006/relationships/notesSlide" Target="../notesSlides/notesSlide95.xml"/><Relationship Id="rId16" Type="http://schemas.openxmlformats.org/officeDocument/2006/relationships/image" Target="../media/image145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444.png"/><Relationship Id="rId11" Type="http://schemas.openxmlformats.org/officeDocument/2006/relationships/image" Target="../media/image1448.png"/><Relationship Id="rId5" Type="http://schemas.openxmlformats.org/officeDocument/2006/relationships/image" Target="../media/image1370.png"/><Relationship Id="rId15" Type="http://schemas.openxmlformats.org/officeDocument/2006/relationships/image" Target="../media/image1451.png"/><Relationship Id="rId10" Type="http://schemas.openxmlformats.org/officeDocument/2006/relationships/image" Target="../media/image1447.png"/><Relationship Id="rId4" Type="http://schemas.openxmlformats.org/officeDocument/2006/relationships/image" Target="../media/image1369.png"/><Relationship Id="rId9" Type="http://schemas.openxmlformats.org/officeDocument/2006/relationships/image" Target="../media/image1374.png"/><Relationship Id="rId14" Type="http://schemas.openxmlformats.org/officeDocument/2006/relationships/image" Target="../media/image1450.png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3">
            <a:extLst>
              <a:ext uri="{FF2B5EF4-FFF2-40B4-BE49-F238E27FC236}">
                <a16:creationId xmlns:a16="http://schemas.microsoft.com/office/drawing/2014/main" id="{6D125B39-4795-4BA6-B9B5-11FFCFC9843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59490" y="1122364"/>
            <a:ext cx="7346260" cy="2578780"/>
          </a:xfrm>
        </p:spPr>
        <p:txBody>
          <a:bodyPr/>
          <a:lstStyle/>
          <a:p>
            <a:r>
              <a:rPr lang="en-US" dirty="0"/>
              <a:t>Unit – 1</a:t>
            </a:r>
            <a:br>
              <a:rPr lang="en-US" dirty="0"/>
            </a:br>
            <a:r>
              <a:rPr lang="en-IN" dirty="0"/>
              <a:t>Descriptive Statistics</a:t>
            </a:r>
            <a:endParaRPr lang="en-US" dirty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05EEC38D-B69A-4F45-9CFB-3F832F2054F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2180943" y="6175935"/>
            <a:ext cx="3735998" cy="290081"/>
          </a:xfrm>
        </p:spPr>
        <p:txBody>
          <a:bodyPr/>
          <a:lstStyle/>
          <a:p>
            <a:r>
              <a:rPr lang="en-US" dirty="0"/>
              <a:t>vasudev.barjadiya@darshan.ac.in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3B892750-977A-4A19-B627-46C829D9CDA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183874" y="6460218"/>
            <a:ext cx="3735998" cy="290081"/>
          </a:xfrm>
        </p:spPr>
        <p:txBody>
          <a:bodyPr/>
          <a:lstStyle/>
          <a:p>
            <a:r>
              <a:rPr lang="en-US" dirty="0"/>
              <a:t>901 64 27 200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DDD3C75D-9CAD-401D-B6F2-D687EEC3CDE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837678" y="5537768"/>
            <a:ext cx="3735998" cy="290081"/>
          </a:xfrm>
        </p:spPr>
        <p:txBody>
          <a:bodyPr/>
          <a:lstStyle/>
          <a:p>
            <a:r>
              <a:rPr lang="en-US" dirty="0"/>
              <a:t>Department of Humanities &amp; Science</a:t>
            </a:r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D6DA44CB-50AE-4D51-AC18-61617625288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1837677" y="5273332"/>
            <a:ext cx="5581039" cy="290081"/>
          </a:xfrm>
        </p:spPr>
        <p:txBody>
          <a:bodyPr/>
          <a:lstStyle/>
          <a:p>
            <a:r>
              <a:rPr lang="en-US" dirty="0"/>
              <a:t>Prof. Vasudev Barjadiya</a:t>
            </a: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F12C6FA8-76F5-4F55-873C-76674E986E27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2581756" y="20384"/>
            <a:ext cx="4646358" cy="734653"/>
          </a:xfrm>
        </p:spPr>
        <p:txBody>
          <a:bodyPr/>
          <a:lstStyle/>
          <a:p>
            <a:r>
              <a:rPr lang="en-IN" dirty="0"/>
              <a:t>Probability &amp; Statistics (PS)</a:t>
            </a:r>
          </a:p>
          <a:p>
            <a:r>
              <a:rPr lang="en-IN" dirty="0"/>
              <a:t>DU # 2301HS402</a:t>
            </a:r>
          </a:p>
        </p:txBody>
      </p:sp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222E2A12-3616-430B-98B7-4DB2C6F17117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3569" y="5211251"/>
            <a:ext cx="1353599" cy="1353599"/>
          </a:xfrm>
        </p:spPr>
      </p:pic>
    </p:spTree>
    <p:extLst>
      <p:ext uri="{BB962C8B-B14F-4D97-AF65-F5344CB8AC3E}">
        <p14:creationId xmlns:p14="http://schemas.microsoft.com/office/powerpoint/2010/main" val="127326093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2E988DA4-0944-4E8D-969E-D57D8844DC17}"/>
              </a:ext>
            </a:extLst>
          </p:cNvPr>
          <p:cNvCxnSpPr>
            <a:cxnSpLocks/>
            <a:endCxn id="15" idx="0"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ym typeface="Wingdings 2" panose="05020102010507070707" pitchFamily="18" charset="2"/>
              </a:rPr>
              <a:t></a:t>
            </a:r>
            <a:endParaRPr lang="en-US" sz="2800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1446" y="1006113"/>
            <a:ext cx="0" cy="367200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73DE0D8-BF47-4896-BF8F-200F546123CB}"/>
              </a:ext>
            </a:extLst>
          </p:cNvPr>
          <p:cNvSpPr txBox="1"/>
          <p:nvPr/>
        </p:nvSpPr>
        <p:spPr>
          <a:xfrm>
            <a:off x="1428727" y="511456"/>
            <a:ext cx="5859296" cy="40231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Topics of Unit 1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Introduction to Frequency Distributions</a:t>
            </a:r>
            <a:endParaRPr lang="en-GB" sz="2400" dirty="0">
              <a:solidFill>
                <a:srgbClr val="002060"/>
              </a:solidFill>
            </a:endParaRP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 Measure of Central Tendency</a:t>
            </a:r>
            <a:endParaRPr lang="en-GB" sz="2400" dirty="0">
              <a:solidFill>
                <a:srgbClr val="002060"/>
              </a:solidFill>
            </a:endParaRP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 Measure of Variability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 Moments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Measures of Skewness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Kurtosis Based on Moments</a:t>
            </a:r>
          </a:p>
        </p:txBody>
      </p:sp>
    </p:spTree>
    <p:extLst>
      <p:ext uri="{BB962C8B-B14F-4D97-AF65-F5344CB8AC3E}">
        <p14:creationId xmlns:p14="http://schemas.microsoft.com/office/powerpoint/2010/main" val="16928543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ym typeface="Wingdings 2" panose="05020102010507070707" pitchFamily="18" charset="2"/>
              </a:rPr>
              <a:t></a:t>
            </a:r>
            <a:endParaRPr lang="en-US" sz="2800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1446" y="965922"/>
            <a:ext cx="0" cy="424176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73DE0D8-BF47-4896-BF8F-200F546123CB}"/>
              </a:ext>
            </a:extLst>
          </p:cNvPr>
          <p:cNvSpPr txBox="1"/>
          <p:nvPr/>
        </p:nvSpPr>
        <p:spPr>
          <a:xfrm>
            <a:off x="1428727" y="511456"/>
            <a:ext cx="9031509" cy="46474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Outline of Unit 1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Introduction to Frequency Distributions</a:t>
            </a:r>
            <a:endParaRPr lang="en-GB" sz="2400" dirty="0">
              <a:solidFill>
                <a:srgbClr val="002060"/>
              </a:solidFill>
            </a:endParaRP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Ungrouped Data</a:t>
            </a:r>
            <a:endParaRPr lang="en-GB" sz="2400" dirty="0">
              <a:solidFill>
                <a:srgbClr val="002060"/>
              </a:solidFill>
            </a:endParaRP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GB" sz="2400" dirty="0">
                <a:solidFill>
                  <a:srgbClr val="002060"/>
                </a:solidFill>
              </a:rPr>
              <a:t>Grouped Data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Measure of Central Tendency</a:t>
            </a:r>
            <a:endParaRPr lang="en-GB" sz="2400" dirty="0">
              <a:solidFill>
                <a:srgbClr val="002060"/>
              </a:solidFill>
            </a:endParaRP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IN" sz="2400" dirty="0">
                <a:solidFill>
                  <a:srgbClr val="002060"/>
                </a:solidFill>
              </a:rPr>
              <a:t>Mean</a:t>
            </a:r>
            <a:endParaRPr lang="en-GB" sz="2400" dirty="0">
              <a:solidFill>
                <a:srgbClr val="002060"/>
              </a:solidFill>
            </a:endParaRP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GB" sz="2400" dirty="0">
                <a:solidFill>
                  <a:srgbClr val="002060"/>
                </a:solidFill>
              </a:rPr>
              <a:t>Median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GB" sz="2400" dirty="0">
                <a:solidFill>
                  <a:srgbClr val="002060"/>
                </a:solidFill>
              </a:rPr>
              <a:t>Mode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60783CB-CD6F-42CF-8BA5-118F6020C29C}"/>
              </a:ext>
            </a:extLst>
          </p:cNvPr>
          <p:cNvCxnSpPr>
            <a:cxnSpLocks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479801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ym typeface="Wingdings 2" panose="05020102010507070707" pitchFamily="18" charset="2"/>
              </a:rPr>
              <a:t></a:t>
            </a:r>
            <a:endParaRPr lang="en-US" sz="2800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7484" y="986018"/>
            <a:ext cx="0" cy="4549411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73DE0D8-BF47-4896-BF8F-200F546123CB}"/>
              </a:ext>
            </a:extLst>
          </p:cNvPr>
          <p:cNvSpPr txBox="1"/>
          <p:nvPr/>
        </p:nvSpPr>
        <p:spPr>
          <a:xfrm>
            <a:off x="1428727" y="511456"/>
            <a:ext cx="9031509" cy="52029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Outline of Unit 1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Measure of Variability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Range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Standard Deviation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Mean Deviation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Moments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GB" sz="2400" dirty="0">
                <a:solidFill>
                  <a:srgbClr val="002060"/>
                </a:solidFill>
              </a:rPr>
              <a:t>Moment About Mean 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GB" sz="2400" dirty="0">
                <a:solidFill>
                  <a:srgbClr val="002060"/>
                </a:solidFill>
              </a:rPr>
              <a:t>Moment About Assumed Mean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IN" sz="2400" dirty="0">
                <a:solidFill>
                  <a:srgbClr val="002060"/>
                </a:solidFill>
              </a:rPr>
              <a:t>Moments About Zero</a:t>
            </a:r>
            <a:endParaRPr lang="en-GB" sz="2400" dirty="0">
              <a:solidFill>
                <a:srgbClr val="002060"/>
              </a:solidFill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60783CB-CD6F-42CF-8BA5-118F6020C29C}"/>
              </a:ext>
            </a:extLst>
          </p:cNvPr>
          <p:cNvCxnSpPr>
            <a:cxnSpLocks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858009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val 14">
            <a:extLst>
              <a:ext uri="{FF2B5EF4-FFF2-40B4-BE49-F238E27FC236}">
                <a16:creationId xmlns:a16="http://schemas.microsoft.com/office/drawing/2014/main" id="{854CD797-DE29-41C7-B2F5-D10F1D62CC82}"/>
              </a:ext>
            </a:extLst>
          </p:cNvPr>
          <p:cNvSpPr/>
          <p:nvPr/>
        </p:nvSpPr>
        <p:spPr>
          <a:xfrm>
            <a:off x="954165" y="511456"/>
            <a:ext cx="474562" cy="474562"/>
          </a:xfrm>
          <a:prstGeom prst="ellips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ym typeface="Wingdings 2" panose="05020102010507070707" pitchFamily="18" charset="2"/>
              </a:rPr>
              <a:t></a:t>
            </a:r>
            <a:endParaRPr lang="en-US" sz="2800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A37DD2-AB22-447A-B018-EB2E669A682A}"/>
              </a:ext>
            </a:extLst>
          </p:cNvPr>
          <p:cNvSpPr txBox="1"/>
          <p:nvPr/>
        </p:nvSpPr>
        <p:spPr>
          <a:xfrm>
            <a:off x="1527893" y="548682"/>
            <a:ext cx="11753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Looping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4F59A2A3-AF1C-4060-BA07-51DF9E55FE5F}"/>
              </a:ext>
            </a:extLst>
          </p:cNvPr>
          <p:cNvCxnSpPr>
            <a:cxnSpLocks/>
          </p:cNvCxnSpPr>
          <p:nvPr/>
        </p:nvCxnSpPr>
        <p:spPr>
          <a:xfrm>
            <a:off x="1191446" y="986018"/>
            <a:ext cx="0" cy="2812259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73DE0D8-BF47-4896-BF8F-200F546123CB}"/>
              </a:ext>
            </a:extLst>
          </p:cNvPr>
          <p:cNvSpPr txBox="1"/>
          <p:nvPr/>
        </p:nvSpPr>
        <p:spPr>
          <a:xfrm>
            <a:off x="1458964" y="560256"/>
            <a:ext cx="4458272" cy="284334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Outline of Unit 1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Measures of Skewness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Karl Pearson’s Method</a:t>
            </a:r>
          </a:p>
          <a:p>
            <a:pPr marL="1371600" lvl="2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Method of Moment</a:t>
            </a:r>
          </a:p>
          <a:p>
            <a:pPr marL="914400" lvl="1" indent="-457200">
              <a:lnSpc>
                <a:spcPct val="125000"/>
              </a:lnSpc>
              <a:spcBef>
                <a:spcPts val="1000"/>
              </a:spcBef>
              <a:buFont typeface="Wingdings" panose="05000000000000000000" pitchFamily="2" charset="2"/>
              <a:buChar char="§"/>
            </a:pPr>
            <a:r>
              <a:rPr lang="en-US" sz="2400" dirty="0">
                <a:solidFill>
                  <a:srgbClr val="002060"/>
                </a:solidFill>
              </a:rPr>
              <a:t>Kurtosis Based on Moments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60783CB-CD6F-42CF-8BA5-118F6020C29C}"/>
              </a:ext>
            </a:extLst>
          </p:cNvPr>
          <p:cNvCxnSpPr>
            <a:cxnSpLocks/>
          </p:cNvCxnSpPr>
          <p:nvPr/>
        </p:nvCxnSpPr>
        <p:spPr>
          <a:xfrm>
            <a:off x="1191446" y="0"/>
            <a:ext cx="0" cy="51145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307649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CE1573B-CA90-43EC-9D0F-B94CEE0772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Introduction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346D6E4-2CDF-4CD2-9674-A490F9F9E35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Statistics is the branch of science where we plan, gather and analyze information about a </a:t>
            </a:r>
            <a:r>
              <a:rPr lang="en-US" b="1" dirty="0">
                <a:solidFill>
                  <a:srgbClr val="FF0000"/>
                </a:solidFill>
              </a:rPr>
              <a:t>particular collection of objects </a:t>
            </a:r>
            <a:r>
              <a:rPr lang="en-US" dirty="0"/>
              <a:t>under investigation. </a:t>
            </a:r>
            <a:endParaRPr lang="en-IN" dirty="0"/>
          </a:p>
          <a:p>
            <a:pPr lvl="0"/>
            <a:r>
              <a:rPr lang="en-US" dirty="0"/>
              <a:t>Statistics techniques are used in every other field of science, engineering and humanity, ranging from </a:t>
            </a:r>
            <a:r>
              <a:rPr lang="en-US" b="1" dirty="0">
                <a:solidFill>
                  <a:srgbClr val="FF0000"/>
                </a:solidFill>
              </a:rPr>
              <a:t>computer science to industrial engineering </a:t>
            </a:r>
            <a:r>
              <a:rPr lang="en-US" dirty="0"/>
              <a:t>to sociology and psychology.</a:t>
            </a:r>
            <a:endParaRPr lang="en-IN" dirty="0"/>
          </a:p>
          <a:p>
            <a:pPr lvl="0"/>
            <a:r>
              <a:rPr lang="en-US" dirty="0"/>
              <a:t>For any </a:t>
            </a:r>
            <a:r>
              <a:rPr lang="en-US" b="1" dirty="0">
                <a:solidFill>
                  <a:srgbClr val="FF0000"/>
                </a:solidFill>
              </a:rPr>
              <a:t>statistical problem </a:t>
            </a:r>
            <a:r>
              <a:rPr lang="en-US" dirty="0"/>
              <a:t>the initial information collection from the sample may look messy, and hence confusing. This initial information needs to be organized first before we make any sense out of it.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4493934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CE1573B-CA90-43EC-9D0F-B94CEE0772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/>
              <a:t>Introduction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0346D6E4-2CDF-4CD2-9674-A490F9F9E35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lvl="0"/>
                <a:r>
                  <a:rPr lang="en-US" dirty="0"/>
                  <a:t>There are </a:t>
                </a:r>
                <a:r>
                  <a:rPr lang="en-US" b="1" dirty="0">
                    <a:solidFill>
                      <a:srgbClr val="FF0000"/>
                    </a:solidFill>
                  </a:rPr>
                  <a:t>two</a:t>
                </a:r>
                <a:r>
                  <a:rPr lang="en-US" dirty="0"/>
                  <a:t> types of statistics :</a:t>
                </a:r>
                <a:endParaRPr lang="en-IN" dirty="0"/>
              </a:p>
              <a:p>
                <a:pPr marL="0" lvl="0" indent="0">
                  <a:buClr>
                    <a:srgbClr val="002060"/>
                  </a:buClr>
                  <a:buNone/>
                </a:pPr>
                <a:r>
                  <a:rPr lang="en-US" dirty="0"/>
                  <a:t>  </a:t>
                </a:r>
                <a:r>
                  <a:rPr lang="en-US" b="1" dirty="0"/>
                  <a:t> (1) </a:t>
                </a:r>
                <a:r>
                  <a:rPr lang="en-US" b="1" dirty="0">
                    <a:solidFill>
                      <a:srgbClr val="FF0000"/>
                    </a:solidFill>
                  </a:rPr>
                  <a:t>Descriptive Statistics </a:t>
                </a:r>
                <a:r>
                  <a:rPr lang="en-US" dirty="0"/>
                  <a:t>( Unit –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</m:t>
                    </m:r>
                  </m:oMath>
                </a14:m>
                <a:r>
                  <a:rPr lang="en-US" dirty="0"/>
                  <a:t> )</a:t>
                </a:r>
                <a:endParaRPr lang="en-IN" dirty="0"/>
              </a:p>
              <a:p>
                <a:pPr marL="0" lvl="0" indent="0">
                  <a:buClr>
                    <a:srgbClr val="002060"/>
                  </a:buClr>
                  <a:buNone/>
                </a:pPr>
                <a:r>
                  <a:rPr lang="en-US" b="1" dirty="0"/>
                  <a:t>   (2) </a:t>
                </a:r>
                <a:r>
                  <a:rPr lang="en-US" b="1" dirty="0">
                    <a:solidFill>
                      <a:srgbClr val="FF0000"/>
                    </a:solidFill>
                  </a:rPr>
                  <a:t>Inferential Statistics</a:t>
                </a:r>
                <a:r>
                  <a:rPr lang="en-US" dirty="0"/>
                  <a:t>	( Unit –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 4 </m:t>
                    </m:r>
                  </m:oMath>
                </a14:m>
                <a:r>
                  <a:rPr lang="en-US" dirty="0"/>
                  <a:t>&amp;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5 </m:t>
                    </m:r>
                  </m:oMath>
                </a14:m>
                <a:r>
                  <a:rPr lang="en-US" dirty="0"/>
                  <a:t>)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0346D6E4-2CDF-4CD2-9674-A490F9F9E35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120602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CE1573B-CA90-43EC-9D0F-B94CEE0772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Descriptive Statistics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346D6E4-2CDF-4CD2-9674-A490F9F9E35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1"/>
            <a:r>
              <a:rPr lang="en-US" dirty="0"/>
              <a:t>A data set is a </a:t>
            </a:r>
            <a:r>
              <a:rPr lang="en-US" b="1" dirty="0">
                <a:solidFill>
                  <a:srgbClr val="FF0000"/>
                </a:solidFill>
              </a:rPr>
              <a:t>collection</a:t>
            </a:r>
            <a:r>
              <a:rPr lang="en-US" dirty="0"/>
              <a:t> of observations from a </a:t>
            </a:r>
            <a:r>
              <a:rPr lang="en-US" b="1" dirty="0">
                <a:solidFill>
                  <a:srgbClr val="FF0000"/>
                </a:solidFill>
              </a:rPr>
              <a:t>sample or entire </a:t>
            </a:r>
            <a:r>
              <a:rPr lang="en-US" dirty="0"/>
              <a:t>population. This data set is summarized and organized by </a:t>
            </a:r>
            <a:r>
              <a:rPr lang="en-US" b="1" dirty="0">
                <a:solidFill>
                  <a:srgbClr val="FF0000"/>
                </a:solidFill>
              </a:rPr>
              <a:t>Descriptive Statistics</a:t>
            </a:r>
            <a:r>
              <a:rPr lang="en-US" dirty="0"/>
              <a:t>.</a:t>
            </a:r>
          </a:p>
          <a:p>
            <a:pPr lvl="1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1314179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Connector: Elbow 33">
            <a:extLst>
              <a:ext uri="{FF2B5EF4-FFF2-40B4-BE49-F238E27FC236}">
                <a16:creationId xmlns:a16="http://schemas.microsoft.com/office/drawing/2014/main" id="{D4EDBEAF-9539-0CA0-CF0F-4C469F896147}"/>
              </a:ext>
            </a:extLst>
          </p:cNvPr>
          <p:cNvCxnSpPr>
            <a:stCxn id="9" idx="1"/>
            <a:endCxn id="14" idx="0"/>
          </p:cNvCxnSpPr>
          <p:nvPr/>
        </p:nvCxnSpPr>
        <p:spPr>
          <a:xfrm rot="10800000" flipV="1">
            <a:off x="1911026" y="1201397"/>
            <a:ext cx="1682974" cy="687790"/>
          </a:xfrm>
          <a:prstGeom prst="bentConnector2">
            <a:avLst/>
          </a:prstGeom>
          <a:ln w="38100" cap="rnd">
            <a:solidFill>
              <a:schemeClr val="accent4"/>
            </a:solidFill>
            <a:round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05FB0C07-38BF-BA64-96BF-1723531BD0EF}"/>
              </a:ext>
            </a:extLst>
          </p:cNvPr>
          <p:cNvCxnSpPr>
            <a:cxnSpLocks/>
            <a:stCxn id="9" idx="2"/>
            <a:endCxn id="16" idx="0"/>
          </p:cNvCxnSpPr>
          <p:nvPr/>
        </p:nvCxnSpPr>
        <p:spPr>
          <a:xfrm>
            <a:off x="6096000" y="1579397"/>
            <a:ext cx="0" cy="345790"/>
          </a:xfrm>
          <a:prstGeom prst="line">
            <a:avLst/>
          </a:prstGeom>
          <a:ln w="38100" cap="rnd">
            <a:solidFill>
              <a:schemeClr val="accent4"/>
            </a:solidFill>
            <a:round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le 3">
            <a:extLst>
              <a:ext uri="{FF2B5EF4-FFF2-40B4-BE49-F238E27FC236}">
                <a16:creationId xmlns:a16="http://schemas.microsoft.com/office/drawing/2014/main" id="{BCE1573B-CA90-43EC-9D0F-B94CEE0772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/>
              <a:t>Descriptive Statistics</a:t>
            </a:r>
            <a:r>
              <a:rPr lang="en-IN"/>
              <a:t> </a:t>
            </a:r>
            <a:endParaRPr lang="en-IN" dirty="0"/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E07912AB-D6D3-2390-DA14-7B04FDFF0C2E}"/>
              </a:ext>
            </a:extLst>
          </p:cNvPr>
          <p:cNvSpPr/>
          <p:nvPr/>
        </p:nvSpPr>
        <p:spPr>
          <a:xfrm>
            <a:off x="3594000" y="823397"/>
            <a:ext cx="5004000" cy="756000"/>
          </a:xfrm>
          <a:prstGeom prst="roundRect">
            <a:avLst/>
          </a:prstGeom>
          <a:solidFill>
            <a:schemeClr val="tx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Descriptive Statistics</a:t>
            </a:r>
            <a:endParaRPr lang="en-IN" sz="3200" b="1" dirty="0">
              <a:solidFill>
                <a:schemeClr val="bg1"/>
              </a:solidFill>
            </a:endParaRP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7C983B8F-975D-2C38-4806-F649147056FB}"/>
              </a:ext>
            </a:extLst>
          </p:cNvPr>
          <p:cNvSpPr/>
          <p:nvPr/>
        </p:nvSpPr>
        <p:spPr>
          <a:xfrm>
            <a:off x="111026" y="1889187"/>
            <a:ext cx="3600000" cy="864000"/>
          </a:xfrm>
          <a:prstGeom prst="roundRect">
            <a:avLst/>
          </a:prstGeom>
          <a:solidFill>
            <a:schemeClr val="accent5">
              <a:lumMod val="75000"/>
            </a:schemeClr>
          </a:solidFill>
          <a:scene3d>
            <a:camera prst="orthographicFront"/>
            <a:lightRig rig="threePt" dir="t"/>
          </a:scene3d>
          <a:sp3d extrusionH="12700">
            <a:bevelT w="50800" h="88900"/>
          </a:sp3d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chemeClr val="bg1"/>
                </a:solidFill>
              </a:rPr>
              <a:t>Distribution </a:t>
            </a:r>
            <a:endParaRPr lang="en-IN" sz="2400" b="1" dirty="0">
              <a:solidFill>
                <a:schemeClr val="bg1"/>
              </a:solidFill>
            </a:endParaRP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2027CD41-218F-B35A-E9D8-044D9B756D9B}"/>
              </a:ext>
            </a:extLst>
          </p:cNvPr>
          <p:cNvSpPr/>
          <p:nvPr/>
        </p:nvSpPr>
        <p:spPr>
          <a:xfrm>
            <a:off x="8480974" y="1925187"/>
            <a:ext cx="3600000" cy="864000"/>
          </a:xfrm>
          <a:prstGeom prst="roundRect">
            <a:avLst/>
          </a:prstGeom>
          <a:solidFill>
            <a:schemeClr val="accent5">
              <a:lumMod val="75000"/>
            </a:schemeClr>
          </a:solidFill>
          <a:scene3d>
            <a:camera prst="orthographicFront"/>
            <a:lightRig rig="threePt" dir="t"/>
          </a:scene3d>
          <a:sp3d extrusionH="12700">
            <a:bevelT w="50800" h="88900"/>
          </a:sp3d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chemeClr val="bg1"/>
                </a:solidFill>
              </a:rPr>
              <a:t>Measure of Variability</a:t>
            </a:r>
            <a:endParaRPr lang="en-IN" sz="2400" b="1" dirty="0">
              <a:solidFill>
                <a:schemeClr val="bg1"/>
              </a:solidFill>
            </a:endParaRP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A1449C35-9B65-BDFE-D321-F53E8CCA3405}"/>
              </a:ext>
            </a:extLst>
          </p:cNvPr>
          <p:cNvSpPr/>
          <p:nvPr/>
        </p:nvSpPr>
        <p:spPr>
          <a:xfrm>
            <a:off x="4296000" y="1925187"/>
            <a:ext cx="3600000" cy="864000"/>
          </a:xfrm>
          <a:prstGeom prst="roundRect">
            <a:avLst/>
          </a:prstGeom>
          <a:solidFill>
            <a:schemeClr val="accent5">
              <a:lumMod val="75000"/>
            </a:schemeClr>
          </a:solidFill>
          <a:scene3d>
            <a:camera prst="orthographicFront"/>
            <a:lightRig rig="threePt" dir="t"/>
          </a:scene3d>
          <a:sp3d extrusionH="12700">
            <a:bevelT w="50800" h="88900"/>
          </a:sp3d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chemeClr val="bg1"/>
                </a:solidFill>
              </a:rPr>
              <a:t>Measure of central Tendency</a:t>
            </a:r>
            <a:endParaRPr lang="en-IN" sz="2400" b="1" dirty="0">
              <a:solidFill>
                <a:schemeClr val="bg1"/>
              </a:solidFill>
            </a:endParaRPr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3E0DD45B-55FD-9E64-FF93-022667AE0F3C}"/>
              </a:ext>
            </a:extLst>
          </p:cNvPr>
          <p:cNvSpPr/>
          <p:nvPr/>
        </p:nvSpPr>
        <p:spPr>
          <a:xfrm>
            <a:off x="214424" y="3268272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Ungrouped Distribution </a:t>
            </a:r>
            <a:endParaRPr lang="en-IN" sz="2400" dirty="0"/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455649EF-56A7-3DF1-F1B6-1F1D56907E22}"/>
              </a:ext>
            </a:extLst>
          </p:cNvPr>
          <p:cNvSpPr/>
          <p:nvPr/>
        </p:nvSpPr>
        <p:spPr>
          <a:xfrm>
            <a:off x="214424" y="4214081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Discrete Frequency Distribution</a:t>
            </a:r>
            <a:endParaRPr lang="en-IN" sz="2400" dirty="0"/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376855C7-2B1D-1B8F-E40C-FC28116DA2E9}"/>
              </a:ext>
            </a:extLst>
          </p:cNvPr>
          <p:cNvSpPr/>
          <p:nvPr/>
        </p:nvSpPr>
        <p:spPr>
          <a:xfrm>
            <a:off x="4944000" y="3268272"/>
            <a:ext cx="2304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Mean</a:t>
            </a:r>
            <a:endParaRPr lang="en-IN" sz="2400" dirty="0"/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746FFEF0-F99F-D049-1751-04A3CAB008E2}"/>
              </a:ext>
            </a:extLst>
          </p:cNvPr>
          <p:cNvSpPr/>
          <p:nvPr/>
        </p:nvSpPr>
        <p:spPr>
          <a:xfrm>
            <a:off x="4944000" y="4214081"/>
            <a:ext cx="2304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Median</a:t>
            </a:r>
            <a:endParaRPr lang="en-IN" sz="2400" dirty="0"/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113A7D4F-713E-4280-CDDC-4325F3D933A8}"/>
              </a:ext>
            </a:extLst>
          </p:cNvPr>
          <p:cNvSpPr/>
          <p:nvPr/>
        </p:nvSpPr>
        <p:spPr>
          <a:xfrm>
            <a:off x="201026" y="5159890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Continuous Frequency</a:t>
            </a:r>
          </a:p>
          <a:p>
            <a:pPr algn="ctr"/>
            <a:r>
              <a:rPr lang="en-US" sz="2400" dirty="0"/>
              <a:t>Distribution </a:t>
            </a:r>
            <a:endParaRPr lang="en-IN" sz="2400" dirty="0"/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112D35C3-1206-C1EF-184A-D57D43293271}"/>
              </a:ext>
            </a:extLst>
          </p:cNvPr>
          <p:cNvSpPr/>
          <p:nvPr/>
        </p:nvSpPr>
        <p:spPr>
          <a:xfrm>
            <a:off x="8570974" y="2969949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Range</a:t>
            </a:r>
            <a:endParaRPr lang="en-IN" sz="2400" dirty="0"/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A2DB8214-2F8C-7567-F7B0-7C31BD390444}"/>
              </a:ext>
            </a:extLst>
          </p:cNvPr>
          <p:cNvSpPr/>
          <p:nvPr/>
        </p:nvSpPr>
        <p:spPr>
          <a:xfrm>
            <a:off x="8557576" y="3888051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Standard Deviation</a:t>
            </a:r>
            <a:endParaRPr lang="en-IN" sz="2400" dirty="0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0C494FC2-77EB-82BB-9986-868CDEB1DA90}"/>
              </a:ext>
            </a:extLst>
          </p:cNvPr>
          <p:cNvSpPr/>
          <p:nvPr/>
        </p:nvSpPr>
        <p:spPr>
          <a:xfrm>
            <a:off x="8557576" y="4818128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Mean Deviation</a:t>
            </a:r>
            <a:endParaRPr lang="en-IN" sz="2400" dirty="0"/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7DD656D5-F3DC-3545-F4D5-9FBA8850512E}"/>
              </a:ext>
            </a:extLst>
          </p:cNvPr>
          <p:cNvSpPr/>
          <p:nvPr/>
        </p:nvSpPr>
        <p:spPr>
          <a:xfrm>
            <a:off x="8570974" y="5748205"/>
            <a:ext cx="3420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Moments , Skewness and Kurtosis</a:t>
            </a:r>
            <a:endParaRPr lang="en-IN" sz="2400" dirty="0"/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06E8724D-5BCC-E6C1-F7FA-094AD5BC2381}"/>
              </a:ext>
            </a:extLst>
          </p:cNvPr>
          <p:cNvSpPr/>
          <p:nvPr/>
        </p:nvSpPr>
        <p:spPr>
          <a:xfrm>
            <a:off x="4944000" y="5159890"/>
            <a:ext cx="2304000" cy="756000"/>
          </a:xfrm>
          <a:prstGeom prst="roundRect">
            <a:avLst/>
          </a:prstGeom>
          <a:gradFill>
            <a:gsLst>
              <a:gs pos="0">
                <a:schemeClr val="accent6">
                  <a:satMod val="103000"/>
                  <a:tint val="94000"/>
                  <a:lumMod val="97000"/>
                  <a:alpha val="78000"/>
                </a:schemeClr>
              </a:gs>
              <a:gs pos="50000">
                <a:schemeClr val="accent6">
                  <a:satMod val="110000"/>
                  <a:lumMod val="100000"/>
                  <a:shade val="100000"/>
                </a:schemeClr>
              </a:gs>
              <a:gs pos="100000">
                <a:schemeClr val="accent6">
                  <a:lumMod val="99000"/>
                  <a:satMod val="120000"/>
                  <a:shade val="78000"/>
                </a:schemeClr>
              </a:gs>
            </a:gsLst>
          </a:gra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/>
              <a:t>Mode</a:t>
            </a:r>
            <a:endParaRPr lang="en-IN" sz="2400" dirty="0"/>
          </a:p>
        </p:txBody>
      </p:sp>
      <p:cxnSp>
        <p:nvCxnSpPr>
          <p:cNvPr id="32" name="Connector: Elbow 31">
            <a:extLst>
              <a:ext uri="{FF2B5EF4-FFF2-40B4-BE49-F238E27FC236}">
                <a16:creationId xmlns:a16="http://schemas.microsoft.com/office/drawing/2014/main" id="{86FED923-4C33-E107-8FEA-E165D94D47E1}"/>
              </a:ext>
            </a:extLst>
          </p:cNvPr>
          <p:cNvCxnSpPr>
            <a:stCxn id="9" idx="3"/>
            <a:endCxn id="15" idx="0"/>
          </p:cNvCxnSpPr>
          <p:nvPr/>
        </p:nvCxnSpPr>
        <p:spPr>
          <a:xfrm>
            <a:off x="8598000" y="1201397"/>
            <a:ext cx="1682974" cy="723790"/>
          </a:xfrm>
          <a:prstGeom prst="bentConnector2">
            <a:avLst/>
          </a:prstGeom>
          <a:ln w="38100" cap="rnd">
            <a:solidFill>
              <a:schemeClr val="accent4"/>
            </a:solidFill>
            <a:round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3CC43392-3FE6-8500-E452-2060FB7CEC45}"/>
              </a:ext>
            </a:extLst>
          </p:cNvPr>
          <p:cNvCxnSpPr>
            <a:stCxn id="14" idx="2"/>
            <a:endCxn id="17" idx="0"/>
          </p:cNvCxnSpPr>
          <p:nvPr/>
        </p:nvCxnSpPr>
        <p:spPr>
          <a:xfrm>
            <a:off x="1911026" y="2753187"/>
            <a:ext cx="13398" cy="515085"/>
          </a:xfrm>
          <a:prstGeom prst="straightConnector1">
            <a:avLst/>
          </a:prstGeom>
          <a:ln w="38100">
            <a:solidFill>
              <a:schemeClr val="accent4"/>
            </a:solidFill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89121EDE-1CAB-FFFF-F536-904CAC722D20}"/>
              </a:ext>
            </a:extLst>
          </p:cNvPr>
          <p:cNvCxnSpPr>
            <a:stCxn id="16" idx="2"/>
            <a:endCxn id="19" idx="0"/>
          </p:cNvCxnSpPr>
          <p:nvPr/>
        </p:nvCxnSpPr>
        <p:spPr>
          <a:xfrm>
            <a:off x="6096000" y="2789187"/>
            <a:ext cx="0" cy="479085"/>
          </a:xfrm>
          <a:prstGeom prst="straightConnector1">
            <a:avLst/>
          </a:prstGeom>
          <a:ln w="38100">
            <a:solidFill>
              <a:schemeClr val="accent4"/>
            </a:solidFill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8B13A4CE-08B7-95B0-0AFE-3E508ACB8ABD}"/>
              </a:ext>
            </a:extLst>
          </p:cNvPr>
          <p:cNvCxnSpPr>
            <a:stCxn id="15" idx="2"/>
            <a:endCxn id="22" idx="0"/>
          </p:cNvCxnSpPr>
          <p:nvPr/>
        </p:nvCxnSpPr>
        <p:spPr>
          <a:xfrm>
            <a:off x="10280974" y="2789187"/>
            <a:ext cx="0" cy="180762"/>
          </a:xfrm>
          <a:prstGeom prst="straightConnector1">
            <a:avLst/>
          </a:prstGeom>
          <a:ln w="38100">
            <a:solidFill>
              <a:schemeClr val="accent4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922644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3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>
                <a:latin typeface="+mj-lt"/>
              </a:rPr>
              <a:t>Method 1</a:t>
            </a:r>
            <a:br>
              <a:rPr lang="en-IN" dirty="0">
                <a:latin typeface="+mj-lt"/>
              </a:rPr>
            </a:br>
            <a:r>
              <a:rPr lang="en-US" dirty="0"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Frequency Distributions</a:t>
            </a:r>
            <a:endParaRPr lang="en-IN" dirty="0">
              <a:latin typeface="+mj-lt"/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A3AD517-2FFA-4A9A-87F2-3E2A104E60B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86206117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60C953AA-C491-2125-C518-FB32B1E6D7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/>
              <a:t>Frequency Distribution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pPr lvl="0"/>
            <a:r>
              <a:rPr lang="en-US" dirty="0"/>
              <a:t>The distribution is a summary of the frequency of </a:t>
            </a:r>
            <a:r>
              <a:rPr lang="en-US" b="1" dirty="0">
                <a:solidFill>
                  <a:srgbClr val="FF0000"/>
                </a:solidFill>
              </a:rPr>
              <a:t>individual values</a:t>
            </a:r>
            <a:r>
              <a:rPr lang="en-US" dirty="0"/>
              <a:t> or </a:t>
            </a:r>
            <a:r>
              <a:rPr lang="en-US" b="1" dirty="0">
                <a:solidFill>
                  <a:srgbClr val="FF0000"/>
                </a:solidFill>
              </a:rPr>
              <a:t>ranges</a:t>
            </a:r>
            <a:r>
              <a:rPr lang="en-US" dirty="0"/>
              <a:t> of values for a variable.</a:t>
            </a:r>
            <a:endParaRPr lang="en-IN" dirty="0"/>
          </a:p>
          <a:p>
            <a:r>
              <a:rPr lang="en-US" dirty="0"/>
              <a:t>Types of Frequency Distribution :</a:t>
            </a:r>
            <a:endParaRPr lang="en-IN" dirty="0"/>
          </a:p>
          <a:p>
            <a:pPr lvl="1"/>
            <a:r>
              <a:rPr lang="en-US" dirty="0"/>
              <a:t>There are </a:t>
            </a:r>
            <a:r>
              <a:rPr lang="en-US" b="1" dirty="0"/>
              <a:t>two</a:t>
            </a:r>
            <a:r>
              <a:rPr lang="en-US" dirty="0"/>
              <a:t> types of frequency distribution which is </a:t>
            </a:r>
            <a:endParaRPr lang="en-IN" dirty="0"/>
          </a:p>
          <a:p>
            <a:pPr lvl="2"/>
            <a:r>
              <a:rPr lang="en-US" dirty="0"/>
              <a:t>Frequency distribution of </a:t>
            </a:r>
            <a:r>
              <a:rPr lang="en-US" b="1" dirty="0">
                <a:solidFill>
                  <a:srgbClr val="FF0000"/>
                </a:solidFill>
              </a:rPr>
              <a:t>ungrouped</a:t>
            </a:r>
            <a:r>
              <a:rPr lang="en-US" dirty="0"/>
              <a:t> data</a:t>
            </a:r>
            <a:endParaRPr lang="en-IN" dirty="0"/>
          </a:p>
          <a:p>
            <a:pPr lvl="2"/>
            <a:r>
              <a:rPr lang="en-US" dirty="0"/>
              <a:t>Frequency distribution of </a:t>
            </a:r>
            <a:r>
              <a:rPr lang="en-US" b="1" dirty="0">
                <a:solidFill>
                  <a:srgbClr val="FF0000"/>
                </a:solidFill>
              </a:rPr>
              <a:t>grouped</a:t>
            </a:r>
            <a:r>
              <a:rPr lang="en-US" dirty="0"/>
              <a:t> data </a:t>
            </a:r>
            <a:endParaRPr lang="en-IN" dirty="0"/>
          </a:p>
          <a:p>
            <a:pPr lvl="1"/>
            <a:endParaRPr lang="en-GB" dirty="0"/>
          </a:p>
          <a:p>
            <a:pPr lvl="1"/>
            <a:endParaRPr lang="en-GB" dirty="0"/>
          </a:p>
          <a:p>
            <a:pPr lvl="1"/>
            <a:endParaRPr lang="en-US" dirty="0"/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01766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Frequency Distribution of Ungrouped Data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The ungrouped frequency distribution is a type of frequency distribution that displays the frequency of each </a:t>
                </a:r>
                <a:r>
                  <a:rPr lang="en-US" b="1" dirty="0">
                    <a:solidFill>
                      <a:srgbClr val="FF0000"/>
                    </a:solidFill>
                  </a:rPr>
                  <a:t>individual data value</a:t>
                </a:r>
                <a:r>
                  <a:rPr lang="en-US" dirty="0"/>
                  <a:t>.</a:t>
                </a:r>
                <a:endParaRPr lang="en-IN" dirty="0"/>
              </a:p>
              <a:p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</a:t>
                </a:r>
                <a:r>
                  <a:rPr lang="en-IN" b="1" dirty="0">
                    <a:solidFill>
                      <a:schemeClr val="accent6">
                        <a:lumMod val="50000"/>
                      </a:schemeClr>
                    </a:solidFill>
                  </a:rPr>
                  <a:t>example:</a:t>
                </a:r>
              </a:p>
              <a:p>
                <a:pPr lvl="1"/>
                <a:r>
                  <a:rPr lang="en-US" dirty="0"/>
                  <a:t>Marks of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US" dirty="0"/>
                  <a:t> students are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 10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0" i="1" smtClean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25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26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35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8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19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29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30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18.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04220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b="1" dirty="0"/>
              <a:t>Frequency Distribution of Grouped Data</a:t>
            </a:r>
            <a:endParaRPr lang="en-IN" b="1" dirty="0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r>
              <a:rPr lang="en-US" b="1" dirty="0"/>
              <a:t>Discrete Frequency Distribution</a:t>
            </a:r>
            <a:endParaRPr lang="en-IN" b="1" dirty="0"/>
          </a:p>
          <a:p>
            <a:pPr lvl="1"/>
            <a:r>
              <a:rPr lang="en-US" dirty="0"/>
              <a:t>A discrete frequency distribution is a type of frequency distribution that shows each number and the number of times it appears in a list. </a:t>
            </a:r>
          </a:p>
          <a:p>
            <a:pPr lvl="1"/>
            <a:r>
              <a:rPr lang="en-US" b="1" dirty="0">
                <a:solidFill>
                  <a:schemeClr val="accent6">
                    <a:lumMod val="50000"/>
                  </a:schemeClr>
                </a:solidFill>
              </a:rPr>
              <a:t>For example:</a:t>
            </a:r>
          </a:p>
          <a:p>
            <a:pPr lvl="2"/>
            <a:r>
              <a:rPr lang="en-US" dirty="0"/>
              <a:t>Data of students using library during exam time.</a:t>
            </a:r>
            <a:endParaRPr lang="en-IN" dirty="0"/>
          </a:p>
          <a:p>
            <a:pPr lvl="0"/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773376B-F8C3-ADFA-C3FA-E6B1AC81624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35185825"/>
                  </p:ext>
                </p:extLst>
              </p:nvPr>
            </p:nvGraphicFramePr>
            <p:xfrm>
              <a:off x="1152628" y="4154026"/>
              <a:ext cx="10420143" cy="1454194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4037253">
                      <a:extLst>
                        <a:ext uri="{9D8B030D-6E8A-4147-A177-3AD203B41FA5}">
                          <a16:colId xmlns:a16="http://schemas.microsoft.com/office/drawing/2014/main" val="4268940938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3724137277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2062651270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1628548473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3216284944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2069591662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3459066054"/>
                        </a:ext>
                      </a:extLst>
                    </a:gridCol>
                  </a:tblGrid>
                  <a:tr h="727097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reading hours </a:t>
                          </a:r>
                          <a14:m>
                            <m:oMath xmlns:m="http://schemas.openxmlformats.org/officeDocument/2006/math">
                              <m:d>
                                <m:dPr>
                                  <m:ctrlPr>
                                    <a:rPr lang="en-IN" sz="2800" b="1" i="1">
                                      <a:solidFill>
                                        <a:srgbClr val="002060"/>
                                      </a:solidFill>
                                      <a:effectLst/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b="1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𝐱</m:t>
                                      </m:r>
                                    </m:e>
                                    <m:sub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𝐢</m:t>
                                      </m:r>
                                    </m:sub>
                                  </m:sSub>
                                </m:e>
                              </m:d>
                            </m:oMath>
                          </a14:m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5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extLst>
                      <a:ext uri="{0D108BD9-81ED-4DB2-BD59-A6C34878D82A}">
                        <a16:rowId xmlns:a16="http://schemas.microsoft.com/office/drawing/2014/main" val="30823572"/>
                      </a:ext>
                    </a:extLst>
                  </a:tr>
                  <a:tr h="727097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of students</a:t>
                          </a:r>
                          <a14:m>
                            <m:oMath xmlns:m="http://schemas.openxmlformats.org/officeDocument/2006/math">
                              <m:r>
                                <a:rPr lang="en-US" sz="2800" b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ctrlPr>
                                    <a:rPr lang="en-IN" sz="2800" b="1" i="1">
                                      <a:solidFill>
                                        <a:srgbClr val="002060"/>
                                      </a:solidFill>
                                      <a:effectLst/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b="1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𝐟</m:t>
                                      </m:r>
                                    </m:e>
                                    <m:sub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𝐢</m:t>
                                      </m:r>
                                    </m:sub>
                                  </m:sSub>
                                </m:e>
                              </m:d>
                            </m:oMath>
                          </a14:m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oMath>
                            </m:oMathPara>
                          </a14:m>
                          <a:endParaRPr lang="en-IN" sz="280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9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10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extLst>
                      <a:ext uri="{0D108BD9-81ED-4DB2-BD59-A6C34878D82A}">
                        <a16:rowId xmlns:a16="http://schemas.microsoft.com/office/drawing/2014/main" val="176768671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773376B-F8C3-ADFA-C3FA-E6B1AC81624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35185825"/>
                  </p:ext>
                </p:extLst>
              </p:nvPr>
            </p:nvGraphicFramePr>
            <p:xfrm>
              <a:off x="1152628" y="4154026"/>
              <a:ext cx="10420143" cy="1454194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4037253">
                      <a:extLst>
                        <a:ext uri="{9D8B030D-6E8A-4147-A177-3AD203B41FA5}">
                          <a16:colId xmlns:a16="http://schemas.microsoft.com/office/drawing/2014/main" val="4268940938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3724137277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2062651270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1628548473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3216284944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2069591662"/>
                        </a:ext>
                      </a:extLst>
                    </a:gridCol>
                    <a:gridCol w="1063815">
                      <a:extLst>
                        <a:ext uri="{9D8B030D-6E8A-4147-A177-3AD203B41FA5}">
                          <a16:colId xmlns:a16="http://schemas.microsoft.com/office/drawing/2014/main" val="3459066054"/>
                        </a:ext>
                      </a:extLst>
                    </a:gridCol>
                  </a:tblGrid>
                  <a:tr h="72709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151" t="-833" r="-158371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381609" t="-833" r="-503448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478857" t="-833" r="-400571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582184" t="-833" r="-302874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678286" t="-833" r="-201143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782759" t="-833" r="-102299" b="-1091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877714" t="-833" r="-1714" b="-10916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0823572"/>
                      </a:ext>
                    </a:extLst>
                  </a:tr>
                  <a:tr h="72709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151" t="-101681" r="-158371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381609" t="-101681" r="-503448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478857" t="-101681" r="-400571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582184" t="-101681" r="-302874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678286" t="-101681" r="-201143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782759" t="-101681" r="-102299" b="-100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877714" t="-101681" r="-1714" b="-1008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67686719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1622535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Frequency Distribution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pPr lvl="0"/>
            <a:r>
              <a:rPr lang="en-US" b="1" dirty="0"/>
              <a:t>Continuous Frequency Distribution</a:t>
            </a:r>
            <a:endParaRPr lang="en-IN" b="1" dirty="0"/>
          </a:p>
          <a:p>
            <a:pPr lvl="1"/>
            <a:r>
              <a:rPr lang="en-US" dirty="0"/>
              <a:t>A continuous frequency distribution is a series in which the data are classified into different class intervals.</a:t>
            </a:r>
          </a:p>
          <a:p>
            <a:pPr lvl="1"/>
            <a:r>
              <a:rPr lang="en-US" b="1" dirty="0">
                <a:solidFill>
                  <a:schemeClr val="accent6">
                    <a:lumMod val="50000"/>
                  </a:schemeClr>
                </a:solidFill>
              </a:rPr>
              <a:t>For example:</a:t>
            </a:r>
            <a:endParaRPr lang="en-IN" b="1" dirty="0">
              <a:solidFill>
                <a:schemeClr val="accent6">
                  <a:lumMod val="50000"/>
                </a:schemeClr>
              </a:solidFill>
            </a:endParaRPr>
          </a:p>
          <a:p>
            <a:pPr lvl="2"/>
            <a:r>
              <a:rPr lang="en-US" dirty="0"/>
              <a:t>Data of students using library during exam time.</a:t>
            </a:r>
          </a:p>
          <a:p>
            <a:endParaRPr lang="en-IN" dirty="0"/>
          </a:p>
          <a:p>
            <a:pPr lvl="0"/>
            <a:endParaRPr lang="en-IN" dirty="0"/>
          </a:p>
          <a:p>
            <a:pPr lvl="1"/>
            <a:endParaRPr lang="en-US" dirty="0"/>
          </a:p>
        </p:txBody>
      </p:sp>
      <p:sp>
        <p:nvSpPr>
          <p:cNvPr id="3" name="Rectangle 7">
            <a:extLst>
              <a:ext uri="{FF2B5EF4-FFF2-40B4-BE49-F238E27FC236}">
                <a16:creationId xmlns:a16="http://schemas.microsoft.com/office/drawing/2014/main" id="{445EA874-733C-4293-B82D-46E58C777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73E1C983-DD88-7E3D-D604-B703DCF2B45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65233"/>
                  </p:ext>
                </p:extLst>
              </p:nvPr>
            </p:nvGraphicFramePr>
            <p:xfrm>
              <a:off x="1111813" y="4144187"/>
              <a:ext cx="10794513" cy="144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631417">
                      <a:extLst>
                        <a:ext uri="{9D8B030D-6E8A-4147-A177-3AD203B41FA5}">
                          <a16:colId xmlns:a16="http://schemas.microsoft.com/office/drawing/2014/main" val="2314594270"/>
                        </a:ext>
                      </a:extLst>
                    </a:gridCol>
                    <a:gridCol w="1790774">
                      <a:extLst>
                        <a:ext uri="{9D8B030D-6E8A-4147-A177-3AD203B41FA5}">
                          <a16:colId xmlns:a16="http://schemas.microsoft.com/office/drawing/2014/main" val="3164565024"/>
                        </a:ext>
                      </a:extLst>
                    </a:gridCol>
                    <a:gridCol w="1790774">
                      <a:extLst>
                        <a:ext uri="{9D8B030D-6E8A-4147-A177-3AD203B41FA5}">
                          <a16:colId xmlns:a16="http://schemas.microsoft.com/office/drawing/2014/main" val="1594016264"/>
                        </a:ext>
                      </a:extLst>
                    </a:gridCol>
                    <a:gridCol w="1790774">
                      <a:extLst>
                        <a:ext uri="{9D8B030D-6E8A-4147-A177-3AD203B41FA5}">
                          <a16:colId xmlns:a16="http://schemas.microsoft.com/office/drawing/2014/main" val="2191987551"/>
                        </a:ext>
                      </a:extLst>
                    </a:gridCol>
                    <a:gridCol w="1790774">
                      <a:extLst>
                        <a:ext uri="{9D8B030D-6E8A-4147-A177-3AD203B41FA5}">
                          <a16:colId xmlns:a16="http://schemas.microsoft.com/office/drawing/2014/main" val="3707626577"/>
                        </a:ext>
                      </a:extLst>
                    </a:gridCol>
                  </a:tblGrid>
                  <a:tr h="720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reading hours</a:t>
                          </a:r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0−2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3−5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6−8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9−11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extLst>
                      <a:ext uri="{0D108BD9-81ED-4DB2-BD59-A6C34878D82A}">
                        <a16:rowId xmlns:a16="http://schemas.microsoft.com/office/drawing/2014/main" val="2004238503"/>
                      </a:ext>
                    </a:extLst>
                  </a:tr>
                  <a:tr h="720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of students</a:t>
                          </a:r>
                          <a14:m>
                            <m:oMath xmlns:m="http://schemas.openxmlformats.org/officeDocument/2006/math">
                              <m:r>
                                <a:rPr lang="en-US" sz="2800" b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d>
                                <m:dPr>
                                  <m:ctrlPr>
                                    <a:rPr lang="en-IN" sz="2800" b="1" i="1">
                                      <a:solidFill>
                                        <a:srgbClr val="002060"/>
                                      </a:solidFill>
                                      <a:effectLst/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b="1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𝐟</m:t>
                                      </m:r>
                                    </m:e>
                                    <m:sub>
                                      <m:r>
                                        <a:rPr lang="en-US" sz="2800" b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𝐢</m:t>
                                      </m:r>
                                    </m:sub>
                                  </m:sSub>
                                </m:e>
                              </m:d>
                            </m:oMath>
                          </a14:m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11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7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8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280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oMath>
                            </m:oMathPara>
                          </a14:m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extLst>
                      <a:ext uri="{0D108BD9-81ED-4DB2-BD59-A6C34878D82A}">
                        <a16:rowId xmlns:a16="http://schemas.microsoft.com/office/drawing/2014/main" val="40426167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73E1C983-DD88-7E3D-D604-B703DCF2B45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65233"/>
                  </p:ext>
                </p:extLst>
              </p:nvPr>
            </p:nvGraphicFramePr>
            <p:xfrm>
              <a:off x="1111813" y="4144187"/>
              <a:ext cx="10794513" cy="1440000"/>
            </p:xfrm>
            <a:graphic>
              <a:graphicData uri="http://schemas.openxmlformats.org/drawingml/2006/table">
                <a:tbl>
                  <a:tblPr firstRow="1" bandRow="1">
                    <a:tableStyleId>{E8B1032C-EA38-4F05-BA0D-38AFFFC7BED3}</a:tableStyleId>
                  </a:tblPr>
                  <a:tblGrid>
                    <a:gridCol w="3631417">
                      <a:extLst>
                        <a:ext uri="{9D8B030D-6E8A-4147-A177-3AD203B41FA5}">
                          <a16:colId xmlns:a16="http://schemas.microsoft.com/office/drawing/2014/main" val="2314594270"/>
                        </a:ext>
                      </a:extLst>
                    </a:gridCol>
                    <a:gridCol w="1790774">
                      <a:extLst>
                        <a:ext uri="{9D8B030D-6E8A-4147-A177-3AD203B41FA5}">
                          <a16:colId xmlns:a16="http://schemas.microsoft.com/office/drawing/2014/main" val="3164565024"/>
                        </a:ext>
                      </a:extLst>
                    </a:gridCol>
                    <a:gridCol w="1790774">
                      <a:extLst>
                        <a:ext uri="{9D8B030D-6E8A-4147-A177-3AD203B41FA5}">
                          <a16:colId xmlns:a16="http://schemas.microsoft.com/office/drawing/2014/main" val="1594016264"/>
                        </a:ext>
                      </a:extLst>
                    </a:gridCol>
                    <a:gridCol w="1790774">
                      <a:extLst>
                        <a:ext uri="{9D8B030D-6E8A-4147-A177-3AD203B41FA5}">
                          <a16:colId xmlns:a16="http://schemas.microsoft.com/office/drawing/2014/main" val="2191987551"/>
                        </a:ext>
                      </a:extLst>
                    </a:gridCol>
                    <a:gridCol w="1790774">
                      <a:extLst>
                        <a:ext uri="{9D8B030D-6E8A-4147-A177-3AD203B41FA5}">
                          <a16:colId xmlns:a16="http://schemas.microsoft.com/office/drawing/2014/main" val="3707626577"/>
                        </a:ext>
                      </a:extLst>
                    </a:gridCol>
                  </a:tblGrid>
                  <a:tr h="72000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rgbClr val="002060"/>
                              </a:solidFill>
                              <a:effectLst/>
                            </a:rPr>
                            <a:t>No. reading hours</a:t>
                          </a:r>
                          <a:endParaRPr lang="en-IN" sz="2800" b="1" dirty="0">
                            <a:solidFill>
                              <a:srgbClr val="C0000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/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203061" t="-840" r="-301020" b="-10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303061" t="-840" r="-201020" b="-10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403061" t="-840" r="-101020" b="-10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503061" t="-840" r="-1020" b="-10924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004238503"/>
                      </a:ext>
                    </a:extLst>
                  </a:tr>
                  <a:tr h="72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168" t="-100840" r="-197819" b="-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203061" t="-100840" r="-301020" b="-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303061" t="-100840" r="-201020" b="-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403061" t="-100840" r="-101020" b="-924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blipFill>
                          <a:blip r:embed="rId2"/>
                          <a:stretch>
                            <a:fillRect l="-503061" t="-100840" r="-1020" b="-924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04261675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26671772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Class Intervals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b="1" dirty="0"/>
                  <a:t>Exclusive Class</a:t>
                </a:r>
                <a:endParaRPr lang="en-IN" b="1" dirty="0"/>
              </a:p>
              <a:p>
                <a:pPr lvl="1"/>
                <a:r>
                  <a:rPr lang="en-US" dirty="0"/>
                  <a:t>If classes of frequency distributions are </a:t>
                </a:r>
                <a14:m>
                  <m:oMath xmlns:m="http://schemas.openxmlformats.org/officeDocument/2006/math"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𝟐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𝟐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𝟒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𝟒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𝟔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… </m:t>
                    </m:r>
                  </m:oMath>
                </a14:m>
                <a:r>
                  <a:rPr lang="en-US" dirty="0"/>
                  <a:t>such classes       are known as exclusive classes. </a:t>
                </a:r>
              </a:p>
              <a:p>
                <a:r>
                  <a:rPr lang="en-US" b="1" dirty="0"/>
                  <a:t>Inclusive Class</a:t>
                </a:r>
                <a:endParaRPr lang="en-IN" b="1" dirty="0"/>
              </a:p>
              <a:p>
                <a:pPr lvl="1"/>
                <a:r>
                  <a:rPr lang="en-US" dirty="0"/>
                  <a:t>If classes of frequency distributions are </a:t>
                </a:r>
                <a14:m>
                  <m:oMath xmlns:m="http://schemas.openxmlformats.org/officeDocument/2006/math"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𝟐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𝟓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𝟔</m:t>
                    </m:r>
                    <m:r>
                      <a:rPr lang="en-US" b="1" dirty="0" smtClean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latin typeface="Cambria Math" panose="02040503050406030204" pitchFamily="18" charset="0"/>
                      </a:rPr>
                      <m:t>𝟖</m:t>
                    </m:r>
                    <m:r>
                      <a:rPr lang="en-IN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>
                        <a:latin typeface="Cambria Math" panose="02040503050406030204" pitchFamily="18" charset="0"/>
                      </a:rPr>
                      <m:t>…</m:t>
                    </m:r>
                  </m:oMath>
                </a14:m>
                <a:r>
                  <a:rPr lang="en-US" dirty="0"/>
                  <a:t> such classes are known as inclusive classes.</a:t>
                </a:r>
                <a:endParaRPr lang="en-IN" dirty="0"/>
              </a:p>
              <a:p>
                <a:endParaRPr lang="en-IN" dirty="0"/>
              </a:p>
              <a:p>
                <a:endParaRPr lang="en-IN" dirty="0"/>
              </a:p>
              <a:p>
                <a:endParaRPr lang="en-US" dirty="0"/>
              </a:p>
              <a:p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 7">
            <a:extLst>
              <a:ext uri="{FF2B5EF4-FFF2-40B4-BE49-F238E27FC236}">
                <a16:creationId xmlns:a16="http://schemas.microsoft.com/office/drawing/2014/main" id="{445EA874-733C-4293-B82D-46E58C777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771204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Class Intervals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b="1" dirty="0"/>
                  <a:t>Lower Boundary &amp; Upper Boundary</a:t>
                </a:r>
                <a:endParaRPr lang="en-IN" dirty="0"/>
              </a:p>
              <a:p>
                <a:pPr lvl="1"/>
                <a:r>
                  <a:rPr lang="en-US" dirty="0"/>
                  <a:t>For the class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sSub>
                      <m:sSubPr>
                        <m:ctrlPr>
                          <a:rPr lang="en-US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r>
                          <a:rPr lang="en-US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sub>
                    </m:sSub>
                    <m:r>
                      <a:rPr lang="en-IN" b="0" i="0" smtClean="0">
                        <a:latin typeface="Cambria Math" panose="02040503050406030204" pitchFamily="18" charset="0"/>
                      </a:rPr>
                      <m:t>−</m:t>
                    </m:r>
                    <m:sSub>
                      <m:sSubPr>
                        <m:ctrlPr>
                          <a:rPr lang="en-US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sub>
                    </m:sSub>
                  </m:oMath>
                </a14:m>
                <a:r>
                  <a:rPr lang="en-US" dirty="0"/>
                  <a:t>, </a:t>
                </a:r>
                <a:endParaRPr lang="en-IN" dirty="0"/>
              </a:p>
              <a:p>
                <a:pPr marL="628650" lvl="1" indent="0">
                  <a:buNone/>
                </a:pPr>
                <a:r>
                  <a:rPr lang="en-US" b="1" dirty="0">
                    <a:solidFill>
                      <a:srgbClr val="FF0000"/>
                    </a:solidFill>
                  </a:rPr>
                  <a:t>lower</a:t>
                </a:r>
                <a:r>
                  <a:rPr lang="en-US" dirty="0"/>
                  <a:t> boundary is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sSub>
                      <m:sSubPr>
                        <m:ctrlPr>
                          <a:rPr lang="en-US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r>
                          <a:rPr lang="en-US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sub>
                    </m:sSub>
                    <m:r>
                      <a:rPr lang="en-US" dirty="0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US" dirty="0"/>
                  <a:t>and </a:t>
                </a:r>
                <a:r>
                  <a:rPr lang="en-US" b="1" dirty="0">
                    <a:solidFill>
                      <a:srgbClr val="0070C0"/>
                    </a:solidFill>
                  </a:rPr>
                  <a:t>upper</a:t>
                </a:r>
                <a:r>
                  <a:rPr lang="en-US" dirty="0"/>
                  <a:t> boundary is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sSub>
                      <m:sSubPr>
                        <m:ctrlPr>
                          <a:rPr lang="en-IN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US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sub>
                    </m:sSub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 lvl="1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</a:p>
              <a:p>
                <a:pPr lvl="2"/>
                <a:r>
                  <a:rPr lang="en-US" dirty="0"/>
                  <a:t>For the class </a:t>
                </a:r>
                <a14:m>
                  <m:oMath xmlns:m="http://schemas.openxmlformats.org/officeDocument/2006/math">
                    <m:r>
                      <a:rPr lang="en-US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  <m:r>
                      <a:rPr lang="en-US" dirty="0"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𝟓</m:t>
                    </m:r>
                  </m:oMath>
                </a14:m>
                <a:r>
                  <a:rPr lang="en-US" dirty="0"/>
                  <a:t>, </a:t>
                </a:r>
                <a:r>
                  <a:rPr lang="en-US" b="1" dirty="0">
                    <a:solidFill>
                      <a:srgbClr val="FF0000"/>
                    </a:solidFill>
                  </a:rPr>
                  <a:t>lower</a:t>
                </a:r>
                <a:r>
                  <a:rPr lang="en-US" dirty="0"/>
                  <a:t> boundary is </a:t>
                </a:r>
                <a14:m>
                  <m:oMath xmlns:m="http://schemas.openxmlformats.org/officeDocument/2006/math">
                    <m:r>
                      <a:rPr lang="en-US" b="1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r>
                  <a:rPr lang="en-US" dirty="0"/>
                  <a:t> and </a:t>
                </a:r>
                <a:r>
                  <a:rPr lang="en-US" b="1" dirty="0">
                    <a:solidFill>
                      <a:srgbClr val="0070C0"/>
                    </a:solidFill>
                  </a:rPr>
                  <a:t>upper</a:t>
                </a:r>
                <a:r>
                  <a:rPr lang="en-US" dirty="0"/>
                  <a:t> boundary is</a:t>
                </a:r>
                <a14:m>
                  <m:oMath xmlns:m="http://schemas.openxmlformats.org/officeDocument/2006/math">
                    <m:r>
                      <a:rPr lang="en-US" dirty="0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𝟓</m:t>
                    </m:r>
                  </m:oMath>
                </a14:m>
                <a:r>
                  <a:rPr lang="en-US" dirty="0"/>
                  <a:t>. </a:t>
                </a:r>
                <a:endParaRPr lang="en-IN" dirty="0"/>
              </a:p>
              <a:p>
                <a:endParaRPr lang="en-IN" dirty="0"/>
              </a:p>
              <a:p>
                <a:endParaRPr lang="en-IN" dirty="0"/>
              </a:p>
              <a:p>
                <a:endParaRPr lang="en-IN" dirty="0"/>
              </a:p>
              <a:p>
                <a:endParaRPr lang="en-US" dirty="0"/>
              </a:p>
              <a:p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 7">
            <a:extLst>
              <a:ext uri="{FF2B5EF4-FFF2-40B4-BE49-F238E27FC236}">
                <a16:creationId xmlns:a16="http://schemas.microsoft.com/office/drawing/2014/main" id="{445EA874-733C-4293-B82D-46E58C777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94156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Class Length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F85B7F9-F0C4-E4E6-AA76-1EAB0004702D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A difference between Upper boundary and Lower boundary is known as class length.</a:t>
                </a:r>
                <a:endParaRPr lang="en-IN" dirty="0"/>
              </a:p>
              <a:p>
                <a:r>
                  <a:rPr lang="en-US" dirty="0"/>
                  <a:t>It is denoted by </a:t>
                </a:r>
                <a14:m>
                  <m:oMath xmlns:m="http://schemas.openxmlformats.org/officeDocument/2006/math">
                    <m:r>
                      <a:rPr lang="en-US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𝐜</m:t>
                    </m:r>
                  </m:oMath>
                </a14:m>
                <a:r>
                  <a:rPr lang="en-US" dirty="0"/>
                  <a:t> and defined as </a:t>
                </a:r>
                <a:endParaRPr lang="en-IN" dirty="0"/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𝐜</m:t>
                      </m:r>
                      <m:r>
                        <a:rPr lang="en-US" smtClean="0">
                          <a:latin typeface="Cambria Math" panose="02040503050406030204" pitchFamily="18" charset="0"/>
                        </a:rPr>
                        <m:t>= </m:t>
                      </m:r>
                      <m:r>
                        <a:rPr lang="en-US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𝐔𝐩𝐩𝐞𝐫</m:t>
                      </m:r>
                      <m:r>
                        <a:rPr lang="en-US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𝐁𝐨𝐮𝐧𝐝𝐚𝐫𝐲</m:t>
                      </m:r>
                      <m:r>
                        <a:rPr lang="en-US" dirty="0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 − </m:t>
                      </m:r>
                      <m:r>
                        <a:rPr lang="en-US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𝐋𝐨𝐰𝐞𝐫</m:t>
                      </m:r>
                      <m:r>
                        <a:rPr lang="en-US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𝐁𝐨𝐮𝐧𝐝𝐚𝐫𝐲</m:t>
                      </m:r>
                      <m:r>
                        <a:rPr lang="en-US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=</m:t>
                      </m:r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mtClean="0"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US" smtClean="0">
                              <a:latin typeface="Cambria Math" panose="02040503050406030204" pitchFamily="18" charset="0"/>
                            </a:rPr>
                            <m:t>𝐢</m:t>
                          </m:r>
                          <m:r>
                            <a:rPr lang="en-US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mtClean="0"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  <m:r>
                        <a:rPr lang="en-US" smtClean="0"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US">
                              <a:latin typeface="Cambria Math" panose="02040503050406030204" pitchFamily="18" charset="0"/>
                            </a:rPr>
                            <m:t>𝐢</m:t>
                          </m:r>
                        </m:sub>
                      </m:sSub>
                    </m:oMath>
                  </m:oMathPara>
                </a14:m>
                <a:endParaRPr lang="en-IN" dirty="0"/>
              </a:p>
              <a:p>
                <a:pPr lvl="0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IN" b="1" dirty="0">
                  <a:solidFill>
                    <a:schemeClr val="accent6">
                      <a:lumMod val="50000"/>
                    </a:schemeClr>
                  </a:solidFill>
                </a:endParaRPr>
              </a:p>
              <a:p>
                <a:pPr lvl="1"/>
                <a:r>
                  <a:rPr lang="en-US" dirty="0"/>
                  <a:t>For the class </a:t>
                </a:r>
                <a14:m>
                  <m:oMath xmlns:m="http://schemas.openxmlformats.org/officeDocument/2006/math">
                    <m:r>
                      <a:rPr lang="en-US" dirty="0" smtClean="0">
                        <a:latin typeface="Cambria Math" panose="02040503050406030204" pitchFamily="18" charset="0"/>
                      </a:rPr>
                      <m:t>3−5</m:t>
                    </m:r>
                  </m:oMath>
                </a14:m>
                <a:r>
                  <a:rPr lang="en-US" dirty="0"/>
                  <a:t>, class length is</a:t>
                </a:r>
                <a14:m>
                  <m:oMath xmlns:m="http://schemas.openxmlformats.org/officeDocument/2006/math">
                    <m:r>
                      <a:rPr lang="en-US" dirty="0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endParaRPr lang="en-IN" dirty="0">
                  <a:latin typeface="Cambria Math" panose="02040503050406030204" pitchFamily="18" charset="0"/>
                </a:endParaRPr>
              </a:p>
              <a:p>
                <a:pPr marL="628650" lvl="1" indent="0">
                  <a:buNone/>
                </a:pPr>
                <a14:m>
                  <m:oMath xmlns:m="http://schemas.openxmlformats.org/officeDocument/2006/math">
                    <m:r>
                      <a:rPr lang="en-US" dirty="0" smtClean="0">
                        <a:latin typeface="Cambria Math" panose="02040503050406030204" pitchFamily="18" charset="0"/>
                      </a:rPr>
                      <m:t>5−3=2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F85B7F9-F0C4-E4E6-AA76-1EAB0004702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37737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pPr lvl="0"/>
            <a:r>
              <a:rPr lang="en-US" dirty="0"/>
              <a:t>Mid-Point of Class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F85B7F9-F0C4-E4E6-AA76-1EAB0004702D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Mid point of class is used to find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  <m:sub>
                        <m:r>
                          <a:rPr lang="en-US" b="1" i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𝐢</m:t>
                        </m:r>
                      </m:sub>
                    </m:sSub>
                  </m:oMath>
                </a14:m>
                <a:r>
                  <a:rPr lang="en-US" b="1" dirty="0">
                    <a:solidFill>
                      <a:srgbClr val="FF0000"/>
                    </a:solidFill>
                  </a:rPr>
                  <a:t> </a:t>
                </a:r>
                <a:r>
                  <a:rPr lang="en-US" dirty="0"/>
                  <a:t>in case of continuous frequency distribution. </a:t>
                </a:r>
                <a:endParaRPr lang="en-IN" dirty="0"/>
              </a:p>
              <a:p>
                <a:pPr lvl="0"/>
                <a:r>
                  <a:rPr lang="en-US" dirty="0"/>
                  <a:t>It is defined as follow :</a:t>
                </a:r>
                <a:endParaRPr lang="en-IN" dirty="0"/>
              </a:p>
              <a:p>
                <a:pPr marL="271463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𝐌𝐢𝐝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𝐩𝐨𝐢𝐧𝐭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𝐨𝐟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𝐜𝐥𝐚𝐬𝐬</m:t>
                      </m:r>
                      <m:r>
                        <a:rPr lang="en-US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en-US">
                              <a:latin typeface="Cambria Math" panose="02040503050406030204" pitchFamily="18" charset="0"/>
                            </a:rPr>
                            <m:t>𝐢</m:t>
                          </m:r>
                        </m:sub>
                      </m:sSub>
                      <m:r>
                        <a:rPr lang="en-US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dirty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𝐔𝐩𝐩𝐞𝐫</m:t>
                          </m:r>
                          <m:r>
                            <a:rPr lang="en-US" dirty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dirty="0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𝐁𝐨𝐮𝐧𝐝𝐚𝐫𝐲</m:t>
                          </m:r>
                          <m:r>
                            <a:rPr lang="en-US" dirty="0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dirty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𝐋𝐨𝐰𝐞𝐫</m:t>
                          </m:r>
                          <m:r>
                            <a:rPr lang="en-US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𝐁𝐨𝐮𝐧𝐝𝐚𝐫𝐲</m:t>
                          </m:r>
                        </m:num>
                        <m:den>
                          <m:r>
                            <a:rPr lang="en-US">
                              <a:latin typeface="Cambria Math" panose="02040503050406030204" pitchFamily="18" charset="0"/>
                            </a:rPr>
                            <m:t>𝟐</m:t>
                          </m:r>
                          <m:r>
                            <a:rPr lang="en-US"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dirty="0"/>
              </a:p>
              <a:p>
                <a:pPr lvl="0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IN" b="1" dirty="0">
                  <a:solidFill>
                    <a:schemeClr val="accent6">
                      <a:lumMod val="50000"/>
                    </a:schemeClr>
                  </a:solidFill>
                </a:endParaRPr>
              </a:p>
              <a:p>
                <a:pPr lvl="1"/>
                <a:r>
                  <a:rPr lang="en-US" dirty="0"/>
                  <a:t>For the class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3−5,</m:t>
                    </m:r>
                  </m:oMath>
                </a14:m>
                <a:r>
                  <a:rPr lang="en-US" dirty="0"/>
                  <a:t> mid point is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9F85B7F9-F0C4-E4E6-AA76-1EAB0004702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939F3AB1-A23A-07C2-36D4-9BD53C84A300}"/>
                  </a:ext>
                </a:extLst>
              </p:cNvPr>
              <p:cNvSpPr txBox="1"/>
              <p:nvPr/>
            </p:nvSpPr>
            <p:spPr>
              <a:xfrm>
                <a:off x="895854" y="4692893"/>
                <a:ext cx="1792261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3+5</m:t>
                          </m:r>
                        </m:num>
                        <m:den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=4.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939F3AB1-A23A-07C2-36D4-9BD53C84A3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5854" y="4692893"/>
                <a:ext cx="1792261" cy="907749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51608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3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A859AF1-7423-4D90-8F6A-6C8728A77C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2</a:t>
            </a:r>
            <a:br>
              <a:rPr lang="en-IN" dirty="0"/>
            </a:br>
            <a:r>
              <a:rPr lang="en-US" dirty="0">
                <a:effectLst/>
                <a:ea typeface="Calibri" panose="020F0502020204030204" pitchFamily="34" charset="0"/>
                <a:cs typeface="Shruti" panose="020B0502040204020203" pitchFamily="34" charset="0"/>
              </a:rPr>
              <a:t>Measure of Central Tendency</a:t>
            </a:r>
            <a:endParaRPr lang="en-IN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37943AF-571B-41E1-80B4-EB45793FE3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48188198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  <a:solidFill>
            <a:srgbClr val="C0C0C0">
              <a:alpha val="50000"/>
            </a:srgbClr>
          </a:solidFill>
          <a:ln>
            <a:noFill/>
          </a:ln>
        </p:spPr>
        <p:txBody>
          <a:bodyPr vert="horz" lIns="216000" tIns="108000" rIns="216000" bIns="108000" rtlCol="0" anchor="ctr">
            <a:normAutofit/>
          </a:bodyPr>
          <a:lstStyle/>
          <a:p>
            <a:r>
              <a:rPr lang="en-US" dirty="0"/>
              <a:t>Central Tendency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pPr lvl="0"/>
                <a:r>
                  <a:rPr lang="en-US" dirty="0"/>
                  <a:t>The central tendency of a distribution is an estimate of the </a:t>
                </a:r>
                <a:r>
                  <a:rPr lang="en-US" b="1" dirty="0">
                    <a:solidFill>
                      <a:srgbClr val="FF0000"/>
                    </a:solidFill>
                  </a:rPr>
                  <a:t>center</a:t>
                </a:r>
                <a:r>
                  <a:rPr lang="en-US" dirty="0"/>
                  <a:t> of a distribution of values. </a:t>
                </a:r>
                <a:endParaRPr lang="en-IN" dirty="0"/>
              </a:p>
              <a:p>
                <a:pPr lvl="0"/>
                <a:r>
                  <a:rPr lang="en-US" dirty="0"/>
                  <a:t>There are three measures to estimate central tendency which is</a:t>
                </a:r>
                <a:endParaRPr lang="en-IN" dirty="0"/>
              </a:p>
              <a:p>
                <a:pPr lvl="1"/>
                <a:r>
                  <a:rPr lang="en-US" dirty="0"/>
                  <a:t>Mean</a:t>
                </a:r>
                <a14:m>
                  <m:oMath xmlns:m="http://schemas.openxmlformats.org/officeDocument/2006/math">
                    <m:r>
                      <a:rPr lang="en-US" smtClean="0">
                        <a:latin typeface="Cambria Math" panose="02040503050406030204" pitchFamily="18" charset="0"/>
                      </a:rPr>
                      <m:t> </m:t>
                    </m:r>
                    <m:d>
                      <m:dPr>
                        <m:ctrlPr>
                          <a:rPr lang="en-US" b="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acc>
                          <m:accPr>
                            <m:chr m:val="̅"/>
                            <m:ctrlPr>
                              <a:rPr lang="en-IN" i="1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𝐱</m:t>
                            </m:r>
                          </m:e>
                        </m:acc>
                        <m:r>
                          <a:rPr lang="en-IN" b="0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IN" dirty="0"/>
              </a:p>
              <a:p>
                <a:pPr lvl="1"/>
                <a:r>
                  <a:rPr lang="en-US" dirty="0"/>
                  <a:t>Median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𝐌</m:t>
                        </m:r>
                        <m:r>
                          <a:rPr lang="en-IN" b="0" i="1" smtClean="0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endParaRPr lang="en-US" dirty="0"/>
              </a:p>
              <a:p>
                <a:pPr lvl="1"/>
                <a:r>
                  <a:rPr lang="en-US" dirty="0"/>
                  <a:t>Mode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(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𝐙</m:t>
                    </m:r>
                    <m:r>
                      <a:rPr lang="en-IN" b="0" i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en-GB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869327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A859AF1-7423-4D90-8F6A-6C8728A77C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2.1</a:t>
            </a:r>
            <a:br>
              <a:rPr lang="en-IN" dirty="0"/>
            </a:br>
            <a:r>
              <a:rPr lang="en-US" dirty="0">
                <a:effectLst/>
                <a:ea typeface="Calibri" panose="020F0502020204030204" pitchFamily="34" charset="0"/>
                <a:cs typeface="Shruti" panose="020B0502040204020203" pitchFamily="34" charset="0"/>
              </a:rPr>
              <a:t>Mean</a:t>
            </a:r>
            <a:endParaRPr lang="en-IN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37943AF-571B-41E1-80B4-EB45793FE3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44695728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The mean means </a:t>
                </a:r>
                <a:r>
                  <a:rPr lang="en-US" b="1" dirty="0">
                    <a:solidFill>
                      <a:srgbClr val="FF0000"/>
                    </a:solidFill>
                  </a:rPr>
                  <a:t>average</a:t>
                </a:r>
                <a:r>
                  <a:rPr lang="en-US" dirty="0"/>
                  <a:t>. </a:t>
                </a:r>
                <a:endParaRPr lang="en-IN" dirty="0"/>
              </a:p>
              <a:p>
                <a:r>
                  <a:rPr lang="en-US" dirty="0"/>
                  <a:t>Mean is denoted by “ </a:t>
                </a:r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IN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US" b="1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𝐱</m:t>
                        </m:r>
                      </m:e>
                    </m:acc>
                  </m:oMath>
                </a14:m>
                <a:r>
                  <a:rPr lang="en-US" dirty="0"/>
                  <a:t> ”  and read as x bar. </a:t>
                </a:r>
                <a:endParaRPr lang="en-IN" dirty="0"/>
              </a:p>
              <a:p>
                <a:r>
                  <a:rPr lang="en-US" dirty="0"/>
                  <a:t>Table of different formulae of mean.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876897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Mean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2C46B271-0AEE-DF2A-671B-B3DF8B590E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2822340"/>
              </p:ext>
            </p:extLst>
          </p:nvPr>
        </p:nvGraphicFramePr>
        <p:xfrm>
          <a:off x="134026" y="796745"/>
          <a:ext cx="10518734" cy="5653337"/>
        </p:xfrm>
        <a:graphic>
          <a:graphicData uri="http://schemas.openxmlformats.org/drawingml/2006/table">
            <a:tbl>
              <a:tblPr firstRow="1" firstCol="1" bandRow="1">
                <a:tableStyleId>{93296810-A885-4BE3-A3E7-6D5BEEA58F35}</a:tableStyleId>
              </a:tblPr>
              <a:tblGrid>
                <a:gridCol w="2417261">
                  <a:extLst>
                    <a:ext uri="{9D8B030D-6E8A-4147-A177-3AD203B41FA5}">
                      <a16:colId xmlns:a16="http://schemas.microsoft.com/office/drawing/2014/main" val="562987677"/>
                    </a:ext>
                  </a:extLst>
                </a:gridCol>
                <a:gridCol w="2700491">
                  <a:extLst>
                    <a:ext uri="{9D8B030D-6E8A-4147-A177-3AD203B41FA5}">
                      <a16:colId xmlns:a16="http://schemas.microsoft.com/office/drawing/2014/main" val="2282301273"/>
                    </a:ext>
                  </a:extLst>
                </a:gridCol>
                <a:gridCol w="2700491">
                  <a:extLst>
                    <a:ext uri="{9D8B030D-6E8A-4147-A177-3AD203B41FA5}">
                      <a16:colId xmlns:a16="http://schemas.microsoft.com/office/drawing/2014/main" val="1132972837"/>
                    </a:ext>
                  </a:extLst>
                </a:gridCol>
                <a:gridCol w="2700491">
                  <a:extLst>
                    <a:ext uri="{9D8B030D-6E8A-4147-A177-3AD203B41FA5}">
                      <a16:colId xmlns:a16="http://schemas.microsoft.com/office/drawing/2014/main" val="3426984011"/>
                    </a:ext>
                  </a:extLst>
                </a:gridCol>
              </a:tblGrid>
              <a:tr h="982070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Method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Ungrouped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Discrete 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Continuous 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9706875"/>
                  </a:ext>
                </a:extLst>
              </a:tr>
              <a:tr h="1557089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Direct Method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tabLst>
                          <a:tab pos="447675" algn="l"/>
                        </a:tabLst>
                      </a:pPr>
                      <a:endParaRPr lang="en-IN" sz="2800" i="0" dirty="0">
                        <a:solidFill>
                          <a:schemeClr val="tx1"/>
                        </a:solidFill>
                        <a:effectLst/>
                        <a:latin typeface="Cambria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47675" algn="l"/>
                        </a:tabLst>
                        <a:defRPr/>
                      </a:pPr>
                      <a:endParaRPr lang="en-IN" sz="2800" dirty="0">
                        <a:solidFill>
                          <a:schemeClr val="tx1"/>
                        </a:solidFill>
                        <a:effectLst/>
                        <a:latin typeface="Cambria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8254180"/>
                  </a:ext>
                </a:extLst>
              </a:tr>
              <a:tr h="1557089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Assumed Mean Method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47675" algn="l"/>
                        </a:tabLst>
                        <a:defRPr/>
                      </a:pPr>
                      <a:endParaRPr lang="en-IN" sz="2800" dirty="0">
                        <a:solidFill>
                          <a:schemeClr val="tx1"/>
                        </a:solidFill>
                        <a:effectLst/>
                        <a:latin typeface="Cambria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47675" algn="l"/>
                        </a:tabLst>
                        <a:defRPr/>
                      </a:pPr>
                      <a:endParaRPr lang="en-IN" sz="2800" dirty="0">
                        <a:solidFill>
                          <a:schemeClr val="tx1"/>
                        </a:solidFill>
                        <a:effectLst/>
                        <a:latin typeface="Cambria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1082993"/>
                  </a:ext>
                </a:extLst>
              </a:tr>
              <a:tr h="1557089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Step Deviation Method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tabLst>
                          <a:tab pos="447675" algn="l"/>
                        </a:tabLst>
                      </a:pPr>
                      <a:endParaRPr lang="en-IN" sz="2800" dirty="0">
                        <a:solidFill>
                          <a:schemeClr val="tx1"/>
                        </a:solidFill>
                        <a:effectLst/>
                        <a:latin typeface="Cambria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tabLst>
                          <a:tab pos="447675" algn="l"/>
                        </a:tabLst>
                      </a:pPr>
                      <a:endParaRPr lang="en-IN" sz="2800" dirty="0">
                        <a:solidFill>
                          <a:schemeClr val="tx1"/>
                        </a:solidFill>
                        <a:effectLst/>
                        <a:latin typeface="Cambria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tabLst>
                          <a:tab pos="447675" algn="l"/>
                        </a:tabLst>
                      </a:pPr>
                      <a:endParaRPr lang="en-IN" sz="2800" dirty="0">
                        <a:solidFill>
                          <a:schemeClr val="tx1"/>
                        </a:solidFill>
                        <a:effectLst/>
                        <a:latin typeface="Cambria" panose="02040503050406030204" pitchFamily="18" charset="0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8023396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6B172D8-F5D5-47F0-80D5-C2EBBCB8B885}"/>
                  </a:ext>
                </a:extLst>
              </p:cNvPr>
              <p:cNvSpPr txBox="1"/>
              <p:nvPr/>
            </p:nvSpPr>
            <p:spPr>
              <a:xfrm>
                <a:off x="2962816" y="2139562"/>
                <a:ext cx="1952085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6B172D8-F5D5-47F0-80D5-C2EBBCB8B8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62816" y="2139562"/>
                <a:ext cx="1952085" cy="92256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495B3CA-66BA-4C89-AA74-3A17F0DF548D}"/>
                  </a:ext>
                </a:extLst>
              </p:cNvPr>
              <p:cNvSpPr txBox="1"/>
              <p:nvPr/>
            </p:nvSpPr>
            <p:spPr>
              <a:xfrm>
                <a:off x="6911341" y="2102853"/>
                <a:ext cx="1952085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495B3CA-66BA-4C89-AA74-3A17F0DF54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1341" y="2102853"/>
                <a:ext cx="1952085" cy="99597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2D84A4B-8790-4127-B183-51C14682FC25}"/>
                  </a:ext>
                </a:extLst>
              </p:cNvPr>
              <p:cNvSpPr txBox="1"/>
              <p:nvPr/>
            </p:nvSpPr>
            <p:spPr>
              <a:xfrm>
                <a:off x="2936826" y="3629262"/>
                <a:ext cx="1952085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2D84A4B-8790-4127-B183-51C14682FC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6826" y="3629262"/>
                <a:ext cx="1952085" cy="9225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FB5FC7B-B4CA-4BD3-8AA1-45896768EC05}"/>
                  </a:ext>
                </a:extLst>
              </p:cNvPr>
              <p:cNvSpPr txBox="1"/>
              <p:nvPr/>
            </p:nvSpPr>
            <p:spPr>
              <a:xfrm>
                <a:off x="6794793" y="3592553"/>
                <a:ext cx="1952085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FB5FC7B-B4CA-4BD3-8AA1-45896768EC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4793" y="3592553"/>
                <a:ext cx="1952085" cy="99597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B7627DE-6A99-478F-A3E1-D9B310227153}"/>
                  </a:ext>
                </a:extLst>
              </p:cNvPr>
              <p:cNvSpPr txBox="1"/>
              <p:nvPr/>
            </p:nvSpPr>
            <p:spPr>
              <a:xfrm>
                <a:off x="2936828" y="5420007"/>
                <a:ext cx="19520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tabLst>
                    <a:tab pos="4476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−−−−−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B7627DE-6A99-478F-A3E1-D9B3102271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6828" y="5420007"/>
                <a:ext cx="195208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8DA7A3E-09AD-4211-B5C1-523E887DDC7C}"/>
                  </a:ext>
                </a:extLst>
              </p:cNvPr>
              <p:cNvSpPr txBox="1"/>
              <p:nvPr/>
            </p:nvSpPr>
            <p:spPr>
              <a:xfrm>
                <a:off x="5664106" y="5420007"/>
                <a:ext cx="19520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tabLst>
                    <a:tab pos="4476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−−−−−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8DA7A3E-09AD-4211-B5C1-523E887DDC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64106" y="5420007"/>
                <a:ext cx="195208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F6D6A00-9256-4437-BF36-9865C7CCE288}"/>
                  </a:ext>
                </a:extLst>
              </p:cNvPr>
              <p:cNvSpPr txBox="1"/>
              <p:nvPr/>
            </p:nvSpPr>
            <p:spPr>
              <a:xfrm>
                <a:off x="8117801" y="5198868"/>
                <a:ext cx="2396662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tabLst>
                    <a:tab pos="4476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F6D6A00-9256-4437-BF36-9865C7CCE2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17801" y="5198868"/>
                <a:ext cx="2396662" cy="99597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630445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9" grpId="0"/>
      <p:bldP spid="10" grpId="0"/>
      <p:bldP spid="11" grpId="0"/>
      <p:bldP spid="12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n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= </m:t>
                    </m:r>
                  </m:oMath>
                </a14:m>
                <a:r>
                  <a:rPr lang="en-US" dirty="0"/>
                  <a:t>total number of observations</a:t>
                </a:r>
              </a:p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= </m:t>
                    </m:r>
                  </m:oMath>
                </a14:m>
                <a:r>
                  <a:rPr lang="en-US" dirty="0"/>
                  <a:t>Class Length</a:t>
                </a:r>
                <a:endParaRPr lang="en-IN" dirty="0"/>
              </a:p>
              <a:p>
                <a:r>
                  <a:rPr lang="en-US" dirty="0"/>
                  <a:t>In case of </a:t>
                </a:r>
                <a:r>
                  <a:rPr lang="en-US" b="1" dirty="0">
                    <a:solidFill>
                      <a:srgbClr val="FF0000"/>
                    </a:solidFill>
                  </a:rPr>
                  <a:t>continuous frequency </a:t>
                </a:r>
                <a:r>
                  <a:rPr lang="en-US" dirty="0"/>
                  <a:t>distribution,</a:t>
                </a:r>
                <a:endParaRPr lang="en-IN" dirty="0"/>
              </a:p>
              <a:p>
                <a:pPr lvl="1"/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  <m:r>
                      <a:rPr lang="en-US" i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dirty="0"/>
                  <a:t> mid value of the respective class.</a:t>
                </a:r>
                <a:endParaRPr lang="en-IN" dirty="0"/>
              </a:p>
              <a:p>
                <a:r>
                  <a:rPr lang="en-US" dirty="0"/>
                  <a:t>In case of </a:t>
                </a:r>
                <a:r>
                  <a:rPr lang="en-US" b="1" dirty="0">
                    <a:solidFill>
                      <a:srgbClr val="FF0000"/>
                    </a:solidFill>
                  </a:rPr>
                  <a:t>assumed mean method</a:t>
                </a:r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can be any value from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r>
                  <a:rPr lang="en-US" dirty="0"/>
                  <a:t>Use </a:t>
                </a:r>
                <a:r>
                  <a:rPr lang="en-IN" dirty="0"/>
                  <a:t>following</a:t>
                </a:r>
                <a:r>
                  <a:rPr lang="en-US" dirty="0"/>
                  <a:t> formula to 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d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  <m:r>
                      <a:rPr lang="en-US" i="0">
                        <a:latin typeface="Cambria Math" panose="02040503050406030204" pitchFamily="18" charset="0"/>
                      </a:rPr>
                      <m:t> &amp; </m:t>
                    </m:r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u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i="0"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9BBDB525-8DB3-DBE6-6299-DE256DC5BEED}"/>
                  </a:ext>
                </a:extLst>
              </p:cNvPr>
              <p:cNvSpPr txBox="1"/>
              <p:nvPr/>
            </p:nvSpPr>
            <p:spPr>
              <a:xfrm>
                <a:off x="2949355" y="4849883"/>
                <a:ext cx="2034630" cy="90024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𝐮</m:t>
                          </m:r>
                        </m:e>
                        <m:sub>
                          <m:r>
                            <a:rPr lang="en-US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𝐢</m:t>
                          </m:r>
                        </m:sub>
                      </m:sSub>
                      <m:r>
                        <a:rPr lang="en-US" sz="2800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IN" sz="28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  <m:sub>
                              <m:r>
                                <a:rPr lang="en-US" sz="2800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𝐢</m:t>
                              </m:r>
                            </m:sub>
                          </m:sSub>
                          <m:r>
                            <a:rPr lang="en-US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𝐀</m:t>
                          </m:r>
                        </m:num>
                        <m:den>
                          <m:r>
                            <a:rPr lang="en-IN" sz="2800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𝐜</m:t>
                          </m:r>
                        </m:den>
                      </m:f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9BBDB525-8DB3-DBE6-6299-DE256DC5BE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9355" y="4849883"/>
                <a:ext cx="2034630" cy="90024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E62FA126-D764-426A-917A-74374FF9F808}"/>
                  </a:ext>
                </a:extLst>
              </p:cNvPr>
              <p:cNvSpPr txBox="1"/>
              <p:nvPr/>
            </p:nvSpPr>
            <p:spPr>
              <a:xfrm>
                <a:off x="530005" y="5038396"/>
                <a:ext cx="20346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nn-NO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nn-NO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𝐝</m:t>
                          </m:r>
                        </m:e>
                        <m:sub>
                          <m:r>
                            <a:rPr lang="nn-NO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𝐢</m:t>
                          </m:r>
                        </m:sub>
                      </m:sSub>
                      <m:r>
                        <a:rPr lang="nn-NO" sz="2800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nn-NO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nn-NO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  <m:sub>
                          <m:r>
                            <a:rPr lang="nn-NO" sz="2800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𝐢</m:t>
                          </m:r>
                        </m:sub>
                      </m:sSub>
                      <m:r>
                        <a:rPr lang="nn-NO" sz="2800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nn-NO" sz="2800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𝐀</m:t>
                      </m:r>
                      <m:r>
                        <a:rPr lang="nn-NO" sz="2800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E62FA126-D764-426A-917A-74374FF9F8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005" y="5038396"/>
                <a:ext cx="203463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368105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3" grpId="0"/>
      <p:bldP spid="5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0800" y="832964"/>
                <a:ext cx="11930400" cy="758568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Find the mean of data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10.2,  9.5,  8.3,  9.7,  9.5,</m:t>
                    </m:r>
                    <m:r>
                      <a:rPr lang="en-US" smtClean="0">
                        <a:latin typeface="Cambria Math" panose="02040503050406030204" pitchFamily="18" charset="0"/>
                      </a:rPr>
                      <m:t>  </m:t>
                    </m:r>
                    <m:r>
                      <a:rPr lang="en-US">
                        <a:latin typeface="Cambria Math" panose="02040503050406030204" pitchFamily="18" charset="0"/>
                      </a:rPr>
                      <m:t>11.1,  7.8</m:t>
                    </m:r>
                    <m:r>
                      <a:rPr lang="en-US" smtClean="0">
                        <a:latin typeface="Cambria Math" panose="02040503050406030204" pitchFamily="18" charset="0"/>
                      </a:rPr>
                      <m:t>,  8.8,  9.5,  10</m:t>
                    </m:r>
                    <m:r>
                      <a:rPr lang="en-US">
                        <a:latin typeface="Cambria Math" panose="02040503050406030204" pitchFamily="18" charset="0"/>
                      </a:rPr>
                      <m:t>. 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0800" y="832964"/>
                <a:ext cx="11930400" cy="758568"/>
              </a:xfrm>
              <a:prstGeom prst="rect">
                <a:avLst/>
              </a:prstGeom>
              <a:blipFill>
                <a:blip r:embed="rId3"/>
                <a:stretch>
                  <a:fillRect l="-1021" b="-725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0800" y="171329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1C1BF7D-5436-9AD7-9E79-71C80F4299BC}"/>
                  </a:ext>
                </a:extLst>
              </p:cNvPr>
              <p:cNvSpPr txBox="1"/>
              <p:nvPr/>
            </p:nvSpPr>
            <p:spPr>
              <a:xfrm>
                <a:off x="2333579" y="3920206"/>
                <a:ext cx="9801162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10.2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9.5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8.3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9.7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9.5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11.1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7.8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8.8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9.5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1C1BF7D-5436-9AD7-9E79-71C80F4299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3579" y="3920206"/>
                <a:ext cx="9801162" cy="91057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C545B49-AFFC-A111-8A0C-2DD3D49491FC}"/>
                  </a:ext>
                </a:extLst>
              </p:cNvPr>
              <p:cNvSpPr txBox="1"/>
              <p:nvPr/>
            </p:nvSpPr>
            <p:spPr>
              <a:xfrm>
                <a:off x="2286055" y="4782864"/>
                <a:ext cx="1724297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94.4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US" sz="280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C545B49-AFFC-A111-8A0C-2DD3D49491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6055" y="4782864"/>
                <a:ext cx="1724297" cy="90178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1BA4E9B-ACB9-7A2A-2417-E6EE551EBE1A}"/>
                  </a:ext>
                </a:extLst>
              </p:cNvPr>
              <p:cNvSpPr txBox="1"/>
              <p:nvPr/>
            </p:nvSpPr>
            <p:spPr>
              <a:xfrm>
                <a:off x="2343314" y="5911403"/>
                <a:ext cx="15397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9.44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1BA4E9B-ACB9-7A2A-2417-E6EE551EBE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3314" y="5911403"/>
                <a:ext cx="153974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1F160DF-2FC0-37F3-93A3-C1C1CD9536DD}"/>
                  </a:ext>
                </a:extLst>
              </p:cNvPr>
              <p:cNvSpPr txBox="1"/>
              <p:nvPr/>
            </p:nvSpPr>
            <p:spPr>
              <a:xfrm>
                <a:off x="2333579" y="2892991"/>
                <a:ext cx="1539746" cy="9227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1F160DF-2FC0-37F3-93A3-C1C1CD9536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3579" y="2892991"/>
                <a:ext cx="1539746" cy="92275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CE7448C-811D-4A5E-78B9-BF917982747D}"/>
                  </a:ext>
                </a:extLst>
              </p:cNvPr>
              <p:cNvSpPr txBox="1"/>
              <p:nvPr/>
            </p:nvSpPr>
            <p:spPr>
              <a:xfrm>
                <a:off x="1685028" y="4113881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1CE7448C-811D-4A5E-78B9-BF91798274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028" y="4113881"/>
                <a:ext cx="544862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BD1219C-285D-483F-9B65-53A84CFB9C0A}"/>
                  </a:ext>
                </a:extLst>
              </p:cNvPr>
              <p:cNvSpPr txBox="1"/>
              <p:nvPr/>
            </p:nvSpPr>
            <p:spPr>
              <a:xfrm>
                <a:off x="1685028" y="5911403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BD1219C-285D-483F-9B65-53A84CFB9C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028" y="5911403"/>
                <a:ext cx="544862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352F0E05-A584-41AD-9DAB-2F700B8F7AEC}"/>
                  </a:ext>
                </a:extLst>
              </p:cNvPr>
              <p:cNvSpPr txBox="1"/>
              <p:nvPr/>
            </p:nvSpPr>
            <p:spPr>
              <a:xfrm>
                <a:off x="1685028" y="4972146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352F0E05-A584-41AD-9DAB-2F700B8F7A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028" y="4972146"/>
                <a:ext cx="544862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Box 14">
            <a:extLst>
              <a:ext uri="{FF2B5EF4-FFF2-40B4-BE49-F238E27FC236}">
                <a16:creationId xmlns:a16="http://schemas.microsoft.com/office/drawing/2014/main" id="{BDA23389-A9AD-4EF8-A3D9-A29B72F2113C}"/>
              </a:ext>
            </a:extLst>
          </p:cNvPr>
          <p:cNvSpPr txBox="1"/>
          <p:nvPr/>
        </p:nvSpPr>
        <p:spPr>
          <a:xfrm>
            <a:off x="1593840" y="1713295"/>
            <a:ext cx="554624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 total number of observations are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12D34C3-9FF2-46E2-AC8A-534824372257}"/>
                  </a:ext>
                </a:extLst>
              </p:cNvPr>
              <p:cNvSpPr txBox="1"/>
              <p:nvPr/>
            </p:nvSpPr>
            <p:spPr>
              <a:xfrm>
                <a:off x="7126514" y="1713295"/>
                <a:ext cx="12935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12D34C3-9FF2-46E2-AC8A-53482437225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26514" y="1713295"/>
                <a:ext cx="1293558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E284167F-B6F7-4B26-8B09-FE85B2D8FF07}"/>
              </a:ext>
            </a:extLst>
          </p:cNvPr>
          <p:cNvSpPr txBox="1"/>
          <p:nvPr/>
        </p:nvSpPr>
        <p:spPr>
          <a:xfrm>
            <a:off x="1580271" y="2303143"/>
            <a:ext cx="129355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Now,</a:t>
            </a:r>
          </a:p>
        </p:txBody>
      </p:sp>
    </p:spTree>
    <p:extLst>
      <p:ext uri="{BB962C8B-B14F-4D97-AF65-F5344CB8AC3E}">
        <p14:creationId xmlns:p14="http://schemas.microsoft.com/office/powerpoint/2010/main" val="3378372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7" grpId="0"/>
      <p:bldP spid="8" grpId="0"/>
      <p:bldP spid="11" grpId="0"/>
      <p:bldP spid="10" grpId="0"/>
      <p:bldP spid="5" grpId="0"/>
      <p:bldP spid="9" grpId="0"/>
      <p:bldP spid="12" grpId="0"/>
      <p:bldP spid="15" grpId="0"/>
      <p:bldP spid="16" grpId="0"/>
      <p:bldP spid="17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0800" y="867839"/>
            <a:ext cx="11930400" cy="1836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spcAft>
                <a:spcPts val="300"/>
              </a:spcAft>
            </a:pPr>
            <a:r>
              <a:rPr lang="en-US" dirty="0"/>
              <a:t>Find the mean for following data:</a:t>
            </a:r>
            <a:endParaRPr lang="en-IN" dirty="0"/>
          </a:p>
          <a:p>
            <a:pPr>
              <a:spcAft>
                <a:spcPts val="300"/>
              </a:spcAft>
            </a:pPr>
            <a:r>
              <a:rPr lang="en-US" dirty="0"/>
              <a:t>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2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912426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8269092"/>
              </p:ext>
            </p:extLst>
          </p:nvPr>
        </p:nvGraphicFramePr>
        <p:xfrm>
          <a:off x="293355" y="1413885"/>
          <a:ext cx="11605291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7521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 obtained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Number of students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71CAE257-F21C-48ED-AF39-B865E3195BA0}"/>
                  </a:ext>
                </a:extLst>
              </p:cNvPr>
              <p:cNvSpPr/>
              <p:nvPr/>
            </p:nvSpPr>
            <p:spPr>
              <a:xfrm>
                <a:off x="5343068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71CAE257-F21C-48ED-AF39-B865E3195B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068" y="1528185"/>
                <a:ext cx="612000" cy="38937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978173F-3E02-4EE6-AB0D-AE083A648EC1}"/>
                  </a:ext>
                </a:extLst>
              </p:cNvPr>
              <p:cNvSpPr/>
              <p:nvPr/>
            </p:nvSpPr>
            <p:spPr>
              <a:xfrm>
                <a:off x="3957035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978173F-3E02-4EE6-AB0D-AE083A648E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57035" y="1528185"/>
                <a:ext cx="612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18A58F02-F28C-4709-9DC8-82A16577D58C}"/>
                  </a:ext>
                </a:extLst>
              </p:cNvPr>
              <p:cNvSpPr/>
              <p:nvPr/>
            </p:nvSpPr>
            <p:spPr>
              <a:xfrm>
                <a:off x="6729101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18A58F02-F28C-4709-9DC8-82A16577D5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9101" y="1528185"/>
                <a:ext cx="612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B948B21A-8462-410C-A2F2-879A8047E596}"/>
                  </a:ext>
                </a:extLst>
              </p:cNvPr>
              <p:cNvSpPr/>
              <p:nvPr/>
            </p:nvSpPr>
            <p:spPr>
              <a:xfrm>
                <a:off x="9501167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B948B21A-8462-410C-A2F2-879A8047E5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01167" y="1528185"/>
                <a:ext cx="612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B1C190D1-68CB-4F4D-8FAB-EBBB0DFD3ADC}"/>
                  </a:ext>
                </a:extLst>
              </p:cNvPr>
              <p:cNvSpPr/>
              <p:nvPr/>
            </p:nvSpPr>
            <p:spPr>
              <a:xfrm>
                <a:off x="8115134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B1C190D1-68CB-4F4D-8FAB-EBBB0DFD3A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15134" y="1528185"/>
                <a:ext cx="612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DE325F87-B175-4A6C-930B-E7FA06C8FA1F}"/>
                  </a:ext>
                </a:extLst>
              </p:cNvPr>
              <p:cNvSpPr/>
              <p:nvPr/>
            </p:nvSpPr>
            <p:spPr>
              <a:xfrm>
                <a:off x="10887199" y="152818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DE325F87-B175-4A6C-930B-E7FA06C8FA1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7199" y="1528185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39B0400F-2084-40BC-8DFF-5F0C886C4D67}"/>
                  </a:ext>
                </a:extLst>
              </p:cNvPr>
              <p:cNvSpPr/>
              <p:nvPr/>
            </p:nvSpPr>
            <p:spPr>
              <a:xfrm>
                <a:off x="5343067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39B0400F-2084-40BC-8DFF-5F0C886C4D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067" y="2085198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B2FF02DE-B3DD-43B5-9AB8-6B1CBF5AE293}"/>
                  </a:ext>
                </a:extLst>
              </p:cNvPr>
              <p:cNvSpPr/>
              <p:nvPr/>
            </p:nvSpPr>
            <p:spPr>
              <a:xfrm>
                <a:off x="3957034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B2FF02DE-B3DD-43B5-9AB8-6B1CBF5AE2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57034" y="2085198"/>
                <a:ext cx="612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53D6EABB-99FF-4545-ABDA-69B3E18F816B}"/>
                  </a:ext>
                </a:extLst>
              </p:cNvPr>
              <p:cNvSpPr/>
              <p:nvPr/>
            </p:nvSpPr>
            <p:spPr>
              <a:xfrm>
                <a:off x="9501166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53D6EABB-99FF-4545-ABDA-69B3E18F81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01166" y="2085198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ED3E99B-9395-4FDE-87F3-A3FD99B0BF2A}"/>
                  </a:ext>
                </a:extLst>
              </p:cNvPr>
              <p:cNvSpPr/>
              <p:nvPr/>
            </p:nvSpPr>
            <p:spPr>
              <a:xfrm>
                <a:off x="8115133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ED3E99B-9395-4FDE-87F3-A3FD99B0BF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15133" y="2085198"/>
                <a:ext cx="612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197EC546-2ED5-4FA7-BADD-0407FB39FCCD}"/>
                  </a:ext>
                </a:extLst>
              </p:cNvPr>
              <p:cNvSpPr/>
              <p:nvPr/>
            </p:nvSpPr>
            <p:spPr>
              <a:xfrm>
                <a:off x="10887199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197EC546-2ED5-4FA7-BADD-0407FB39FC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7199" y="2085198"/>
                <a:ext cx="612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5129C95B-8C69-4D15-8372-9FC4A712AD22}"/>
                  </a:ext>
                </a:extLst>
              </p:cNvPr>
              <p:cNvSpPr/>
              <p:nvPr/>
            </p:nvSpPr>
            <p:spPr>
              <a:xfrm>
                <a:off x="6729100" y="208519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5129C95B-8C69-4D15-8372-9FC4A712AD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9100" y="2085198"/>
                <a:ext cx="612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Box 19">
            <a:extLst>
              <a:ext uri="{FF2B5EF4-FFF2-40B4-BE49-F238E27FC236}">
                <a16:creationId xmlns:a16="http://schemas.microsoft.com/office/drawing/2014/main" id="{006FBD10-9F19-4F5C-8C3D-4B827E6B5C4C}"/>
              </a:ext>
            </a:extLst>
          </p:cNvPr>
          <p:cNvSpPr txBox="1"/>
          <p:nvPr/>
        </p:nvSpPr>
        <p:spPr>
          <a:xfrm>
            <a:off x="1594216" y="2912426"/>
            <a:ext cx="1001302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We will find the mean of the given data using the direct method.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7F6FC216-E768-497B-A8D1-94C623DBFC7A}"/>
                  </a:ext>
                </a:extLst>
              </p:cNvPr>
              <p:cNvSpPr txBox="1"/>
              <p:nvPr/>
            </p:nvSpPr>
            <p:spPr>
              <a:xfrm>
                <a:off x="1594216" y="4394797"/>
                <a:ext cx="207141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7F6FC216-E768-497B-A8D1-94C623DBFC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394797"/>
                <a:ext cx="2071413" cy="995978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6C8CE0A9-7A05-4201-B6D6-FF275D043196}"/>
              </a:ext>
            </a:extLst>
          </p:cNvPr>
          <p:cNvSpPr txBox="1"/>
          <p:nvPr/>
        </p:nvSpPr>
        <p:spPr>
          <a:xfrm>
            <a:off x="1594217" y="3480643"/>
            <a:ext cx="767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So,</a:t>
            </a:r>
            <a:endParaRPr lang="en-IN" sz="280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90979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0" grpId="0"/>
      <p:bldP spid="21" grpId="0"/>
      <p:bldP spid="2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2362CA-BD3E-42C4-9DF4-495C881C28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17B2BC-25BF-6E87-F84E-539B8129E7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2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ACDB2593-165A-0A70-48A5-CF955FD85A8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843159191"/>
                  </p:ext>
                </p:extLst>
              </p:nvPr>
            </p:nvGraphicFramePr>
            <p:xfrm>
              <a:off x="525457" y="1106525"/>
              <a:ext cx="6821558" cy="489979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4093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2345080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  <a:gridCol w="3235542">
                      <a:extLst>
                        <a:ext uri="{9D8B030D-6E8A-4147-A177-3AD203B41FA5}">
                          <a16:colId xmlns:a16="http://schemas.microsoft.com/office/drawing/2014/main" val="3893990540"/>
                        </a:ext>
                      </a:extLst>
                    </a:gridCol>
                  </a:tblGrid>
                  <a:tr h="504056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US" sz="280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10557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373934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b="0" dirty="0">
                              <a:solidFill>
                                <a:srgbClr val="002060"/>
                              </a:solidFill>
                            </a:rPr>
                            <a:t>-----</a:t>
                          </a: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ACDB2593-165A-0A70-48A5-CF955FD85A8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843159191"/>
                  </p:ext>
                </p:extLst>
              </p:nvPr>
            </p:nvGraphicFramePr>
            <p:xfrm>
              <a:off x="525457" y="1106525"/>
              <a:ext cx="6821558" cy="489979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4093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2345080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  <a:gridCol w="3235542">
                      <a:extLst>
                        <a:ext uri="{9D8B030D-6E8A-4147-A177-3AD203B41FA5}">
                          <a16:colId xmlns:a16="http://schemas.microsoft.com/office/drawing/2014/main" val="3893990540"/>
                        </a:ext>
                      </a:extLst>
                    </a:gridCol>
                  </a:tblGrid>
                  <a:tr h="504056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80" t="-2410" r="-450490" b="-87349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3506" t="-2410" r="-138701" b="-87349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11299" t="-2410" r="-565" b="-87349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0399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373934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IN" sz="2800" b="0" dirty="0">
                              <a:solidFill>
                                <a:srgbClr val="002060"/>
                              </a:solidFill>
                            </a:rPr>
                            <a:t>-----</a:t>
                          </a: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69989ACB-09AA-3F93-080C-B3E775A8275D}"/>
                  </a:ext>
                </a:extLst>
              </p:cNvPr>
              <p:cNvSpPr/>
              <p:nvPr/>
            </p:nvSpPr>
            <p:spPr>
              <a:xfrm>
                <a:off x="903619" y="2222687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69989ACB-09AA-3F93-080C-B3E775A827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2222687"/>
                <a:ext cx="612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F0933E7-841B-8868-90FC-9A5EB4CC33BC}"/>
                  </a:ext>
                </a:extLst>
              </p:cNvPr>
              <p:cNvSpPr/>
              <p:nvPr/>
            </p:nvSpPr>
            <p:spPr>
              <a:xfrm>
                <a:off x="903619" y="1690966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F0933E7-841B-8868-90FC-9A5EB4CC33B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1690966"/>
                <a:ext cx="612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2D9A5457-A437-DFE4-EA24-074BD8AA8B61}"/>
                  </a:ext>
                </a:extLst>
              </p:cNvPr>
              <p:cNvSpPr/>
              <p:nvPr/>
            </p:nvSpPr>
            <p:spPr>
              <a:xfrm>
                <a:off x="903619" y="268745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2D9A5457-A437-DFE4-EA24-074BD8AA8B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2687455"/>
                <a:ext cx="612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59432FDB-3378-4F7E-BB27-1683CC026801}"/>
                  </a:ext>
                </a:extLst>
              </p:cNvPr>
              <p:cNvSpPr/>
              <p:nvPr/>
            </p:nvSpPr>
            <p:spPr>
              <a:xfrm>
                <a:off x="903619" y="3716590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59432FDB-3378-4F7E-BB27-1683CC02680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3716590"/>
                <a:ext cx="612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9D8D3894-ACBA-B66B-9BC3-7486E8D0B7E7}"/>
                  </a:ext>
                </a:extLst>
              </p:cNvPr>
              <p:cNvSpPr/>
              <p:nvPr/>
            </p:nvSpPr>
            <p:spPr>
              <a:xfrm>
                <a:off x="903619" y="321484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9D8D3894-ACBA-B66B-9BC3-7486E8D0B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3214845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DA00FB09-AC79-7686-B272-0402F55CDC66}"/>
                  </a:ext>
                </a:extLst>
              </p:cNvPr>
              <p:cNvSpPr/>
              <p:nvPr/>
            </p:nvSpPr>
            <p:spPr>
              <a:xfrm>
                <a:off x="903619" y="418294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DA00FB09-AC79-7686-B272-0402F55CDC6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3619" y="4182949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56522C7-4F68-C662-5452-94DE911E005F}"/>
                  </a:ext>
                </a:extLst>
              </p:cNvPr>
              <p:cNvSpPr/>
              <p:nvPr/>
            </p:nvSpPr>
            <p:spPr>
              <a:xfrm>
                <a:off x="2607792" y="2175504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56522C7-4F68-C662-5452-94DE911E005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92" y="2175504"/>
                <a:ext cx="612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3572C6FA-25EF-AFA1-BAA7-188C37997357}"/>
                  </a:ext>
                </a:extLst>
              </p:cNvPr>
              <p:cNvSpPr/>
              <p:nvPr/>
            </p:nvSpPr>
            <p:spPr>
              <a:xfrm>
                <a:off x="2607793" y="1669937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3572C6FA-25EF-AFA1-BAA7-188C379973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93" y="1669937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BBC0EB32-5036-45ED-88EA-B2E024FCB4E9}"/>
                  </a:ext>
                </a:extLst>
              </p:cNvPr>
              <p:cNvSpPr/>
              <p:nvPr/>
            </p:nvSpPr>
            <p:spPr>
              <a:xfrm>
                <a:off x="2607789" y="369220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BBC0EB32-5036-45ED-88EA-B2E024FCB4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89" y="3692205"/>
                <a:ext cx="612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446EEFB-60BD-BEBB-990A-08D303447742}"/>
                  </a:ext>
                </a:extLst>
              </p:cNvPr>
              <p:cNvSpPr/>
              <p:nvPr/>
            </p:nvSpPr>
            <p:spPr>
              <a:xfrm>
                <a:off x="2607790" y="318663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446EEFB-60BD-BEBB-990A-08D3034477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90" y="3186638"/>
                <a:ext cx="612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70953103-A69D-96D3-A1FC-49F881A13BA8}"/>
                  </a:ext>
                </a:extLst>
              </p:cNvPr>
              <p:cNvSpPr/>
              <p:nvPr/>
            </p:nvSpPr>
            <p:spPr>
              <a:xfrm>
                <a:off x="2607788" y="419777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70953103-A69D-96D3-A1FC-49F881A13B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88" y="4197773"/>
                <a:ext cx="612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DFC65AEE-76D7-796B-A06C-673997446B45}"/>
                  </a:ext>
                </a:extLst>
              </p:cNvPr>
              <p:cNvSpPr/>
              <p:nvPr/>
            </p:nvSpPr>
            <p:spPr>
              <a:xfrm>
                <a:off x="2835629" y="5063539"/>
                <a:ext cx="1030605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DFC65AEE-76D7-796B-A06C-673997446B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35629" y="5063539"/>
                <a:ext cx="1030605" cy="38937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27949A98-1C88-E8DF-B592-941F31B2A76D}"/>
                  </a:ext>
                </a:extLst>
              </p:cNvPr>
              <p:cNvSpPr/>
              <p:nvPr/>
            </p:nvSpPr>
            <p:spPr>
              <a:xfrm>
                <a:off x="2607791" y="2681071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27949A98-1C88-E8DF-B592-941F31B2A76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791" y="2681071"/>
                <a:ext cx="612000" cy="389373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5D700E61-B45C-43E5-7B37-3C01AB78D8C7}"/>
                  </a:ext>
                </a:extLst>
              </p:cNvPr>
              <p:cNvSpPr/>
              <p:nvPr/>
            </p:nvSpPr>
            <p:spPr>
              <a:xfrm>
                <a:off x="4483842" y="1662404"/>
                <a:ext cx="242305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∙6=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5D700E61-B45C-43E5-7B37-3C01AB78D8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3842" y="1662404"/>
                <a:ext cx="2423052" cy="38937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33D0D65-6B16-C997-8BB9-B0F02DD69962}"/>
                  </a:ext>
                </a:extLst>
              </p:cNvPr>
              <p:cNvSpPr/>
              <p:nvPr/>
            </p:nvSpPr>
            <p:spPr>
              <a:xfrm>
                <a:off x="5192552" y="2165748"/>
                <a:ext cx="100563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33D0D65-6B16-C997-8BB9-B0F02DD6996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2552" y="2165748"/>
                <a:ext cx="1005632" cy="389373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FB92C9A8-98EF-939C-A0D3-783FE5EE01B5}"/>
                  </a:ext>
                </a:extLst>
              </p:cNvPr>
              <p:cNvSpPr/>
              <p:nvPr/>
            </p:nvSpPr>
            <p:spPr>
              <a:xfrm>
                <a:off x="5192552" y="2615850"/>
                <a:ext cx="100563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FB92C9A8-98EF-939C-A0D3-783FE5EE01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2552" y="2615850"/>
                <a:ext cx="1005632" cy="389373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34CB198C-2690-ABA0-BCEC-3F7371DC8174}"/>
                  </a:ext>
                </a:extLst>
              </p:cNvPr>
              <p:cNvSpPr/>
              <p:nvPr/>
            </p:nvSpPr>
            <p:spPr>
              <a:xfrm>
                <a:off x="5192552" y="3142594"/>
                <a:ext cx="100563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34CB198C-2690-ABA0-BCEC-3F7371DC817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2552" y="3142594"/>
                <a:ext cx="1005632" cy="389373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3CC19EA5-453A-BB96-5DD1-2D10CF55862B}"/>
                  </a:ext>
                </a:extLst>
              </p:cNvPr>
              <p:cNvSpPr/>
              <p:nvPr/>
            </p:nvSpPr>
            <p:spPr>
              <a:xfrm>
                <a:off x="5192552" y="3618270"/>
                <a:ext cx="100563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3CC19EA5-453A-BB96-5DD1-2D10CF5586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2552" y="3618270"/>
                <a:ext cx="1005632" cy="38937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7A6157D2-B00E-BE11-5349-1DAB8759632F}"/>
                  </a:ext>
                </a:extLst>
              </p:cNvPr>
              <p:cNvSpPr/>
              <p:nvPr/>
            </p:nvSpPr>
            <p:spPr>
              <a:xfrm>
                <a:off x="5192552" y="4138256"/>
                <a:ext cx="1005632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7A6157D2-B00E-BE11-5349-1DAB8759632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2552" y="4138256"/>
                <a:ext cx="1005632" cy="38937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EC9BCD62-9A6A-DE68-DAD9-6F843AEA2FD4}"/>
                  </a:ext>
                </a:extLst>
              </p:cNvPr>
              <p:cNvSpPr/>
              <p:nvPr/>
            </p:nvSpPr>
            <p:spPr>
              <a:xfrm>
                <a:off x="4501580" y="4682225"/>
                <a:ext cx="1601460" cy="11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EC9BCD62-9A6A-DE68-DAD9-6F843AEA2F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1580" y="4682225"/>
                <a:ext cx="1601460" cy="115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6F87506F-4C6A-192C-6AE7-DDBD40A7547B}"/>
                  </a:ext>
                </a:extLst>
              </p:cNvPr>
              <p:cNvSpPr txBox="1"/>
              <p:nvPr/>
            </p:nvSpPr>
            <p:spPr>
              <a:xfrm>
                <a:off x="9595129" y="1186848"/>
                <a:ext cx="207141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6F87506F-4C6A-192C-6AE7-DDBD40A754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95129" y="1186848"/>
                <a:ext cx="2071413" cy="995978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4C04F58-63A3-7988-A86E-32BA2DB229BA}"/>
                  </a:ext>
                </a:extLst>
              </p:cNvPr>
              <p:cNvSpPr txBox="1"/>
              <p:nvPr/>
            </p:nvSpPr>
            <p:spPr>
              <a:xfrm>
                <a:off x="9595129" y="2474749"/>
                <a:ext cx="2071413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1386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43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4C04F58-63A3-7988-A86E-32BA2DB229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95129" y="2474749"/>
                <a:ext cx="2071413" cy="899157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126D705-F7F1-004D-8249-2F57C3168129}"/>
                  </a:ext>
                </a:extLst>
              </p:cNvPr>
              <p:cNvSpPr txBox="1"/>
              <p:nvPr/>
            </p:nvSpPr>
            <p:spPr>
              <a:xfrm>
                <a:off x="9595130" y="3853680"/>
                <a:ext cx="207141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32.23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A126D705-F7F1-004D-8249-2F57C31681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95130" y="3853680"/>
                <a:ext cx="2071413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F8C9A83-4019-5871-2B97-2EE33754F007}"/>
                  </a:ext>
                </a:extLst>
              </p:cNvPr>
              <p:cNvSpPr txBox="1"/>
              <p:nvPr/>
            </p:nvSpPr>
            <p:spPr>
              <a:xfrm>
                <a:off x="5712861" y="4993181"/>
                <a:ext cx="131296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1386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AF8C9A83-4019-5871-2B97-2EE33754F0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12861" y="4993181"/>
                <a:ext cx="1312965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B8EF4EC-157C-2F14-F06F-66882EEBA9D4}"/>
              </a:ext>
            </a:extLst>
          </p:cNvPr>
          <p:cNvCxnSpPr>
            <a:cxnSpLocks/>
          </p:cNvCxnSpPr>
          <p:nvPr/>
        </p:nvCxnSpPr>
        <p:spPr>
          <a:xfrm>
            <a:off x="8079447" y="917731"/>
            <a:ext cx="0" cy="537297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0A32D5EC-7DAF-52CF-205D-47693D12021C}"/>
                  </a:ext>
                </a:extLst>
              </p:cNvPr>
              <p:cNvSpPr/>
              <p:nvPr/>
            </p:nvSpPr>
            <p:spPr>
              <a:xfrm>
                <a:off x="2001603" y="4689612"/>
                <a:ext cx="1080000" cy="115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0A32D5EC-7DAF-52CF-205D-47693D12021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1603" y="4689612"/>
                <a:ext cx="1080000" cy="115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0EC85858-C527-B0C1-6FF9-AA18700C8CD5}"/>
                  </a:ext>
                </a:extLst>
              </p:cNvPr>
              <p:cNvSpPr txBox="1"/>
              <p:nvPr/>
            </p:nvSpPr>
            <p:spPr>
              <a:xfrm>
                <a:off x="8924877" y="2721244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0EC85858-C527-B0C1-6FF9-AA18700C8C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4877" y="2721244"/>
                <a:ext cx="544862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A7972D4A-0C8C-25E3-1449-91D9F701D90F}"/>
                  </a:ext>
                </a:extLst>
              </p:cNvPr>
              <p:cNvSpPr txBox="1"/>
              <p:nvPr/>
            </p:nvSpPr>
            <p:spPr>
              <a:xfrm>
                <a:off x="8924877" y="3853680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A7972D4A-0C8C-25E3-1449-91D9F701D9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4877" y="3853680"/>
                <a:ext cx="544862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1935114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6" grpId="0"/>
      <p:bldP spid="7" grpId="0"/>
      <p:bldP spid="18" grpId="0"/>
      <p:bldP spid="33" grpId="0"/>
      <p:bldP spid="3" grpId="0"/>
      <p:bldP spid="4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40"/>
            <a:ext cx="11929645" cy="223271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the mean using direct method, assumed mean method and step deviation method:</a:t>
            </a:r>
            <a:endParaRPr lang="en-IN" dirty="0"/>
          </a:p>
          <a:p>
            <a:pPr>
              <a:spcAft>
                <a:spcPts val="300"/>
              </a:spcAft>
            </a:pPr>
            <a:r>
              <a:rPr lang="en-US" dirty="0"/>
              <a:t>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3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23422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7015650"/>
              </p:ext>
            </p:extLst>
          </p:nvPr>
        </p:nvGraphicFramePr>
        <p:xfrm>
          <a:off x="259034" y="1822239"/>
          <a:ext cx="11673933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42278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586331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586331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586331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586331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586331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 obtained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Number of students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j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B6DFA59-38F6-4A5B-9757-8125CE7DF73E}"/>
                  </a:ext>
                </a:extLst>
              </p:cNvPr>
              <p:cNvSpPr/>
              <p:nvPr/>
            </p:nvSpPr>
            <p:spPr>
              <a:xfrm>
                <a:off x="4010089" y="1919272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B6DFA59-38F6-4A5B-9757-8125CE7DF7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0089" y="1919272"/>
                <a:ext cx="1548000" cy="38937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4860BFD-EBC6-4AB7-B43E-A5A65D2716B8}"/>
                  </a:ext>
                </a:extLst>
              </p:cNvPr>
              <p:cNvSpPr/>
              <p:nvPr/>
            </p:nvSpPr>
            <p:spPr>
              <a:xfrm>
                <a:off x="5605181" y="1919272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4860BFD-EBC6-4AB7-B43E-A5A65D2716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05181" y="1919272"/>
                <a:ext cx="1548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AC316E4-AA50-4571-876B-6872FE81AE65}"/>
                  </a:ext>
                </a:extLst>
              </p:cNvPr>
              <p:cNvSpPr/>
              <p:nvPr/>
            </p:nvSpPr>
            <p:spPr>
              <a:xfrm>
                <a:off x="7200273" y="1919272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AC316E4-AA50-4571-876B-6872FE81AE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0273" y="1919272"/>
                <a:ext cx="1548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0E3F1C1B-01E7-48E3-B9A6-92C9A855BABD}"/>
                  </a:ext>
                </a:extLst>
              </p:cNvPr>
              <p:cNvSpPr/>
              <p:nvPr/>
            </p:nvSpPr>
            <p:spPr>
              <a:xfrm>
                <a:off x="8795365" y="1919272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0E3F1C1B-01E7-48E3-B9A6-92C9A855BA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95365" y="1919272"/>
                <a:ext cx="1548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66AE7848-0146-4F3B-A8A6-3E3F553BC64E}"/>
                  </a:ext>
                </a:extLst>
              </p:cNvPr>
              <p:cNvSpPr/>
              <p:nvPr/>
            </p:nvSpPr>
            <p:spPr>
              <a:xfrm>
                <a:off x="10390456" y="1919272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66AE7848-0146-4F3B-A8A6-3E3F553BC6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0456" y="1919272"/>
                <a:ext cx="1548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Rectangle 13">
            <a:extLst>
              <a:ext uri="{FF2B5EF4-FFF2-40B4-BE49-F238E27FC236}">
                <a16:creationId xmlns:a16="http://schemas.microsoft.com/office/drawing/2014/main" id="{59DE9015-52A5-4505-8FDB-4602DE044EB4}"/>
              </a:ext>
            </a:extLst>
          </p:cNvPr>
          <p:cNvSpPr/>
          <p:nvPr/>
        </p:nvSpPr>
        <p:spPr>
          <a:xfrm>
            <a:off x="2833284" y="3625846"/>
            <a:ext cx="1005632" cy="3893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674F94A-7DC4-4AB5-B1AB-EDE574AD735D}"/>
                  </a:ext>
                </a:extLst>
              </p:cNvPr>
              <p:cNvSpPr/>
              <p:nvPr/>
            </p:nvSpPr>
            <p:spPr>
              <a:xfrm>
                <a:off x="4490122" y="249341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674F94A-7DC4-4AB5-B1AB-EDE574AD73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90122" y="2493419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DE0C250C-2F1B-4968-8C55-BA3C772A1FFD}"/>
                  </a:ext>
                </a:extLst>
              </p:cNvPr>
              <p:cNvSpPr/>
              <p:nvPr/>
            </p:nvSpPr>
            <p:spPr>
              <a:xfrm>
                <a:off x="6082206" y="249341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DE0C250C-2F1B-4968-8C55-BA3C772A1F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82206" y="2493419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2A3F0E8F-FC7F-42C2-A0FA-3F0647736976}"/>
                  </a:ext>
                </a:extLst>
              </p:cNvPr>
              <p:cNvSpPr/>
              <p:nvPr/>
            </p:nvSpPr>
            <p:spPr>
              <a:xfrm>
                <a:off x="7674290" y="249341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2A3F0E8F-FC7F-42C2-A0FA-3F06477369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74290" y="2493419"/>
                <a:ext cx="612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26D7D8C-4504-45DE-AF60-35C47973E925}"/>
                  </a:ext>
                </a:extLst>
              </p:cNvPr>
              <p:cNvSpPr/>
              <p:nvPr/>
            </p:nvSpPr>
            <p:spPr>
              <a:xfrm>
                <a:off x="10858456" y="249341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26D7D8C-4504-45DE-AF60-35C47973E9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58456" y="2493419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27E8A03-A4DD-4D0E-B3CB-561111AECD75}"/>
                  </a:ext>
                </a:extLst>
              </p:cNvPr>
              <p:cNvSpPr/>
              <p:nvPr/>
            </p:nvSpPr>
            <p:spPr>
              <a:xfrm>
                <a:off x="9266374" y="2493419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27E8A03-A4DD-4D0E-B3CB-561111AECD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66374" y="2493419"/>
                <a:ext cx="612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TextBox 20">
            <a:extLst>
              <a:ext uri="{FF2B5EF4-FFF2-40B4-BE49-F238E27FC236}">
                <a16:creationId xmlns:a16="http://schemas.microsoft.com/office/drawing/2014/main" id="{1D90C064-223C-4EDB-A77C-B4AF742D0EA7}"/>
              </a:ext>
            </a:extLst>
          </p:cNvPr>
          <p:cNvSpPr txBox="1"/>
          <p:nvPr/>
        </p:nvSpPr>
        <p:spPr>
          <a:xfrm>
            <a:off x="1628020" y="3232154"/>
            <a:ext cx="25205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Direct</a:t>
            </a:r>
            <a:r>
              <a:rPr lang="en-US" sz="2800" b="1" i="0" dirty="0">
                <a:solidFill>
                  <a:srgbClr val="002060"/>
                </a:solidFill>
                <a:latin typeface="+mj-lt"/>
              </a:rPr>
              <a:t>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1558923-FE5A-483A-9812-47595E074E81}"/>
              </a:ext>
            </a:extLst>
          </p:cNvPr>
          <p:cNvSpPr txBox="1"/>
          <p:nvPr/>
        </p:nvSpPr>
        <p:spPr>
          <a:xfrm>
            <a:off x="4282860" y="3232154"/>
            <a:ext cx="37207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latin typeface="+mj-lt"/>
              </a:rPr>
              <a:t>Assumed mean method</a:t>
            </a:r>
            <a:endParaRPr lang="en-IN" sz="2800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8C98AC5-5170-44B2-A67B-F883A81AB8D0}"/>
              </a:ext>
            </a:extLst>
          </p:cNvPr>
          <p:cNvSpPr txBox="1"/>
          <p:nvPr/>
        </p:nvSpPr>
        <p:spPr>
          <a:xfrm>
            <a:off x="8228971" y="3232154"/>
            <a:ext cx="37207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S</a:t>
            </a:r>
            <a:r>
              <a:rPr lang="en-US" sz="2800" b="1" i="0" dirty="0">
                <a:solidFill>
                  <a:srgbClr val="002060"/>
                </a:solidFill>
                <a:latin typeface="+mj-lt"/>
              </a:rPr>
              <a:t>tep Deviation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CFB4933-98FD-49DE-8E22-4827F169039F}"/>
                  </a:ext>
                </a:extLst>
              </p:cNvPr>
              <p:cNvSpPr txBox="1"/>
              <p:nvPr/>
            </p:nvSpPr>
            <p:spPr>
              <a:xfrm>
                <a:off x="1798485" y="3989132"/>
                <a:ext cx="1877706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CFB4933-98FD-49DE-8E22-4827F16903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98485" y="3989132"/>
                <a:ext cx="1877706" cy="995978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8E134A17-182A-4EAF-B849-074353B70A95}"/>
                  </a:ext>
                </a:extLst>
              </p:cNvPr>
              <p:cNvSpPr txBox="1"/>
              <p:nvPr/>
            </p:nvSpPr>
            <p:spPr>
              <a:xfrm>
                <a:off x="4667855" y="3989132"/>
                <a:ext cx="2662585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8E134A17-182A-4EAF-B849-074353B70A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67855" y="3989132"/>
                <a:ext cx="2662585" cy="995978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9D80981B-4817-40BA-8515-59ECA392F0DB}"/>
                  </a:ext>
                </a:extLst>
              </p:cNvPr>
              <p:cNvSpPr txBox="1"/>
              <p:nvPr/>
            </p:nvSpPr>
            <p:spPr>
              <a:xfrm>
                <a:off x="8365239" y="3982335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9D80981B-4817-40BA-8515-59ECA392F0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65239" y="3982335"/>
                <a:ext cx="3354319" cy="100957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545709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1" grpId="0"/>
      <p:bldP spid="22" grpId="0"/>
      <p:bldP spid="23" grpId="0"/>
      <p:bldP spid="24" grpId="0"/>
      <p:bldP spid="25" grpId="0"/>
      <p:bldP spid="26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DA989D-E3D5-B61B-FAE1-8DBF632A54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8D5281-7F3A-B53B-C6A8-7430976FB8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936269D4-4DFE-5171-619B-74D1505CBB2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704650793"/>
                  </p:ext>
                </p:extLst>
              </p:nvPr>
            </p:nvGraphicFramePr>
            <p:xfrm>
              <a:off x="289864" y="1225567"/>
              <a:ext cx="55394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936269D4-4DFE-5171-619B-74D1505CBB2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704650793"/>
                  </p:ext>
                </p:extLst>
              </p:nvPr>
            </p:nvGraphicFramePr>
            <p:xfrm>
              <a:off x="289864" y="1225567"/>
              <a:ext cx="55394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73" t="-2083" r="-298690" b="-5989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6189" t="-2083" r="-95989" b="-5989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74699" t="-2083" r="-904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AFFE00D-623B-C3A5-F387-0235A7E9F076}"/>
                  </a:ext>
                </a:extLst>
              </p:cNvPr>
              <p:cNvSpPr/>
              <p:nvPr/>
            </p:nvSpPr>
            <p:spPr>
              <a:xfrm>
                <a:off x="4506063" y="1866697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AFFE00D-623B-C3A5-F387-0235A7E9F0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1866697"/>
                <a:ext cx="612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71B3D62-E3B8-462C-64AA-34D6966AA41E}"/>
                  </a:ext>
                </a:extLst>
              </p:cNvPr>
              <p:cNvSpPr/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71B3D62-E3B8-462C-64AA-34D6966AA4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1A3E8E48-794E-BA09-EFB9-C5C3D8FAD77D}"/>
                  </a:ext>
                </a:extLst>
              </p:cNvPr>
              <p:cNvSpPr/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1A3E8E48-794E-BA09-EFB9-C5C3D8FAD7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10D996CB-5A1F-8F4F-DEEE-61946E9673E5}"/>
                  </a:ext>
                </a:extLst>
              </p:cNvPr>
              <p:cNvSpPr/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10D996CB-5A1F-8F4F-DEEE-61946E9673E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F3DE1F6-C89F-9333-1171-9FD7235BB7F3}"/>
                  </a:ext>
                </a:extLst>
              </p:cNvPr>
              <p:cNvSpPr/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F3DE1F6-C89F-9333-1171-9FD7235BB7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77FFB574-D79B-525C-3A96-F14902CDA75E}"/>
                  </a:ext>
                </a:extLst>
              </p:cNvPr>
              <p:cNvSpPr/>
              <p:nvPr/>
            </p:nvSpPr>
            <p:spPr>
              <a:xfrm>
                <a:off x="218614" y="1866697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77FFB574-D79B-525C-3A96-F14902CDA7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1866697"/>
                <a:ext cx="1548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DCA94E3-05AA-C4FE-9034-B5D6DC11B4B9}"/>
                  </a:ext>
                </a:extLst>
              </p:cNvPr>
              <p:cNvSpPr/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DCA94E3-05AA-C4FE-9034-B5D6DC11B4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5BF288E0-4ABE-EF9E-3367-1E16078B61E7}"/>
                  </a:ext>
                </a:extLst>
              </p:cNvPr>
              <p:cNvSpPr/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5BF288E0-4ABE-EF9E-3367-1E16078B61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8F0E436-C326-26F9-E5A6-6A823D53028A}"/>
                  </a:ext>
                </a:extLst>
              </p:cNvPr>
              <p:cNvSpPr/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8F0E436-C326-26F9-E5A6-6A823D53028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C3E350AF-D0DD-4BB4-0BF8-BB791CD42D24}"/>
                  </a:ext>
                </a:extLst>
              </p:cNvPr>
              <p:cNvSpPr/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C3E350AF-D0DD-4BB4-0BF8-BB791CD42D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B4E4872E-3493-EC59-33CD-66C0C4B89A5C}"/>
                  </a:ext>
                </a:extLst>
              </p:cNvPr>
              <p:cNvSpPr/>
              <p:nvPr/>
            </p:nvSpPr>
            <p:spPr>
              <a:xfrm>
                <a:off x="2456604" y="1867986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B4E4872E-3493-EC59-33CD-66C0C4B89A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1867986"/>
                <a:ext cx="612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0EF19AC6-A8B0-0760-73B9-04B78FBEDB0C}"/>
                  </a:ext>
                </a:extLst>
              </p:cNvPr>
              <p:cNvSpPr/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0EF19AC6-A8B0-0760-73B9-04B78FBEDB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2C6E25E5-B9F0-C8DB-74EB-B8BE5CB60626}"/>
                  </a:ext>
                </a:extLst>
              </p:cNvPr>
              <p:cNvSpPr/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2C6E25E5-B9F0-C8DB-74EB-B8BE5CB606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861C5414-73F4-E28D-1958-A1A4A6A62DA0}"/>
                  </a:ext>
                </a:extLst>
              </p:cNvPr>
              <p:cNvSpPr/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861C5414-73F4-E28D-1958-A1A4A6A62D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C35E41B4-C00D-4CF0-A113-F383EEA574D9}"/>
                  </a:ext>
                </a:extLst>
              </p:cNvPr>
              <p:cNvSpPr/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C35E41B4-C00D-4CF0-A113-F383EEA574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EB30B8F-8812-B7DE-80CF-0E35BB6F8AB4}"/>
                  </a:ext>
                </a:extLst>
              </p:cNvPr>
              <p:cNvSpPr txBox="1"/>
              <p:nvPr/>
            </p:nvSpPr>
            <p:spPr>
              <a:xfrm>
                <a:off x="9938059" y="938765"/>
                <a:ext cx="207141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EB30B8F-8812-B7DE-80CF-0E35BB6F8A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38059" y="938765"/>
                <a:ext cx="2071413" cy="995978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0CA9AEC-BEF7-F3A8-0FF8-BD679B968613}"/>
                  </a:ext>
                </a:extLst>
              </p:cNvPr>
              <p:cNvSpPr txBox="1"/>
              <p:nvPr/>
            </p:nvSpPr>
            <p:spPr>
              <a:xfrm>
                <a:off x="9947879" y="2384170"/>
                <a:ext cx="2071413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3000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0CA9AEC-BEF7-F3A8-0FF8-BD679B9686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47879" y="2384170"/>
                <a:ext cx="2071413" cy="901785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5935D194-C6E3-493B-5133-A9852C80BB4F}"/>
                  </a:ext>
                </a:extLst>
              </p:cNvPr>
              <p:cNvSpPr txBox="1"/>
              <p:nvPr/>
            </p:nvSpPr>
            <p:spPr>
              <a:xfrm>
                <a:off x="9169407" y="3849365"/>
                <a:ext cx="20638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     </m:t>
                      </m:r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5935D194-C6E3-493B-5133-A9852C80BB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69407" y="3849365"/>
                <a:ext cx="2063896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D768C177-46CE-55A0-9359-60F1224C2F65}"/>
              </a:ext>
            </a:extLst>
          </p:cNvPr>
          <p:cNvCxnSpPr>
            <a:cxnSpLocks/>
          </p:cNvCxnSpPr>
          <p:nvPr/>
        </p:nvCxnSpPr>
        <p:spPr>
          <a:xfrm>
            <a:off x="8980557" y="862196"/>
            <a:ext cx="0" cy="5660058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87F34E3D-540D-E283-2462-68771B708AC9}"/>
                  </a:ext>
                </a:extLst>
              </p:cNvPr>
              <p:cNvSpPr/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87F34E3D-540D-E283-2462-68771B708A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4F1B943-F1B8-3029-8DEE-3F5FA219AF08}"/>
                  </a:ext>
                </a:extLst>
              </p:cNvPr>
              <p:cNvSpPr txBox="1"/>
              <p:nvPr/>
            </p:nvSpPr>
            <p:spPr>
              <a:xfrm>
                <a:off x="9179034" y="2637568"/>
                <a:ext cx="54486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4F1B943-F1B8-3029-8DEE-3F5FA219AF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79034" y="2637568"/>
                <a:ext cx="544862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TextBox 4">
            <a:extLst>
              <a:ext uri="{FF2B5EF4-FFF2-40B4-BE49-F238E27FC236}">
                <a16:creationId xmlns:a16="http://schemas.microsoft.com/office/drawing/2014/main" id="{4ECE563B-8C14-7744-2ECF-9CF2E4F49F78}"/>
              </a:ext>
            </a:extLst>
          </p:cNvPr>
          <p:cNvSpPr txBox="1"/>
          <p:nvPr/>
        </p:nvSpPr>
        <p:spPr>
          <a:xfrm>
            <a:off x="310412" y="702920"/>
            <a:ext cx="317573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Direct</a:t>
            </a:r>
            <a:r>
              <a:rPr lang="en-US" sz="2800" b="1" i="0" dirty="0">
                <a:solidFill>
                  <a:srgbClr val="002060"/>
                </a:solidFill>
                <a:latin typeface="+mj-lt"/>
              </a:rPr>
              <a:t>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9C9D0BBC-275A-4C65-9D68-EBC77C209EF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13673545"/>
                  </p:ext>
                </p:extLst>
              </p:nvPr>
            </p:nvGraphicFramePr>
            <p:xfrm>
              <a:off x="5829300" y="1225567"/>
              <a:ext cx="2457450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457450">
                      <a:extLst>
                        <a:ext uri="{9D8B030D-6E8A-4147-A177-3AD203B41FA5}">
                          <a16:colId xmlns:a16="http://schemas.microsoft.com/office/drawing/2014/main" val="2880837036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558947663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14519029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2372665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60386595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89155869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4586483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406411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9C9D0BBC-275A-4C65-9D68-EBC77C209EF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13673545"/>
                  </p:ext>
                </p:extLst>
              </p:nvPr>
            </p:nvGraphicFramePr>
            <p:xfrm>
              <a:off x="5829300" y="1225567"/>
              <a:ext cx="2457450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457450">
                      <a:extLst>
                        <a:ext uri="{9D8B030D-6E8A-4147-A177-3AD203B41FA5}">
                          <a16:colId xmlns:a16="http://schemas.microsoft.com/office/drawing/2014/main" val="2880837036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0"/>
                          <a:stretch>
                            <a:fillRect l="-495" t="-2083" r="-743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558947663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14519029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2372665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60386595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89155869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4586483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406411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3E91AECC-61E5-CE0B-365A-8FED1DC872F8}"/>
                  </a:ext>
                </a:extLst>
              </p:cNvPr>
              <p:cNvSpPr/>
              <p:nvPr/>
            </p:nvSpPr>
            <p:spPr>
              <a:xfrm>
                <a:off x="5758263" y="4391386"/>
                <a:ext cx="2686933" cy="90830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3E91AECC-61E5-CE0B-365A-8FED1DC872F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8263" y="4391386"/>
                <a:ext cx="2686933" cy="908305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F0A880F-BD82-6527-D722-AB104259D2F2}"/>
                  </a:ext>
                </a:extLst>
              </p:cNvPr>
              <p:cNvSpPr/>
              <p:nvPr/>
            </p:nvSpPr>
            <p:spPr>
              <a:xfrm>
                <a:off x="6234168" y="1866697"/>
                <a:ext cx="1714287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∙5=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F0A880F-BD82-6527-D722-AB104259D2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34168" y="1866697"/>
                <a:ext cx="1714287" cy="38937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9A9889E8-F3B6-9C82-5954-A970009FB92F}"/>
                  </a:ext>
                </a:extLst>
              </p:cNvPr>
              <p:cNvSpPr/>
              <p:nvPr/>
            </p:nvSpPr>
            <p:spPr>
              <a:xfrm>
                <a:off x="6669867" y="2368854"/>
                <a:ext cx="842888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9A9889E8-F3B6-9C82-5954-A970009FB92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69867" y="2368854"/>
                <a:ext cx="842888" cy="389373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26085154-085A-240D-AD0C-55E98C5CE377}"/>
                  </a:ext>
                </a:extLst>
              </p:cNvPr>
              <p:cNvSpPr/>
              <p:nvPr/>
            </p:nvSpPr>
            <p:spPr>
              <a:xfrm>
                <a:off x="6423771" y="2871012"/>
                <a:ext cx="133508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26085154-085A-240D-AD0C-55E98C5CE3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23771" y="2871012"/>
                <a:ext cx="1335080" cy="389373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7BFE6D5-97E7-BBF2-4F53-86A19A1C2E2E}"/>
                  </a:ext>
                </a:extLst>
              </p:cNvPr>
              <p:cNvSpPr/>
              <p:nvPr/>
            </p:nvSpPr>
            <p:spPr>
              <a:xfrm>
                <a:off x="6747650" y="3373169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7BFE6D5-97E7-BBF2-4F53-86A19A1C2E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47650" y="3373169"/>
                <a:ext cx="687323" cy="389373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90C9A739-9AE9-1000-BF2E-A59847249C94}"/>
                  </a:ext>
                </a:extLst>
              </p:cNvPr>
              <p:cNvSpPr/>
              <p:nvPr/>
            </p:nvSpPr>
            <p:spPr>
              <a:xfrm>
                <a:off x="6662149" y="3875327"/>
                <a:ext cx="858324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90C9A739-9AE9-1000-BF2E-A59847249C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62149" y="3875327"/>
                <a:ext cx="858324" cy="389373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TextBox 37">
            <a:extLst>
              <a:ext uri="{FF2B5EF4-FFF2-40B4-BE49-F238E27FC236}">
                <a16:creationId xmlns:a16="http://schemas.microsoft.com/office/drawing/2014/main" id="{AD5D1C5D-2098-48BE-80F1-B16F1D8BF7E0}"/>
              </a:ext>
            </a:extLst>
          </p:cNvPr>
          <p:cNvSpPr txBox="1"/>
          <p:nvPr/>
        </p:nvSpPr>
        <p:spPr>
          <a:xfrm>
            <a:off x="-3757225" y="702347"/>
            <a:ext cx="37207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latin typeface="+mj-lt"/>
              </a:rPr>
              <a:t>Assumed mean method</a:t>
            </a:r>
            <a:endParaRPr lang="en-IN" sz="2800" dirty="0"/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7C3EC03B-D006-4A57-BEC8-A926A89A24CC}"/>
              </a:ext>
            </a:extLst>
          </p:cNvPr>
          <p:cNvSpPr txBox="1"/>
          <p:nvPr/>
        </p:nvSpPr>
        <p:spPr>
          <a:xfrm>
            <a:off x="-3750904" y="1309360"/>
            <a:ext cx="37207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S</a:t>
            </a:r>
            <a:r>
              <a:rPr lang="en-US" sz="2800" b="1" i="0" dirty="0">
                <a:solidFill>
                  <a:srgbClr val="002060"/>
                </a:solidFill>
                <a:latin typeface="+mj-lt"/>
              </a:rPr>
              <a:t>tep Deviation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37ED366D-EBDE-43E3-B346-2DC50042CF6C}"/>
                  </a:ext>
                </a:extLst>
              </p:cNvPr>
              <p:cNvSpPr txBox="1"/>
              <p:nvPr/>
            </p:nvSpPr>
            <p:spPr>
              <a:xfrm>
                <a:off x="695407" y="7083137"/>
                <a:ext cx="2662585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37ED366D-EBDE-43E3-B346-2DC50042CF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5407" y="7083137"/>
                <a:ext cx="2662585" cy="995978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8B07C58D-F9FE-43E6-AC72-BDE525818DE1}"/>
                  </a:ext>
                </a:extLst>
              </p:cNvPr>
              <p:cNvSpPr txBox="1"/>
              <p:nvPr/>
            </p:nvSpPr>
            <p:spPr>
              <a:xfrm>
                <a:off x="4300993" y="7076340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8B07C58D-F9FE-43E6-AC72-BDE525818D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00993" y="7076340"/>
                <a:ext cx="3354319" cy="1009572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48652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22" grpId="0"/>
      <p:bldP spid="23" grpId="0"/>
      <p:bldP spid="25" grpId="0"/>
      <p:bldP spid="45" grpId="0"/>
      <p:bldP spid="46" grpId="0"/>
      <p:bldP spid="52" grpId="0"/>
      <p:bldP spid="7" grpId="0"/>
      <p:bldP spid="49" grpId="0"/>
      <p:bldP spid="54" grpId="0"/>
      <p:bldP spid="55" grpId="0"/>
      <p:bldP spid="56" grpId="0"/>
      <p:bldP spid="57" grpId="0"/>
      <p:bldP spid="58" grpId="0"/>
      <p:bldP spid="38" grpId="0"/>
      <p:bldP spid="50" grpId="0"/>
      <p:bldP spid="51" grpId="0"/>
      <p:bldP spid="53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5A3A57-FBCF-C1F9-441C-0EF851764C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0DF66DD9-557A-44D2-B070-062C87F6AEB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51772564"/>
                  </p:ext>
                </p:extLst>
              </p:nvPr>
            </p:nvGraphicFramePr>
            <p:xfrm>
              <a:off x="289864" y="1225567"/>
              <a:ext cx="55394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0DF66DD9-557A-44D2-B070-062C87F6AEB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51772564"/>
                  </p:ext>
                </p:extLst>
              </p:nvPr>
            </p:nvGraphicFramePr>
            <p:xfrm>
              <a:off x="289864" y="1225567"/>
              <a:ext cx="55394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73" t="-2083" r="-298690" b="-5989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6189" t="-2083" r="-95989" b="-5989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74699" t="-2083" r="-904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A702822A-6088-657D-7584-DD43001FAA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E9F111C2-791D-4BE3-B281-9F87210151C1}"/>
              </a:ext>
            </a:extLst>
          </p:cNvPr>
          <p:cNvSpPr txBox="1"/>
          <p:nvPr/>
        </p:nvSpPr>
        <p:spPr>
          <a:xfrm>
            <a:off x="310411" y="702920"/>
            <a:ext cx="44537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  <a:latin typeface="+mj-lt"/>
              </a:rPr>
              <a:t>Assumed mean method</a:t>
            </a:r>
            <a:endParaRPr lang="en-IN" sz="28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" name="Table 6">
                <a:extLst>
                  <a:ext uri="{FF2B5EF4-FFF2-40B4-BE49-F238E27FC236}">
                    <a16:creationId xmlns:a16="http://schemas.microsoft.com/office/drawing/2014/main" id="{BE4FE6CC-6241-46A1-AFA1-85C0D08823D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03522155"/>
                  </p:ext>
                </p:extLst>
              </p:nvPr>
            </p:nvGraphicFramePr>
            <p:xfrm>
              <a:off x="5832229" y="1225567"/>
              <a:ext cx="233829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8296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d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" name="Table 6">
                <a:extLst>
                  <a:ext uri="{FF2B5EF4-FFF2-40B4-BE49-F238E27FC236}">
                    <a16:creationId xmlns:a16="http://schemas.microsoft.com/office/drawing/2014/main" id="{BE4FE6CC-6241-46A1-AFA1-85C0D08823D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03522155"/>
                  </p:ext>
                </p:extLst>
              </p:nvPr>
            </p:nvGraphicFramePr>
            <p:xfrm>
              <a:off x="5832229" y="1225567"/>
              <a:ext cx="233829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8296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260" t="-2083" r="-779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2" name="Table 61">
                <a:extLst>
                  <a:ext uri="{FF2B5EF4-FFF2-40B4-BE49-F238E27FC236}">
                    <a16:creationId xmlns:a16="http://schemas.microsoft.com/office/drawing/2014/main" id="{0C406AEC-E799-4DAB-8623-98224F4232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630744916"/>
                  </p:ext>
                </p:extLst>
              </p:nvPr>
            </p:nvGraphicFramePr>
            <p:xfrm>
              <a:off x="8170525" y="1225567"/>
              <a:ext cx="271067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10676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d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2" name="Table 61">
                <a:extLst>
                  <a:ext uri="{FF2B5EF4-FFF2-40B4-BE49-F238E27FC236}">
                    <a16:creationId xmlns:a16="http://schemas.microsoft.com/office/drawing/2014/main" id="{0C406AEC-E799-4DAB-8623-98224F4232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630744916"/>
                  </p:ext>
                </p:extLst>
              </p:nvPr>
            </p:nvGraphicFramePr>
            <p:xfrm>
              <a:off x="8170525" y="1225567"/>
              <a:ext cx="271067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10676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449" t="-2083" r="-899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A06F3299-92A4-4250-AABC-AFD401275426}"/>
                  </a:ext>
                </a:extLst>
              </p:cNvPr>
              <p:cNvSpPr/>
              <p:nvPr/>
            </p:nvSpPr>
            <p:spPr>
              <a:xfrm>
                <a:off x="5001295" y="2829931"/>
                <a:ext cx="781896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A06F3299-92A4-4250-AABC-AFD4012754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01295" y="2829931"/>
                <a:ext cx="781896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ABBD131B-BACA-46FD-83FA-DC79A4BE885E}"/>
                  </a:ext>
                </a:extLst>
              </p:cNvPr>
              <p:cNvSpPr/>
              <p:nvPr/>
            </p:nvSpPr>
            <p:spPr>
              <a:xfrm>
                <a:off x="4506063" y="186570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ABBD131B-BACA-46FD-83FA-DC79A4BE88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1865705"/>
                <a:ext cx="612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B5E17851-712C-42AB-8271-322FC193EFA8}"/>
                  </a:ext>
                </a:extLst>
              </p:cNvPr>
              <p:cNvSpPr/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B5E17851-712C-42AB-8271-322FC193EF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665ECF32-99D6-44C5-84CE-A4122313AD19}"/>
                  </a:ext>
                </a:extLst>
              </p:cNvPr>
              <p:cNvSpPr/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665ECF32-99D6-44C5-84CE-A4122313AD1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59C25D2-1A13-4B5D-B836-CE3F9B750D96}"/>
                  </a:ext>
                </a:extLst>
              </p:cNvPr>
              <p:cNvSpPr/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59C25D2-1A13-4B5D-B836-CE3F9B750D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50571F25-EEEF-4B16-BFBB-173F104A8792}"/>
                  </a:ext>
                </a:extLst>
              </p:cNvPr>
              <p:cNvSpPr/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50571F25-EEEF-4B16-BFBB-173F104A8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982D66D4-4544-4634-B4CF-461B94CC186C}"/>
                  </a:ext>
                </a:extLst>
              </p:cNvPr>
              <p:cNvSpPr/>
              <p:nvPr/>
            </p:nvSpPr>
            <p:spPr>
              <a:xfrm>
                <a:off x="218614" y="1865705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982D66D4-4544-4634-B4CF-461B94CC18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1865705"/>
                <a:ext cx="1548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8536E04B-1CE2-4C59-8EA3-3511561AE7E7}"/>
                  </a:ext>
                </a:extLst>
              </p:cNvPr>
              <p:cNvSpPr/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8536E04B-1CE2-4C59-8EA3-3511561AE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60662D27-BAD6-4357-AFD6-8EA72D062412}"/>
                  </a:ext>
                </a:extLst>
              </p:cNvPr>
              <p:cNvSpPr/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60662D27-BAD6-4357-AFD6-8EA72D06241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96B1B373-7094-4132-9238-CA05F8EBC126}"/>
                  </a:ext>
                </a:extLst>
              </p:cNvPr>
              <p:cNvSpPr/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96B1B373-7094-4132-9238-CA05F8EBC1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3C49E10-E57A-4996-82B8-9419BAF38FDA}"/>
                  </a:ext>
                </a:extLst>
              </p:cNvPr>
              <p:cNvSpPr/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3C49E10-E57A-4996-82B8-9419BAF38F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C9BF56B9-8D6D-4033-BFD9-2E25D73AFB38}"/>
                  </a:ext>
                </a:extLst>
              </p:cNvPr>
              <p:cNvSpPr/>
              <p:nvPr/>
            </p:nvSpPr>
            <p:spPr>
              <a:xfrm>
                <a:off x="2456604" y="186570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C9BF56B9-8D6D-4033-BFD9-2E25D73AFB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1865705"/>
                <a:ext cx="612000" cy="38937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528D399D-E269-4265-9ACB-77929B1F68A6}"/>
                  </a:ext>
                </a:extLst>
              </p:cNvPr>
              <p:cNvSpPr/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528D399D-E269-4265-9ACB-77929B1F68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BCA87B07-FD60-4C29-A6FC-45B7AE99E447}"/>
                  </a:ext>
                </a:extLst>
              </p:cNvPr>
              <p:cNvSpPr/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BCA87B07-FD60-4C29-A6FC-45B7AE99E4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98959790-8171-4A3E-B95B-9B4064AC0323}"/>
                  </a:ext>
                </a:extLst>
              </p:cNvPr>
              <p:cNvSpPr/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98959790-8171-4A3E-B95B-9B4064AC03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ADA8D796-5215-4BCA-9BD4-1B15A7D0509C}"/>
                  </a:ext>
                </a:extLst>
              </p:cNvPr>
              <p:cNvSpPr/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ADA8D796-5215-4BCA-9BD4-1B15A7D050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FD5A233B-18FD-4340-9D8F-AA37CD10E892}"/>
                  </a:ext>
                </a:extLst>
              </p:cNvPr>
              <p:cNvSpPr/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FD5A233B-18FD-4340-9D8F-AA37CD10E8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805A800-D00B-3555-CB21-BB9283EEEEBF}"/>
                  </a:ext>
                </a:extLst>
              </p:cNvPr>
              <p:cNvSpPr/>
              <p:nvPr/>
            </p:nvSpPr>
            <p:spPr>
              <a:xfrm>
                <a:off x="5779280" y="1865705"/>
                <a:ext cx="2391245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5−25=−20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805A800-D00B-3555-CB21-BB9283EEEEB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79280" y="1865705"/>
                <a:ext cx="2391245" cy="38937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E497580C-122D-8AEF-5875-554E48B7F14E}"/>
                  </a:ext>
                </a:extLst>
              </p:cNvPr>
              <p:cNvSpPr/>
              <p:nvPr/>
            </p:nvSpPr>
            <p:spPr>
              <a:xfrm>
                <a:off x="6560902" y="2374741"/>
                <a:ext cx="82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E497580C-122D-8AEF-5875-554E48B7F1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0902" y="2374741"/>
                <a:ext cx="828000" cy="38937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D2A7B483-D0D0-2869-0065-D523AA4A8B27}"/>
                  </a:ext>
                </a:extLst>
              </p:cNvPr>
              <p:cNvSpPr/>
              <p:nvPr/>
            </p:nvSpPr>
            <p:spPr>
              <a:xfrm>
                <a:off x="6560902" y="2875507"/>
                <a:ext cx="82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D2A7B483-D0D0-2869-0065-D523AA4A8B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0902" y="2875507"/>
                <a:ext cx="828000" cy="38937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2B9198DF-3E53-E894-871C-157F4A55F7D6}"/>
                  </a:ext>
                </a:extLst>
              </p:cNvPr>
              <p:cNvSpPr/>
              <p:nvPr/>
            </p:nvSpPr>
            <p:spPr>
              <a:xfrm>
                <a:off x="6560902" y="3376273"/>
                <a:ext cx="82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2B9198DF-3E53-E894-871C-157F4A55F7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0902" y="3376273"/>
                <a:ext cx="828000" cy="38937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2B3E51C-F977-A068-9884-5F287BA9E22C}"/>
                  </a:ext>
                </a:extLst>
              </p:cNvPr>
              <p:cNvSpPr/>
              <p:nvPr/>
            </p:nvSpPr>
            <p:spPr>
              <a:xfrm>
                <a:off x="6560902" y="3877038"/>
                <a:ext cx="82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2B3E51C-F977-A068-9884-5F287BA9E22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0902" y="3877038"/>
                <a:ext cx="828000" cy="38937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68F9C834-E2C8-F589-06CD-7E9C218AD70F}"/>
                  </a:ext>
                </a:extLst>
              </p:cNvPr>
              <p:cNvSpPr/>
              <p:nvPr/>
            </p:nvSpPr>
            <p:spPr>
              <a:xfrm>
                <a:off x="8215038" y="1865705"/>
                <a:ext cx="262165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d>
                        <m:dPr>
                          <m:ctrlPr>
                            <a:rPr lang="en-US" sz="24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−20</m:t>
                          </m:r>
                        </m:e>
                      </m:d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=−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68F9C834-E2C8-F589-06CD-7E9C218AD7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15038" y="1865705"/>
                <a:ext cx="2621650" cy="389373"/>
              </a:xfrm>
              <a:prstGeom prst="rect">
                <a:avLst/>
              </a:prstGeom>
              <a:blipFill>
                <a:blip r:embed="rId28"/>
                <a:stretch>
                  <a:fillRect b="-625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7A8BC773-BA78-9ABC-3C11-8DA34D93379B}"/>
                  </a:ext>
                </a:extLst>
              </p:cNvPr>
              <p:cNvSpPr/>
              <p:nvPr/>
            </p:nvSpPr>
            <p:spPr>
              <a:xfrm>
                <a:off x="8985863" y="2358798"/>
                <a:ext cx="108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7A8BC773-BA78-9ABC-3C11-8DA34D93379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85863" y="2358798"/>
                <a:ext cx="1080000" cy="389373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CE2EB913-55AD-85A6-8231-37EB999496A1}"/>
                  </a:ext>
                </a:extLst>
              </p:cNvPr>
              <p:cNvSpPr/>
              <p:nvPr/>
            </p:nvSpPr>
            <p:spPr>
              <a:xfrm>
                <a:off x="8985863" y="2854173"/>
                <a:ext cx="108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CE2EB913-55AD-85A6-8231-37EB999496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85863" y="2854173"/>
                <a:ext cx="1080000" cy="389373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5E33A2C2-9889-3399-E92D-46831BC98902}"/>
                  </a:ext>
                </a:extLst>
              </p:cNvPr>
              <p:cNvSpPr/>
              <p:nvPr/>
            </p:nvSpPr>
            <p:spPr>
              <a:xfrm>
                <a:off x="8985863" y="3313326"/>
                <a:ext cx="1080000" cy="42467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5E33A2C2-9889-3399-E92D-46831BC989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85863" y="3313326"/>
                <a:ext cx="1080000" cy="424671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242088A-0A7D-E4A4-01B1-F54EF5A36701}"/>
                  </a:ext>
                </a:extLst>
              </p:cNvPr>
              <p:cNvSpPr/>
              <p:nvPr/>
            </p:nvSpPr>
            <p:spPr>
              <a:xfrm>
                <a:off x="8985863" y="3882354"/>
                <a:ext cx="108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242088A-0A7D-E4A4-01B1-F54EF5A3670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85863" y="3882354"/>
                <a:ext cx="1080000" cy="38937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E2D123A3-1BE6-9358-76A8-B12366C97773}"/>
                  </a:ext>
                </a:extLst>
              </p:cNvPr>
              <p:cNvSpPr/>
              <p:nvPr/>
            </p:nvSpPr>
            <p:spPr>
              <a:xfrm>
                <a:off x="8276129" y="4405465"/>
                <a:ext cx="2499469" cy="7945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d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E2D123A3-1BE6-9358-76A8-B12366C9777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76129" y="4405465"/>
                <a:ext cx="2499469" cy="794544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EB755E85-4617-4DC9-8595-61D3D868EF72}"/>
                  </a:ext>
                </a:extLst>
              </p:cNvPr>
              <p:cNvSpPr txBox="1"/>
              <p:nvPr/>
            </p:nvSpPr>
            <p:spPr>
              <a:xfrm>
                <a:off x="310411" y="5451422"/>
                <a:ext cx="255575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d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EB755E85-4617-4DC9-8595-61D3D868EF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0411" y="5451422"/>
                <a:ext cx="2555753" cy="995978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64711C34-12F9-4D7B-A2AC-A895BBA04824}"/>
                  </a:ext>
                </a:extLst>
              </p:cNvPr>
              <p:cNvSpPr txBox="1"/>
              <p:nvPr/>
            </p:nvSpPr>
            <p:spPr>
              <a:xfrm>
                <a:off x="3725854" y="5465505"/>
                <a:ext cx="2370146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25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500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64711C34-12F9-4D7B-A2AC-A895BBA048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25854" y="5465505"/>
                <a:ext cx="2370146" cy="907749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12E21226-545C-4F1D-B4E5-D84AAA03CD19}"/>
                  </a:ext>
                </a:extLst>
              </p:cNvPr>
              <p:cNvSpPr txBox="1"/>
              <p:nvPr/>
            </p:nvSpPr>
            <p:spPr>
              <a:xfrm>
                <a:off x="7149566" y="5663433"/>
                <a:ext cx="14925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12E21226-545C-4F1D-B4E5-D84AAA03CD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49566" y="5663433"/>
                <a:ext cx="1492531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18EAADC9-F693-4CBC-880A-308C8C493461}"/>
                  </a:ext>
                </a:extLst>
              </p:cNvPr>
              <p:cNvSpPr txBox="1"/>
              <p:nvPr/>
            </p:nvSpPr>
            <p:spPr>
              <a:xfrm>
                <a:off x="3188939" y="566343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18EAADC9-F693-4CBC-880A-308C8C4934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88939" y="5663433"/>
                <a:ext cx="506235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5A899725-E559-460D-A4C4-DCE0DA4D7CA1}"/>
                  </a:ext>
                </a:extLst>
              </p:cNvPr>
              <p:cNvSpPr txBox="1"/>
              <p:nvPr/>
            </p:nvSpPr>
            <p:spPr>
              <a:xfrm>
                <a:off x="6468667" y="566343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5A899725-E559-460D-A4C4-DCE0DA4D7C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68667" y="5663433"/>
                <a:ext cx="506235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8" name="TextBox 87">
            <a:extLst>
              <a:ext uri="{FF2B5EF4-FFF2-40B4-BE49-F238E27FC236}">
                <a16:creationId xmlns:a16="http://schemas.microsoft.com/office/drawing/2014/main" id="{100C162E-8FF3-4B1E-A2C0-F9AB030ABFC0}"/>
              </a:ext>
            </a:extLst>
          </p:cNvPr>
          <p:cNvSpPr txBox="1"/>
          <p:nvPr/>
        </p:nvSpPr>
        <p:spPr>
          <a:xfrm>
            <a:off x="-3731007" y="702347"/>
            <a:ext cx="37207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S</a:t>
            </a:r>
            <a:r>
              <a:rPr lang="en-US" sz="2800" b="1" i="0" dirty="0">
                <a:solidFill>
                  <a:srgbClr val="002060"/>
                </a:solidFill>
                <a:latin typeface="+mj-lt"/>
              </a:rPr>
              <a:t>tep Deviation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C55EA019-6066-4B6C-B637-AE66251D838C}"/>
                  </a:ext>
                </a:extLst>
              </p:cNvPr>
              <p:cNvSpPr txBox="1"/>
              <p:nvPr/>
            </p:nvSpPr>
            <p:spPr>
              <a:xfrm>
                <a:off x="446679" y="7149953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C55EA019-6066-4B6C-B637-AE66251D83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6679" y="7149953"/>
                <a:ext cx="3354319" cy="1009572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8514693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26" grpId="0"/>
      <p:bldP spid="28" grpId="0"/>
      <p:bldP spid="29" grpId="0"/>
      <p:bldP spid="30" grpId="0"/>
      <p:bldP spid="31" grpId="0"/>
      <p:bldP spid="33" grpId="0"/>
      <p:bldP spid="34" grpId="0"/>
      <p:bldP spid="35" grpId="0"/>
      <p:bldP spid="36" grpId="0"/>
      <p:bldP spid="37" grpId="0"/>
      <p:bldP spid="38" grpId="0"/>
      <p:bldP spid="82" grpId="0"/>
      <p:bldP spid="83" grpId="0"/>
      <p:bldP spid="84" grpId="0"/>
      <p:bldP spid="85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AECC9B-71FC-CE20-403A-8514933CAB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456F1E-EE40-AC50-D5D1-58941B4B84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70B2E976-EEE7-4F62-B87D-8F254D8AC6DF}"/>
                  </a:ext>
                </a:extLst>
              </p:cNvPr>
              <p:cNvSpPr/>
              <p:nvPr/>
            </p:nvSpPr>
            <p:spPr>
              <a:xfrm>
                <a:off x="10365357" y="2917350"/>
                <a:ext cx="1643782" cy="8730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5−25</m:t>
                          </m:r>
                        </m:num>
                        <m:den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70B2E976-EEE7-4F62-B87D-8F254D8AC6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65357" y="2917350"/>
                <a:ext cx="1643782" cy="87305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4134638-0586-41B4-ABCC-77F3FF45CF5D}"/>
                  </a:ext>
                </a:extLst>
              </p:cNvPr>
              <p:cNvSpPr/>
              <p:nvPr/>
            </p:nvSpPr>
            <p:spPr>
              <a:xfrm>
                <a:off x="9829494" y="1931066"/>
                <a:ext cx="2217682" cy="87305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u</m:t>
                          </m:r>
                        </m:e>
                        <m:sub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4134638-0586-41B4-ABCC-77F3FF45CF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29494" y="1931066"/>
                <a:ext cx="2217682" cy="873051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2A800689-73E2-40CA-8978-AABD86E1DA40}"/>
                  </a:ext>
                </a:extLst>
              </p:cNvPr>
              <p:cNvSpPr/>
              <p:nvPr/>
            </p:nvSpPr>
            <p:spPr>
              <a:xfrm>
                <a:off x="10338888" y="4181461"/>
                <a:ext cx="1098762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2A800689-73E2-40CA-8978-AABD86E1DA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8888" y="4181461"/>
                <a:ext cx="109876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3" name="TextBox 42">
            <a:extLst>
              <a:ext uri="{FF2B5EF4-FFF2-40B4-BE49-F238E27FC236}">
                <a16:creationId xmlns:a16="http://schemas.microsoft.com/office/drawing/2014/main" id="{F6649294-A0D0-4EF8-91C1-A265F6E02308}"/>
              </a:ext>
            </a:extLst>
          </p:cNvPr>
          <p:cNvSpPr txBox="1"/>
          <p:nvPr/>
        </p:nvSpPr>
        <p:spPr>
          <a:xfrm>
            <a:off x="310411" y="702920"/>
            <a:ext cx="44537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S</a:t>
            </a:r>
            <a:r>
              <a:rPr lang="en-US" sz="2800" b="1" i="0" dirty="0">
                <a:solidFill>
                  <a:srgbClr val="002060"/>
                </a:solidFill>
                <a:latin typeface="+mj-lt"/>
              </a:rPr>
              <a:t>tep Deviation Method</a:t>
            </a:r>
            <a:endParaRPr lang="en-IN" sz="2800" b="1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6" name="Table 45">
                <a:extLst>
                  <a:ext uri="{FF2B5EF4-FFF2-40B4-BE49-F238E27FC236}">
                    <a16:creationId xmlns:a16="http://schemas.microsoft.com/office/drawing/2014/main" id="{CFFEFF21-6235-452F-8252-258BAF2067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41402832"/>
                  </p:ext>
                </p:extLst>
              </p:nvPr>
            </p:nvGraphicFramePr>
            <p:xfrm>
              <a:off x="289864" y="1225567"/>
              <a:ext cx="55394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6" name="Table 45">
                <a:extLst>
                  <a:ext uri="{FF2B5EF4-FFF2-40B4-BE49-F238E27FC236}">
                    <a16:creationId xmlns:a16="http://schemas.microsoft.com/office/drawing/2014/main" id="{CFFEFF21-6235-452F-8252-258BAF2067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41402832"/>
                  </p:ext>
                </p:extLst>
              </p:nvPr>
            </p:nvGraphicFramePr>
            <p:xfrm>
              <a:off x="289864" y="1225567"/>
              <a:ext cx="5539436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95098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12503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201930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873" t="-2083" r="-298690" b="-5989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66189" t="-2083" r="-95989" b="-59895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174699" t="-2083" r="-904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9E961406-EF1B-48C4-A060-2D151626DE49}"/>
                  </a:ext>
                </a:extLst>
              </p:cNvPr>
              <p:cNvSpPr/>
              <p:nvPr/>
            </p:nvSpPr>
            <p:spPr>
              <a:xfrm>
                <a:off x="5001295" y="2829931"/>
                <a:ext cx="781896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9E961406-EF1B-48C4-A060-2D151626DE4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01295" y="2829931"/>
                <a:ext cx="781896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D0B8C384-C336-430B-8E1F-0A38F230ED05}"/>
                  </a:ext>
                </a:extLst>
              </p:cNvPr>
              <p:cNvSpPr/>
              <p:nvPr/>
            </p:nvSpPr>
            <p:spPr>
              <a:xfrm>
                <a:off x="4506063" y="1866697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D0B8C384-C336-430B-8E1F-0A38F230ED0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1866697"/>
                <a:ext cx="612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0D802AF7-E783-450C-8D43-2C2F8061AC9E}"/>
                  </a:ext>
                </a:extLst>
              </p:cNvPr>
              <p:cNvSpPr/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0D802AF7-E783-450C-8D43-2C2F8061AC9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368855"/>
                <a:ext cx="612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E3F50DD-7F1C-4B8C-BE47-00D8B6E315EF}"/>
                  </a:ext>
                </a:extLst>
              </p:cNvPr>
              <p:cNvSpPr/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E3F50DD-7F1C-4B8C-BE47-00D8B6E315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2871013"/>
                <a:ext cx="612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DD8441F0-628A-4DAF-A64F-0FC2C64319BD}"/>
                  </a:ext>
                </a:extLst>
              </p:cNvPr>
              <p:cNvSpPr/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DD8441F0-628A-4DAF-A64F-0FC2C64319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373171"/>
                <a:ext cx="612000" cy="389373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DB9734C4-2632-465C-A602-6FC6E948D738}"/>
                  </a:ext>
                </a:extLst>
              </p:cNvPr>
              <p:cNvSpPr/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DB9734C4-2632-465C-A602-6FC6E948D7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06063" y="3875328"/>
                <a:ext cx="612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E6C01271-A6EB-487A-8C69-17002DE81FF9}"/>
                  </a:ext>
                </a:extLst>
              </p:cNvPr>
              <p:cNvSpPr/>
              <p:nvPr/>
            </p:nvSpPr>
            <p:spPr>
              <a:xfrm>
                <a:off x="218614" y="1866697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E6C01271-A6EB-487A-8C69-17002DE81FF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1866697"/>
                <a:ext cx="1548000" cy="38937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A879311-9C7E-4838-8A0D-89308A7AC744}"/>
                  </a:ext>
                </a:extLst>
              </p:cNvPr>
              <p:cNvSpPr/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A879311-9C7E-4838-8A0D-89308A7AC7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368855"/>
                <a:ext cx="1548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14FB77D7-D6C7-45E2-A7C1-30ED33220F06}"/>
                  </a:ext>
                </a:extLst>
              </p:cNvPr>
              <p:cNvSpPr/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14FB77D7-D6C7-45E2-A7C1-30ED33220F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2871013"/>
                <a:ext cx="1548000" cy="38937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22DD376-3098-4E41-9FBE-0ED6B81F3EB6}"/>
                  </a:ext>
                </a:extLst>
              </p:cNvPr>
              <p:cNvSpPr/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22DD376-3098-4E41-9FBE-0ED6B81F3E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373171"/>
                <a:ext cx="1548000" cy="389373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6D109C68-E535-42B6-BCE2-B07690AB68EE}"/>
                  </a:ext>
                </a:extLst>
              </p:cNvPr>
              <p:cNvSpPr/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6D109C68-E535-42B6-BCE2-B07690AB68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614" y="3875328"/>
                <a:ext cx="1548000" cy="38937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7FFD0505-EF4F-4003-AB4C-C766940016A4}"/>
                  </a:ext>
                </a:extLst>
              </p:cNvPr>
              <p:cNvSpPr/>
              <p:nvPr/>
            </p:nvSpPr>
            <p:spPr>
              <a:xfrm>
                <a:off x="2456604" y="1867986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7FFD0505-EF4F-4003-AB4C-C766940016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1867986"/>
                <a:ext cx="612000" cy="389373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EA6BF50A-AE84-4A20-BB55-5D70A1D782B4}"/>
                  </a:ext>
                </a:extLst>
              </p:cNvPr>
              <p:cNvSpPr/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EA6BF50A-AE84-4A20-BB55-5D70A1D782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371252"/>
                <a:ext cx="612000" cy="389373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B1746BCF-72D2-4AD9-852D-70C37C51582A}"/>
                  </a:ext>
                </a:extLst>
              </p:cNvPr>
              <p:cNvSpPr/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B1746BCF-72D2-4AD9-852D-70C37C5158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2874518"/>
                <a:ext cx="612000" cy="389373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4241702-8A97-4467-81BE-67313DFAE540}"/>
                  </a:ext>
                </a:extLst>
              </p:cNvPr>
              <p:cNvSpPr/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4241702-8A97-4467-81BE-67313DFAE5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881048"/>
                <a:ext cx="612000" cy="38937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312D793E-DD62-4D02-BF92-9AB79537833D}"/>
                  </a:ext>
                </a:extLst>
              </p:cNvPr>
              <p:cNvSpPr/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312D793E-DD62-4D02-BF92-9AB7953783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6604" y="3377783"/>
                <a:ext cx="612000" cy="38937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E1AAEB02-6D44-4851-881C-1DC1E75DAD68}"/>
                  </a:ext>
                </a:extLst>
              </p:cNvPr>
              <p:cNvSpPr/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E1AAEB02-6D44-4851-881C-1DC1E75DAD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2866" y="4340110"/>
                <a:ext cx="2073743" cy="1017209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4C4F0A7-F195-4BFD-870A-FC5E2C870F4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84683178"/>
                  </p:ext>
                </p:extLst>
              </p:nvPr>
            </p:nvGraphicFramePr>
            <p:xfrm>
              <a:off x="5832229" y="1225567"/>
              <a:ext cx="1445020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45020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4C4F0A7-F195-4BFD-870A-FC5E2C870F4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84683178"/>
                  </p:ext>
                </p:extLst>
              </p:nvPr>
            </p:nvGraphicFramePr>
            <p:xfrm>
              <a:off x="5832229" y="1225567"/>
              <a:ext cx="1445020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45020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4"/>
                          <a:stretch>
                            <a:fillRect l="-420" t="-2083" r="-1261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3C04B909-6A4C-4118-B1E6-88169AEE741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56160662"/>
                  </p:ext>
                </p:extLst>
              </p:nvPr>
            </p:nvGraphicFramePr>
            <p:xfrm>
              <a:off x="7277249" y="1225567"/>
              <a:ext cx="2459375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459375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46876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3C04B909-6A4C-4118-B1E6-88169AEE741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56160662"/>
                  </p:ext>
                </p:extLst>
              </p:nvPr>
            </p:nvGraphicFramePr>
            <p:xfrm>
              <a:off x="7277249" y="1225567"/>
              <a:ext cx="2459375" cy="407010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459375">
                      <a:extLst>
                        <a:ext uri="{9D8B030D-6E8A-4147-A177-3AD203B41FA5}">
                          <a16:colId xmlns:a16="http://schemas.microsoft.com/office/drawing/2014/main" val="775919757"/>
                        </a:ext>
                      </a:extLst>
                    </a:gridCol>
                  </a:tblGrid>
                  <a:tr h="58350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5"/>
                          <a:stretch>
                            <a:fillRect l="-247" t="-2083" r="-741" b="-59895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44808758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7722673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71414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65447636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89580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62623159"/>
                      </a:ext>
                    </a:extLst>
                  </a:tr>
                  <a:tr h="97200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073535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DC8453B-DB52-66CA-AED1-544774AF7A13}"/>
                  </a:ext>
                </a:extLst>
              </p:cNvPr>
              <p:cNvSpPr/>
              <p:nvPr/>
            </p:nvSpPr>
            <p:spPr>
              <a:xfrm>
                <a:off x="6178663" y="1872141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DC8453B-DB52-66CA-AED1-544774AF7A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8663" y="1872141"/>
                <a:ext cx="687323" cy="38937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F154281B-D7F5-96DA-7BC4-9E91F9FD6144}"/>
                  </a:ext>
                </a:extLst>
              </p:cNvPr>
              <p:cNvSpPr/>
              <p:nvPr/>
            </p:nvSpPr>
            <p:spPr>
              <a:xfrm>
                <a:off x="6178663" y="2372938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F154281B-D7F5-96DA-7BC4-9E91F9FD61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8663" y="2372938"/>
                <a:ext cx="687323" cy="38937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0810FD70-F80F-10F2-FBDC-3BD124BF06D8}"/>
                  </a:ext>
                </a:extLst>
              </p:cNvPr>
              <p:cNvSpPr/>
              <p:nvPr/>
            </p:nvSpPr>
            <p:spPr>
              <a:xfrm>
                <a:off x="6178663" y="2873735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0810FD70-F80F-10F2-FBDC-3BD124BF06D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8663" y="2873735"/>
                <a:ext cx="687323" cy="38937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98BA994C-3141-7FA6-343C-42E8DA407C97}"/>
                  </a:ext>
                </a:extLst>
              </p:cNvPr>
              <p:cNvSpPr/>
              <p:nvPr/>
            </p:nvSpPr>
            <p:spPr>
              <a:xfrm>
                <a:off x="6178663" y="337453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98BA994C-3141-7FA6-343C-42E8DA407C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8663" y="3374532"/>
                <a:ext cx="687323" cy="389373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B85ADCEA-5525-2F31-A841-9B100BC834CC}"/>
                  </a:ext>
                </a:extLst>
              </p:cNvPr>
              <p:cNvSpPr/>
              <p:nvPr/>
            </p:nvSpPr>
            <p:spPr>
              <a:xfrm>
                <a:off x="6178663" y="3875328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B85ADCEA-5525-2F31-A841-9B100BC834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78663" y="3875328"/>
                <a:ext cx="687323" cy="389373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7E889665-E18A-47EF-9499-22DB15476244}"/>
                  </a:ext>
                </a:extLst>
              </p:cNvPr>
              <p:cNvSpPr/>
              <p:nvPr/>
            </p:nvSpPr>
            <p:spPr>
              <a:xfrm>
                <a:off x="7996040" y="1866697"/>
                <a:ext cx="936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7E889665-E18A-47EF-9499-22DB154762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96040" y="1866697"/>
                <a:ext cx="936000" cy="389373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84E91BE9-52EA-74A0-EACC-1B1982B022E3}"/>
                  </a:ext>
                </a:extLst>
              </p:cNvPr>
              <p:cNvSpPr/>
              <p:nvPr/>
            </p:nvSpPr>
            <p:spPr>
              <a:xfrm>
                <a:off x="7996040" y="2367592"/>
                <a:ext cx="936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84E91BE9-52EA-74A0-EACC-1B1982B022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96040" y="2367592"/>
                <a:ext cx="936000" cy="38937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7678A37C-8037-A92B-BD74-C76993FDA95A}"/>
                  </a:ext>
                </a:extLst>
              </p:cNvPr>
              <p:cNvSpPr/>
              <p:nvPr/>
            </p:nvSpPr>
            <p:spPr>
              <a:xfrm>
                <a:off x="7996040" y="2868487"/>
                <a:ext cx="936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7678A37C-8037-A92B-BD74-C76993FDA9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96040" y="2868487"/>
                <a:ext cx="936000" cy="389373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4D8D8AA0-C325-E286-907E-E4A1432DBED4}"/>
                  </a:ext>
                </a:extLst>
              </p:cNvPr>
              <p:cNvSpPr/>
              <p:nvPr/>
            </p:nvSpPr>
            <p:spPr>
              <a:xfrm>
                <a:off x="7996040" y="3369383"/>
                <a:ext cx="936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4D8D8AA0-C325-E286-907E-E4A1432DBE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96040" y="3369383"/>
                <a:ext cx="936000" cy="389373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1BEF3942-09E8-BA72-8818-C0D03121C3F7}"/>
                  </a:ext>
                </a:extLst>
              </p:cNvPr>
              <p:cNvSpPr/>
              <p:nvPr/>
            </p:nvSpPr>
            <p:spPr>
              <a:xfrm>
                <a:off x="7996040" y="3870279"/>
                <a:ext cx="936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1BEF3942-09E8-BA72-8818-C0D03121C3F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96040" y="3870279"/>
                <a:ext cx="936000" cy="389373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B058FCE-B8ED-C5CC-85A5-76B24205574D}"/>
                  </a:ext>
                </a:extLst>
              </p:cNvPr>
              <p:cNvSpPr/>
              <p:nvPr/>
            </p:nvSpPr>
            <p:spPr>
              <a:xfrm>
                <a:off x="7288624" y="4383650"/>
                <a:ext cx="2448000" cy="864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nary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B058FCE-B8ED-C5CC-85A5-76B2420557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8624" y="4383650"/>
                <a:ext cx="2448000" cy="864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583E54EC-8767-47CC-9D69-8C1CFEFD2577}"/>
                  </a:ext>
                </a:extLst>
              </p:cNvPr>
              <p:cNvSpPr txBox="1"/>
              <p:nvPr/>
            </p:nvSpPr>
            <p:spPr>
              <a:xfrm>
                <a:off x="310411" y="5446276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583E54EC-8767-47CC-9D69-8C1CFEFD25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0411" y="5446276"/>
                <a:ext cx="3354319" cy="1009572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0F894911-9456-47FB-A10C-E7E7F4175F0C}"/>
                  </a:ext>
                </a:extLst>
              </p:cNvPr>
              <p:cNvSpPr txBox="1"/>
              <p:nvPr/>
            </p:nvSpPr>
            <p:spPr>
              <a:xfrm>
                <a:off x="4135995" y="5467691"/>
                <a:ext cx="3159463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25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50</m:t>
                          </m:r>
                        </m:num>
                        <m:den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0F894911-9456-47FB-A10C-E7E7F4175F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35995" y="5467691"/>
                <a:ext cx="3159463" cy="907749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70FEA651-3765-434E-8C13-42393F8453B5}"/>
                  </a:ext>
                </a:extLst>
              </p:cNvPr>
              <p:cNvSpPr txBox="1"/>
              <p:nvPr/>
            </p:nvSpPr>
            <p:spPr>
              <a:xfrm>
                <a:off x="3624381" y="565995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70FEA651-3765-434E-8C13-42393F8453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4381" y="5659955"/>
                <a:ext cx="506235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F76C8C90-5BA6-4FF7-984F-8F8E3D670E33}"/>
                  </a:ext>
                </a:extLst>
              </p:cNvPr>
              <p:cNvSpPr txBox="1"/>
              <p:nvPr/>
            </p:nvSpPr>
            <p:spPr>
              <a:xfrm>
                <a:off x="7756874" y="5659955"/>
                <a:ext cx="187284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25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F76C8C90-5BA6-4FF7-984F-8F8E3D670E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56874" y="5659955"/>
                <a:ext cx="1872844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A6010193-0329-4825-952B-6D61BAB6A9A6}"/>
                  </a:ext>
                </a:extLst>
              </p:cNvPr>
              <p:cNvSpPr txBox="1"/>
              <p:nvPr/>
            </p:nvSpPr>
            <p:spPr>
              <a:xfrm>
                <a:off x="7295458" y="565995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A6010193-0329-4825-952B-6D61BAB6A9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5458" y="5659955"/>
                <a:ext cx="506235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2D9FC9BF-200A-47D4-BC03-55F257AAEB2A}"/>
                  </a:ext>
                </a:extLst>
              </p:cNvPr>
              <p:cNvSpPr txBox="1"/>
              <p:nvPr/>
            </p:nvSpPr>
            <p:spPr>
              <a:xfrm>
                <a:off x="9564806" y="5659955"/>
                <a:ext cx="95079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2D9FC9BF-200A-47D4-BC03-55F257AAEB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64806" y="5659955"/>
                <a:ext cx="950794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AC23A79C-AA38-4B82-B125-042FE8CCCD3B}"/>
                  </a:ext>
                </a:extLst>
              </p:cNvPr>
              <p:cNvSpPr/>
              <p:nvPr/>
            </p:nvSpPr>
            <p:spPr>
              <a:xfrm>
                <a:off x="10040203" y="1226926"/>
                <a:ext cx="2052095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AC23A79C-AA38-4B82-B125-042FE8CCCD3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40203" y="1226926"/>
                <a:ext cx="2052095" cy="52200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0795198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16" grpId="0"/>
      <p:bldP spid="26" grpId="0"/>
      <p:bldP spid="28" grpId="0"/>
      <p:bldP spid="29" grpId="0"/>
      <p:bldP spid="30" grpId="0"/>
      <p:bldP spid="31" grpId="0"/>
      <p:bldP spid="33" grpId="0"/>
      <p:bldP spid="34" grpId="0"/>
      <p:bldP spid="35" grpId="0"/>
      <p:bldP spid="36" grpId="0"/>
      <p:bldP spid="37" grpId="0"/>
      <p:bldP spid="38" grpId="0"/>
      <p:bldP spid="67" grpId="0"/>
      <p:bldP spid="68" grpId="0"/>
      <p:bldP spid="69" grpId="0"/>
      <p:bldP spid="70" grpId="0"/>
      <p:bldP spid="71" grpId="0"/>
      <p:bldP spid="72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0800" y="895507"/>
                <a:ext cx="11930400" cy="2243933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Find the missing frequency 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f</m:t>
                        </m:r>
                      </m:e>
                      <m:sub>
                        <m:r>
                          <a:rPr lang="en-US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dirty="0"/>
                  <a:t>​ and 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f</m:t>
                        </m:r>
                      </m:e>
                      <m:sub>
                        <m:r>
                          <a:rPr lang="en-US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US" dirty="0"/>
                  <a:t>​ in the table given below, it is being given that the mean of the given frequency distribution is 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lang="en-US" dirty="0"/>
                  <a:t>.</a:t>
                </a:r>
                <a:endParaRPr lang="en-IN" dirty="0"/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0800" y="895507"/>
                <a:ext cx="11930400" cy="2243933"/>
              </a:xfrm>
              <a:prstGeom prst="rect">
                <a:avLst/>
              </a:prstGeom>
              <a:blipFill>
                <a:blip r:embed="rId3"/>
                <a:stretch>
                  <a:fillRect l="-1021" t="-2717" r="-102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4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0800" y="3323746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4921805"/>
              </p:ext>
            </p:extLst>
          </p:nvPr>
        </p:nvGraphicFramePr>
        <p:xfrm>
          <a:off x="293355" y="1874278"/>
          <a:ext cx="11605290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0202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674078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674078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674078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674078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674078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232875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Class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Total</a:t>
                      </a: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280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100</a:t>
                      </a: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1977D26D-4038-42AF-9CE8-003C021A78F0}"/>
              </a:ext>
            </a:extLst>
          </p:cNvPr>
          <p:cNvSpPr/>
          <p:nvPr/>
        </p:nvSpPr>
        <p:spPr>
          <a:xfrm>
            <a:off x="2635706" y="3429000"/>
            <a:ext cx="1005632" cy="3893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051F40EC-FAAB-4FD2-BDC0-3A8BEE322E44}"/>
                  </a:ext>
                </a:extLst>
              </p:cNvPr>
              <p:cNvSpPr/>
              <p:nvPr/>
            </p:nvSpPr>
            <p:spPr>
              <a:xfrm>
                <a:off x="2330417" y="1976628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051F40EC-FAAB-4FD2-BDC0-3A8BEE322E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0417" y="1976628"/>
                <a:ext cx="1620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F52ECD6-F7B0-4386-9921-DE336AE5618E}"/>
                  </a:ext>
                </a:extLst>
              </p:cNvPr>
              <p:cNvSpPr/>
              <p:nvPr/>
            </p:nvSpPr>
            <p:spPr>
              <a:xfrm>
                <a:off x="4003580" y="1976628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F52ECD6-F7B0-4386-9921-DE336AE561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3580" y="1976628"/>
                <a:ext cx="1620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C7786D89-6CC8-4FDB-98DB-41F24D128D20}"/>
                  </a:ext>
                </a:extLst>
              </p:cNvPr>
              <p:cNvSpPr/>
              <p:nvPr/>
            </p:nvSpPr>
            <p:spPr>
              <a:xfrm>
                <a:off x="5676743" y="1976628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C7786D89-6CC8-4FDB-98DB-41F24D128D2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76743" y="1976628"/>
                <a:ext cx="1620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9426C759-B2AD-42D2-B378-053F86531AC1}"/>
                  </a:ext>
                </a:extLst>
              </p:cNvPr>
              <p:cNvSpPr/>
              <p:nvPr/>
            </p:nvSpPr>
            <p:spPr>
              <a:xfrm>
                <a:off x="7349906" y="1976628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0−80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9426C759-B2AD-42D2-B378-053F86531A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49906" y="1976628"/>
                <a:ext cx="1620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ABA144A8-D63F-4BA6-B7AF-01D5CBEDD4D1}"/>
                  </a:ext>
                </a:extLst>
              </p:cNvPr>
              <p:cNvSpPr/>
              <p:nvPr/>
            </p:nvSpPr>
            <p:spPr>
              <a:xfrm>
                <a:off x="9023068" y="1976628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ABA144A8-D63F-4BA6-B7AF-01D5CBEDD4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3068" y="1976628"/>
                <a:ext cx="1620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EC1A0777-CAB5-4D92-83AD-20020629C5EC}"/>
                  </a:ext>
                </a:extLst>
              </p:cNvPr>
              <p:cNvSpPr/>
              <p:nvPr/>
            </p:nvSpPr>
            <p:spPr>
              <a:xfrm>
                <a:off x="2780417" y="2536113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EC1A0777-CAB5-4D92-83AD-20020629C5E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0417" y="2536113"/>
                <a:ext cx="720000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699696C-8AFA-4093-8ED0-E5A05912FE6B}"/>
                  </a:ext>
                </a:extLst>
              </p:cNvPr>
              <p:cNvSpPr/>
              <p:nvPr/>
            </p:nvSpPr>
            <p:spPr>
              <a:xfrm>
                <a:off x="9473068" y="2536113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19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699696C-8AFA-4093-8ED0-E5A05912FE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73068" y="2536113"/>
                <a:ext cx="720000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70538C7-9337-4864-94F4-96F9F5060D45}"/>
                  </a:ext>
                </a:extLst>
              </p:cNvPr>
              <p:cNvSpPr/>
              <p:nvPr/>
            </p:nvSpPr>
            <p:spPr>
              <a:xfrm>
                <a:off x="4453580" y="2536113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70538C7-9337-4864-94F4-96F9F5060D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53580" y="2536113"/>
                <a:ext cx="720000" cy="389373"/>
              </a:xfrm>
              <a:prstGeom prst="rect">
                <a:avLst/>
              </a:prstGeom>
              <a:blipFill>
                <a:blip r:embed="rId11"/>
                <a:stretch>
                  <a:fillRect b="-156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64BC07C-435B-4AB6-814C-C8615B40E9B1}"/>
                  </a:ext>
                </a:extLst>
              </p:cNvPr>
              <p:cNvSpPr/>
              <p:nvPr/>
            </p:nvSpPr>
            <p:spPr>
              <a:xfrm>
                <a:off x="6126743" y="2536113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64BC07C-435B-4AB6-814C-C8615B40E9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26743" y="2536113"/>
                <a:ext cx="720000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04D9FFB2-A880-444F-8580-874AC165EC64}"/>
                  </a:ext>
                </a:extLst>
              </p:cNvPr>
              <p:cNvSpPr/>
              <p:nvPr/>
            </p:nvSpPr>
            <p:spPr>
              <a:xfrm>
                <a:off x="7799906" y="2536113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04D9FFB2-A880-444F-8580-874AC165EC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9906" y="2536113"/>
                <a:ext cx="720000" cy="389373"/>
              </a:xfrm>
              <a:prstGeom prst="rect">
                <a:avLst/>
              </a:prstGeom>
              <a:blipFill>
                <a:blip r:embed="rId13"/>
                <a:stretch>
                  <a:fillRect b="-156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9029627C-505C-4524-A5F1-9F40DECB5845}"/>
              </a:ext>
            </a:extLst>
          </p:cNvPr>
          <p:cNvSpPr txBox="1"/>
          <p:nvPr/>
        </p:nvSpPr>
        <p:spPr>
          <a:xfrm>
            <a:off x="1594217" y="3323746"/>
            <a:ext cx="183376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Given that,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901AAAE-65AB-475A-B15B-3165B6D8B796}"/>
                  </a:ext>
                </a:extLst>
              </p:cNvPr>
              <p:cNvSpPr txBox="1"/>
              <p:nvPr/>
            </p:nvSpPr>
            <p:spPr>
              <a:xfrm>
                <a:off x="1594216" y="4031272"/>
                <a:ext cx="156046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901AAAE-65AB-475A-B15B-3165B6D8B7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031272"/>
                <a:ext cx="1560464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AD8C0C9-4062-410C-B26B-02A4F836E9AF}"/>
                  </a:ext>
                </a:extLst>
              </p:cNvPr>
              <p:cNvSpPr txBox="1"/>
              <p:nvPr/>
            </p:nvSpPr>
            <p:spPr>
              <a:xfrm>
                <a:off x="3641338" y="3846966"/>
                <a:ext cx="2264162" cy="1135696"/>
              </a:xfrm>
              <a:prstGeom prst="rect">
                <a:avLst/>
              </a:prstGeom>
              <a:noFill/>
            </p:spPr>
            <p:txBody>
              <a:bodyPr wrap="square" anchor="b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AD8C0C9-4062-410C-B26B-02A4F836E9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41338" y="3846966"/>
                <a:ext cx="2264162" cy="1135696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TextBox 20">
            <a:extLst>
              <a:ext uri="{FF2B5EF4-FFF2-40B4-BE49-F238E27FC236}">
                <a16:creationId xmlns:a16="http://schemas.microsoft.com/office/drawing/2014/main" id="{C067CD80-0A2C-4AD7-A370-D73C59557862}"/>
              </a:ext>
            </a:extLst>
          </p:cNvPr>
          <p:cNvSpPr txBox="1"/>
          <p:nvPr/>
        </p:nvSpPr>
        <p:spPr>
          <a:xfrm>
            <a:off x="1594214" y="4819544"/>
            <a:ext cx="831178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Using s</a:t>
            </a:r>
            <a:r>
              <a:rPr lang="en-US" sz="2800" i="0" dirty="0">
                <a:solidFill>
                  <a:srgbClr val="002060"/>
                </a:solidFill>
                <a:latin typeface="+mj-lt"/>
              </a:rPr>
              <a:t>tep deviation method to find missing </a:t>
            </a:r>
            <a:r>
              <a:rPr lang="en-IN" sz="2800" i="0" dirty="0">
                <a:solidFill>
                  <a:srgbClr val="002060"/>
                </a:solidFill>
                <a:latin typeface="+mj-lt"/>
              </a:rPr>
              <a:t>frequencies 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ED2E31DA-D181-4337-97DA-BAD1E440F998}"/>
                  </a:ext>
                </a:extLst>
              </p:cNvPr>
              <p:cNvSpPr txBox="1"/>
              <p:nvPr/>
            </p:nvSpPr>
            <p:spPr>
              <a:xfrm>
                <a:off x="1594215" y="5458437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ED2E31DA-D181-4337-97DA-BAD1E440F9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5458437"/>
                <a:ext cx="3354319" cy="100957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045953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7" grpId="0"/>
      <p:bldP spid="18" grpId="0"/>
      <p:bldP spid="20" grpId="0"/>
      <p:bldP spid="21" grpId="0"/>
      <p:bldP spid="22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2F655E-59AE-68FE-0FC6-27A7682B6F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6ACE5A-5E7D-310F-FBDC-F86FAE320A0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4(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1A78E6AF-88B2-DA17-87BC-ADF511562F5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01144469"/>
                  </p:ext>
                </p:extLst>
              </p:nvPr>
            </p:nvGraphicFramePr>
            <p:xfrm>
              <a:off x="218664" y="831188"/>
              <a:ext cx="10525536" cy="4414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1096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974340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143002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  <a:gridCol w="1432560">
                      <a:extLst>
                        <a:ext uri="{9D8B030D-6E8A-4147-A177-3AD203B41FA5}">
                          <a16:colId xmlns:a16="http://schemas.microsoft.com/office/drawing/2014/main" val="84697575"/>
                        </a:ext>
                      </a:extLst>
                    </a:gridCol>
                    <a:gridCol w="3017520">
                      <a:extLst>
                        <a:ext uri="{9D8B030D-6E8A-4147-A177-3AD203B41FA5}">
                          <a16:colId xmlns:a16="http://schemas.microsoft.com/office/drawing/2014/main" val="2448003047"/>
                        </a:ext>
                      </a:extLst>
                    </a:gridCol>
                  </a:tblGrid>
                  <a:tr h="81598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1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1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46752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46852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108417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1A78E6AF-88B2-DA17-87BC-ADF511562F5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01144469"/>
                  </p:ext>
                </p:extLst>
              </p:nvPr>
            </p:nvGraphicFramePr>
            <p:xfrm>
              <a:off x="218664" y="831188"/>
              <a:ext cx="10525536" cy="4414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1096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974340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1430020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  <a:gridCol w="1432560">
                      <a:extLst>
                        <a:ext uri="{9D8B030D-6E8A-4147-A177-3AD203B41FA5}">
                          <a16:colId xmlns:a16="http://schemas.microsoft.com/office/drawing/2014/main" val="84697575"/>
                        </a:ext>
                      </a:extLst>
                    </a:gridCol>
                    <a:gridCol w="3017520">
                      <a:extLst>
                        <a:ext uri="{9D8B030D-6E8A-4147-A177-3AD203B41FA5}">
                          <a16:colId xmlns:a16="http://schemas.microsoft.com/office/drawing/2014/main" val="2448003047"/>
                        </a:ext>
                      </a:extLst>
                    </a:gridCol>
                  </a:tblGrid>
                  <a:tr h="81598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65" t="-1493" r="-531752" b="-4432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6237" t="-1493" r="-197955" b="-4432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26496" t="-1493" r="-313675" b="-4432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22881" t="-1493" r="-211017" b="-44328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49293" t="-1493" r="-606" b="-44328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029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108417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B75D7A40-B4A3-E9B8-3330-D78287D27833}"/>
                  </a:ext>
                </a:extLst>
              </p:cNvPr>
              <p:cNvSpPr/>
              <p:nvPr/>
            </p:nvSpPr>
            <p:spPr>
              <a:xfrm>
                <a:off x="274062" y="1700172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B75D7A40-B4A3-E9B8-3330-D78287D278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4062" y="1700172"/>
                <a:ext cx="1620000" cy="38937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1325D49E-7257-172A-BF39-AE7443625737}"/>
                  </a:ext>
                </a:extLst>
              </p:cNvPr>
              <p:cNvSpPr/>
              <p:nvPr/>
            </p:nvSpPr>
            <p:spPr>
              <a:xfrm>
                <a:off x="274062" y="2203797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1325D49E-7257-172A-BF39-AE74436257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4062" y="2203797"/>
                <a:ext cx="1620000" cy="38937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36A5F144-B4A3-E701-CE35-E7B9A75D4913}"/>
                  </a:ext>
                </a:extLst>
              </p:cNvPr>
              <p:cNvSpPr/>
              <p:nvPr/>
            </p:nvSpPr>
            <p:spPr>
              <a:xfrm>
                <a:off x="274062" y="2707422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36A5F144-B4A3-E701-CE35-E7B9A75D49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4062" y="2707422"/>
                <a:ext cx="1620000" cy="38937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4E0DDBF-36DF-7414-169D-FBBC654598D9}"/>
                  </a:ext>
                </a:extLst>
              </p:cNvPr>
              <p:cNvSpPr/>
              <p:nvPr/>
            </p:nvSpPr>
            <p:spPr>
              <a:xfrm>
                <a:off x="274062" y="3211047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4E0DDBF-36DF-7414-169D-FBBC654598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4062" y="3211047"/>
                <a:ext cx="1620000" cy="38937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FC486E7-A6F1-DBDC-15D6-66DF9CC80316}"/>
                  </a:ext>
                </a:extLst>
              </p:cNvPr>
              <p:cNvSpPr/>
              <p:nvPr/>
            </p:nvSpPr>
            <p:spPr>
              <a:xfrm>
                <a:off x="274062" y="3714672"/>
                <a:ext cx="16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FC486E7-A6F1-DBDC-15D6-66DF9CC803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4062" y="3714672"/>
                <a:ext cx="1620000" cy="3893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FC8DFDC-C2BD-B9AE-4B5E-1AD6A9F0E26E}"/>
                  </a:ext>
                </a:extLst>
              </p:cNvPr>
              <p:cNvSpPr/>
              <p:nvPr/>
            </p:nvSpPr>
            <p:spPr>
              <a:xfrm>
                <a:off x="2898217" y="170017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FC8DFDC-C2BD-B9AE-4B5E-1AD6A9F0E2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98217" y="1700172"/>
                <a:ext cx="687323" cy="38937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9E50858C-6996-1B26-58F7-141FAFCE1CF0}"/>
                  </a:ext>
                </a:extLst>
              </p:cNvPr>
              <p:cNvSpPr/>
              <p:nvPr/>
            </p:nvSpPr>
            <p:spPr>
              <a:xfrm>
                <a:off x="2898217" y="371467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9E50858C-6996-1B26-58F7-141FAFCE1C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98217" y="3714672"/>
                <a:ext cx="687323" cy="38937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AC15C9F6-0B08-8C2E-F53A-A4EFA32338B5}"/>
                  </a:ext>
                </a:extLst>
              </p:cNvPr>
              <p:cNvSpPr/>
              <p:nvPr/>
            </p:nvSpPr>
            <p:spPr>
              <a:xfrm>
                <a:off x="2898217" y="2203797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AC15C9F6-0B08-8C2E-F53A-A4EFA32338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98217" y="2203797"/>
                <a:ext cx="687323" cy="389373"/>
              </a:xfrm>
              <a:prstGeom prst="rect">
                <a:avLst/>
              </a:prstGeom>
              <a:blipFill>
                <a:blip r:embed="rId11"/>
                <a:stretch>
                  <a:fillRect b="-31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CD4F9E14-C073-EA87-5734-4A547B61D11C}"/>
                  </a:ext>
                </a:extLst>
              </p:cNvPr>
              <p:cNvSpPr/>
              <p:nvPr/>
            </p:nvSpPr>
            <p:spPr>
              <a:xfrm>
                <a:off x="2898217" y="270742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CD4F9E14-C073-EA87-5734-4A547B61D11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98217" y="2707422"/>
                <a:ext cx="687323" cy="38937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6CCBE663-22C7-5F8B-AD68-B15CF907A29B}"/>
                  </a:ext>
                </a:extLst>
              </p:cNvPr>
              <p:cNvSpPr/>
              <p:nvPr/>
            </p:nvSpPr>
            <p:spPr>
              <a:xfrm>
                <a:off x="2898217" y="3211047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6CCBE663-22C7-5F8B-AD68-B15CF907A29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98217" y="3211047"/>
                <a:ext cx="687323" cy="389373"/>
              </a:xfrm>
              <a:prstGeom prst="rect">
                <a:avLst/>
              </a:prstGeom>
              <a:blipFill>
                <a:blip r:embed="rId13"/>
                <a:stretch>
                  <a:fillRect b="-156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FC97B8F-291F-77E8-7365-070A2B0CC50A}"/>
                  </a:ext>
                </a:extLst>
              </p:cNvPr>
              <p:cNvSpPr/>
              <p:nvPr/>
            </p:nvSpPr>
            <p:spPr>
              <a:xfrm>
                <a:off x="5069347" y="1700172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FC97B8F-291F-77E8-7365-070A2B0CC5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9347" y="1700172"/>
                <a:ext cx="720000" cy="38937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E0DAB8E2-94CC-5D60-4FA6-6C5D41FAAD52}"/>
                  </a:ext>
                </a:extLst>
              </p:cNvPr>
              <p:cNvSpPr/>
              <p:nvPr/>
            </p:nvSpPr>
            <p:spPr>
              <a:xfrm>
                <a:off x="5069347" y="2203797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E0DAB8E2-94CC-5D60-4FA6-6C5D41FAAD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9347" y="2203797"/>
                <a:ext cx="720000" cy="389373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364F12D-131C-3D79-337F-5C0BA4DEAEDA}"/>
                  </a:ext>
                </a:extLst>
              </p:cNvPr>
              <p:cNvSpPr/>
              <p:nvPr/>
            </p:nvSpPr>
            <p:spPr>
              <a:xfrm>
                <a:off x="5069347" y="2707422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364F12D-131C-3D79-337F-5C0BA4DEAE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9347" y="2707422"/>
                <a:ext cx="720000" cy="389373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2A589AD4-5A84-CE1E-7185-106C588D972C}"/>
                  </a:ext>
                </a:extLst>
              </p:cNvPr>
              <p:cNvSpPr/>
              <p:nvPr/>
            </p:nvSpPr>
            <p:spPr>
              <a:xfrm>
                <a:off x="5069347" y="3211047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2A589AD4-5A84-CE1E-7185-106C588D972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9347" y="3211047"/>
                <a:ext cx="720000" cy="38937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3DD62ED-9E4E-4280-400F-4D77420D124C}"/>
                  </a:ext>
                </a:extLst>
              </p:cNvPr>
              <p:cNvSpPr/>
              <p:nvPr/>
            </p:nvSpPr>
            <p:spPr>
              <a:xfrm>
                <a:off x="5069347" y="3714672"/>
                <a:ext cx="720000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3DD62ED-9E4E-4280-400F-4D77420D12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9347" y="3714672"/>
                <a:ext cx="720000" cy="389373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1E2941E-9884-B874-7298-570A0EE2E1C2}"/>
                  </a:ext>
                </a:extLst>
              </p:cNvPr>
              <p:cNvSpPr/>
              <p:nvPr/>
            </p:nvSpPr>
            <p:spPr>
              <a:xfrm>
                <a:off x="6653325" y="170017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1E2941E-9884-B874-7298-570A0EE2E1C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53325" y="1700172"/>
                <a:ext cx="687323" cy="389373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EB3322F3-6087-F2DB-46A7-8D7F5DDCF68B}"/>
                  </a:ext>
                </a:extLst>
              </p:cNvPr>
              <p:cNvSpPr/>
              <p:nvPr/>
            </p:nvSpPr>
            <p:spPr>
              <a:xfrm>
                <a:off x="6653325" y="2203797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EB3322F3-6087-F2DB-46A7-8D7F5DDCF68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53325" y="2203797"/>
                <a:ext cx="687323" cy="389373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8A9C1805-FAB3-9249-607F-F379A0A608DC}"/>
                  </a:ext>
                </a:extLst>
              </p:cNvPr>
              <p:cNvSpPr/>
              <p:nvPr/>
            </p:nvSpPr>
            <p:spPr>
              <a:xfrm>
                <a:off x="6653325" y="270742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8A9C1805-FAB3-9249-607F-F379A0A608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53325" y="2707422"/>
                <a:ext cx="687323" cy="38937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39F1875-506E-09AB-DC60-3331340B0025}"/>
                  </a:ext>
                </a:extLst>
              </p:cNvPr>
              <p:cNvSpPr/>
              <p:nvPr/>
            </p:nvSpPr>
            <p:spPr>
              <a:xfrm>
                <a:off x="6653325" y="3211047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39F1875-506E-09AB-DC60-3331340B00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53325" y="3211047"/>
                <a:ext cx="687323" cy="389373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C351968E-24E8-E606-0BFB-2B5AFA1DBDE8}"/>
                  </a:ext>
                </a:extLst>
              </p:cNvPr>
              <p:cNvSpPr/>
              <p:nvPr/>
            </p:nvSpPr>
            <p:spPr>
              <a:xfrm>
                <a:off x="6653325" y="371467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C351968E-24E8-E606-0BFB-2B5AFA1DBDE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53325" y="3714672"/>
                <a:ext cx="687323" cy="38937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F6DFBEBC-C467-ABD8-4FDA-204A1EB3FC4B}"/>
                  </a:ext>
                </a:extLst>
              </p:cNvPr>
              <p:cNvSpPr/>
              <p:nvPr/>
            </p:nvSpPr>
            <p:spPr>
              <a:xfrm>
                <a:off x="8908611" y="170017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F6DFBEBC-C467-ABD8-4FDA-204A1EB3FC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08611" y="1700172"/>
                <a:ext cx="687323" cy="389373"/>
              </a:xfrm>
              <a:prstGeom prst="rect">
                <a:avLst/>
              </a:prstGeom>
              <a:blipFill>
                <a:blip r:embed="rId24"/>
                <a:stretch>
                  <a:fillRect r="-619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F0548D2F-4C28-3E30-2EFD-1CCD8FADEF0C}"/>
                  </a:ext>
                </a:extLst>
              </p:cNvPr>
              <p:cNvSpPr/>
              <p:nvPr/>
            </p:nvSpPr>
            <p:spPr>
              <a:xfrm>
                <a:off x="8908611" y="219497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F0548D2F-4C28-3E30-2EFD-1CCD8FADEF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08611" y="2194972"/>
                <a:ext cx="687323" cy="38937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507A56A-44DA-03F0-02C1-BE133B6E0E53}"/>
                  </a:ext>
                </a:extLst>
              </p:cNvPr>
              <p:cNvSpPr/>
              <p:nvPr/>
            </p:nvSpPr>
            <p:spPr>
              <a:xfrm>
                <a:off x="8908611" y="268977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507A56A-44DA-03F0-02C1-BE133B6E0E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08611" y="2689772"/>
                <a:ext cx="687323" cy="38937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F1CB9293-7C1F-8B54-BBE7-19DC3AC4D483}"/>
                  </a:ext>
                </a:extLst>
              </p:cNvPr>
              <p:cNvSpPr/>
              <p:nvPr/>
            </p:nvSpPr>
            <p:spPr>
              <a:xfrm>
                <a:off x="8716955" y="3184572"/>
                <a:ext cx="1070634" cy="42467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F1CB9293-7C1F-8B54-BBE7-19DC3AC4D4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16955" y="3184572"/>
                <a:ext cx="1070634" cy="424671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026D441-D047-3B48-28FD-1981A3B70E63}"/>
                  </a:ext>
                </a:extLst>
              </p:cNvPr>
              <p:cNvSpPr/>
              <p:nvPr/>
            </p:nvSpPr>
            <p:spPr>
              <a:xfrm>
                <a:off x="8908611" y="3714672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026D441-D047-3B48-28FD-1981A3B70E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08611" y="3714672"/>
                <a:ext cx="687323" cy="38937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9A95F863-22F4-4E52-6D29-811BBF7E9B7E}"/>
                  </a:ext>
                </a:extLst>
              </p:cNvPr>
              <p:cNvSpPr/>
              <p:nvPr/>
            </p:nvSpPr>
            <p:spPr>
              <a:xfrm>
                <a:off x="7710477" y="4322038"/>
                <a:ext cx="3083590" cy="7945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9A95F863-22F4-4E52-6D29-811BBF7E9B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10477" y="4322038"/>
                <a:ext cx="3083590" cy="794544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B6B78E2B-25A3-4878-DF0F-926778B97951}"/>
                  </a:ext>
                </a:extLst>
              </p:cNvPr>
              <p:cNvSpPr txBox="1"/>
              <p:nvPr/>
            </p:nvSpPr>
            <p:spPr>
              <a:xfrm>
                <a:off x="1894062" y="4190983"/>
                <a:ext cx="3083589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68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B6B78E2B-25A3-4878-DF0F-926778B979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94062" y="4190983"/>
                <a:ext cx="3083589" cy="1135696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C2278802-0DFC-6C71-EC86-F54387488CDC}"/>
                  </a:ext>
                </a:extLst>
              </p:cNvPr>
              <p:cNvSpPr/>
              <p:nvPr/>
            </p:nvSpPr>
            <p:spPr>
              <a:xfrm>
                <a:off x="5577433" y="2203797"/>
                <a:ext cx="687323" cy="38937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C2278802-0DFC-6C71-EC86-F54387488C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77433" y="2203797"/>
                <a:ext cx="687323" cy="389373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B7DBF708-FF25-44CF-9A1B-10D4F4BBA231}"/>
                  </a:ext>
                </a:extLst>
              </p:cNvPr>
              <p:cNvSpPr txBox="1"/>
              <p:nvPr/>
            </p:nvSpPr>
            <p:spPr>
              <a:xfrm>
                <a:off x="4256954" y="5655632"/>
                <a:ext cx="156046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B7DBF708-FF25-44CF-9A1B-10D4F4BBA2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56954" y="5655632"/>
                <a:ext cx="1560464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3969E44-134B-4B01-93DC-F83B95562117}"/>
                  </a:ext>
                </a:extLst>
              </p:cNvPr>
              <p:cNvSpPr txBox="1"/>
              <p:nvPr/>
            </p:nvSpPr>
            <p:spPr>
              <a:xfrm>
                <a:off x="5864905" y="5413617"/>
                <a:ext cx="2264162" cy="1135696"/>
              </a:xfrm>
              <a:prstGeom prst="rect">
                <a:avLst/>
              </a:prstGeom>
              <a:noFill/>
            </p:spPr>
            <p:txBody>
              <a:bodyPr wrap="square" anchor="b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3969E44-134B-4B01-93DC-F83B955621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4905" y="5413617"/>
                <a:ext cx="2264162" cy="1135696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0B0688A-B9B2-485C-8150-CF28E597B018}"/>
                  </a:ext>
                </a:extLst>
              </p:cNvPr>
              <p:cNvSpPr txBox="1"/>
              <p:nvPr/>
            </p:nvSpPr>
            <p:spPr>
              <a:xfrm>
                <a:off x="274062" y="5413617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A0B0688A-B9B2-485C-8150-CF28E597B0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4062" y="5413617"/>
                <a:ext cx="3354319" cy="1009572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FE25C9E8-A909-4B7A-B448-76AFFFAD53EC}"/>
                  </a:ext>
                </a:extLst>
              </p:cNvPr>
              <p:cNvSpPr/>
              <p:nvPr/>
            </p:nvSpPr>
            <p:spPr>
              <a:xfrm>
                <a:off x="8176554" y="5655632"/>
                <a:ext cx="2052095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FE25C9E8-A909-4B7A-B448-76AFFFAD53E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76554" y="5655632"/>
                <a:ext cx="2052095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8794788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22" grpId="0"/>
      <p:bldP spid="23" grpId="0"/>
      <p:bldP spid="25" grpId="0"/>
      <p:bldP spid="26" grpId="0"/>
      <p:bldP spid="28" grpId="0"/>
      <p:bldP spid="29" grpId="0"/>
      <p:bldP spid="30" grpId="0"/>
      <p:bldP spid="31" grpId="0"/>
      <p:bldP spid="33" grpId="0"/>
      <p:bldP spid="34" grpId="0"/>
      <p:bldP spid="35" grpId="0"/>
      <p:bldP spid="36" grpId="0"/>
      <p:bldP spid="37" grpId="0"/>
      <p:bldP spid="38" grpId="0"/>
      <p:bldP spid="3" grpId="0"/>
      <p:bldP spid="32" grpId="0"/>
      <p:bldP spid="42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4(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334AB55-1200-4E0B-BADB-E8F2A087E289}"/>
                  </a:ext>
                </a:extLst>
              </p:cNvPr>
              <p:cNvSpPr txBox="1"/>
              <p:nvPr/>
            </p:nvSpPr>
            <p:spPr>
              <a:xfrm>
                <a:off x="294554" y="953216"/>
                <a:ext cx="1560464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334AB55-1200-4E0B-BADB-E8F2A087E2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554" y="953216"/>
                <a:ext cx="156046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EFFA822-2BFB-4ECD-A0DA-61A7F55CDC69}"/>
                  </a:ext>
                </a:extLst>
              </p:cNvPr>
              <p:cNvSpPr txBox="1"/>
              <p:nvPr/>
            </p:nvSpPr>
            <p:spPr>
              <a:xfrm>
                <a:off x="1851284" y="711201"/>
                <a:ext cx="2264162" cy="1135696"/>
              </a:xfrm>
              <a:prstGeom prst="rect">
                <a:avLst/>
              </a:prstGeom>
              <a:noFill/>
            </p:spPr>
            <p:txBody>
              <a:bodyPr wrap="square" anchor="b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uFill>
                                    <a:solidFill>
                                      <a:srgbClr val="0070C0"/>
                                    </a:solidFill>
                                  </a:u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EFFA822-2BFB-4ECD-A0DA-61A7F55CDC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51284" y="711201"/>
                <a:ext cx="2264162" cy="113569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8FA9D2BA-EDD5-4022-BBD0-90B56242CB98}"/>
                  </a:ext>
                </a:extLst>
              </p:cNvPr>
              <p:cNvSpPr/>
              <p:nvPr/>
            </p:nvSpPr>
            <p:spPr>
              <a:xfrm>
                <a:off x="4115446" y="953216"/>
                <a:ext cx="127418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8FA9D2BA-EDD5-4022-BBD0-90B56242CB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15446" y="953216"/>
                <a:ext cx="1274189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E1F4C922-842D-4079-ADCC-2BD6A60D219D}"/>
                  </a:ext>
                </a:extLst>
              </p:cNvPr>
              <p:cNvSpPr/>
              <p:nvPr/>
            </p:nvSpPr>
            <p:spPr>
              <a:xfrm>
                <a:off x="8930242" y="881777"/>
                <a:ext cx="3083590" cy="794544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E1F4C922-842D-4079-ADCC-2BD6A60D219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30242" y="881777"/>
                <a:ext cx="3083590" cy="79454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936445A-35F0-4FBF-926D-BB0BFF140928}"/>
                  </a:ext>
                </a:extLst>
              </p:cNvPr>
              <p:cNvSpPr txBox="1"/>
              <p:nvPr/>
            </p:nvSpPr>
            <p:spPr>
              <a:xfrm>
                <a:off x="5618144" y="711201"/>
                <a:ext cx="3083589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68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936445A-35F0-4FBF-926D-BB0BFF1409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18144" y="711201"/>
                <a:ext cx="3083589" cy="113569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82750BF-516C-4CFF-96A5-EAF869F4773C}"/>
                  </a:ext>
                </a:extLst>
              </p:cNvPr>
              <p:cNvSpPr txBox="1"/>
              <p:nvPr/>
            </p:nvSpPr>
            <p:spPr>
              <a:xfrm>
                <a:off x="551242" y="1774888"/>
                <a:ext cx="3354319" cy="10095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u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82750BF-516C-4CFF-96A5-EAF869F477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242" y="1774888"/>
                <a:ext cx="3354319" cy="100957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4CDDEC1E-6D60-48F7-822B-3B6CE75580B2}"/>
              </a:ext>
            </a:extLst>
          </p:cNvPr>
          <p:cNvSpPr/>
          <p:nvPr/>
        </p:nvSpPr>
        <p:spPr>
          <a:xfrm>
            <a:off x="1851285" y="800100"/>
            <a:ext cx="1958716" cy="87622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id="{A7D195E6-9DB8-40CE-8CD1-AD4742C5F46A}"/>
              </a:ext>
            </a:extLst>
          </p:cNvPr>
          <p:cNvSpPr/>
          <p:nvPr/>
        </p:nvSpPr>
        <p:spPr>
          <a:xfrm>
            <a:off x="5618144" y="800100"/>
            <a:ext cx="2961976" cy="876221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72EE18E-6614-4EB0-8D02-680AFD0FE845}"/>
                  </a:ext>
                </a:extLst>
              </p:cNvPr>
              <p:cNvSpPr txBox="1"/>
              <p:nvPr/>
            </p:nvSpPr>
            <p:spPr>
              <a:xfrm>
                <a:off x="6814875" y="2514584"/>
                <a:ext cx="291070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00</m:t>
                      </m:r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68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72EE18E-6614-4EB0-8D02-680AFD0FE8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14875" y="2514584"/>
                <a:ext cx="2910706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TextBox 35">
            <a:extLst>
              <a:ext uri="{FF2B5EF4-FFF2-40B4-BE49-F238E27FC236}">
                <a16:creationId xmlns:a16="http://schemas.microsoft.com/office/drawing/2014/main" id="{FFFF0987-C8C0-41A4-B6BC-B83A053E568B}"/>
              </a:ext>
            </a:extLst>
          </p:cNvPr>
          <p:cNvSpPr txBox="1"/>
          <p:nvPr/>
        </p:nvSpPr>
        <p:spPr>
          <a:xfrm>
            <a:off x="6329501" y="1948826"/>
            <a:ext cx="90649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Now,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A56347F0-1301-482A-9706-48DE6DF7BEE5}"/>
                  </a:ext>
                </a:extLst>
              </p:cNvPr>
              <p:cNvSpPr txBox="1"/>
              <p:nvPr/>
            </p:nvSpPr>
            <p:spPr>
              <a:xfrm>
                <a:off x="6329501" y="311153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A56347F0-1301-482A-9706-48DE6DF7BE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29501" y="3111538"/>
                <a:ext cx="50623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2315642-C8AE-49C2-97A1-E2E856C09D7A}"/>
                  </a:ext>
                </a:extLst>
              </p:cNvPr>
              <p:cNvSpPr txBox="1"/>
              <p:nvPr/>
            </p:nvSpPr>
            <p:spPr>
              <a:xfrm>
                <a:off x="6824572" y="3111538"/>
                <a:ext cx="213153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2315642-C8AE-49C2-97A1-E2E856C09D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4572" y="3111538"/>
                <a:ext cx="213153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38F130FB-36A8-4141-9534-10E7D5CAA9F5}"/>
              </a:ext>
            </a:extLst>
          </p:cNvPr>
          <p:cNvCxnSpPr>
            <a:cxnSpLocks/>
          </p:cNvCxnSpPr>
          <p:nvPr/>
        </p:nvCxnSpPr>
        <p:spPr>
          <a:xfrm>
            <a:off x="6096000" y="1846897"/>
            <a:ext cx="0" cy="467565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04D09F6-7976-4C64-A099-795666C9C390}"/>
                  </a:ext>
                </a:extLst>
              </p:cNvPr>
              <p:cNvSpPr txBox="1"/>
              <p:nvPr/>
            </p:nvSpPr>
            <p:spPr>
              <a:xfrm>
                <a:off x="551242" y="2925683"/>
                <a:ext cx="4584638" cy="9114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50</m:t>
                      </m: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30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72+2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04D09F6-7976-4C64-A099-795666C9C3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242" y="2925683"/>
                <a:ext cx="4584638" cy="911468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D4AA345F-0229-4D2A-BA60-12D78BA7483B}"/>
                  </a:ext>
                </a:extLst>
              </p:cNvPr>
              <p:cNvSpPr txBox="1"/>
              <p:nvPr/>
            </p:nvSpPr>
            <p:spPr>
              <a:xfrm>
                <a:off x="72861" y="311980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D4AA345F-0229-4D2A-BA60-12D78BA748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61" y="3119807"/>
                <a:ext cx="50623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7D3BCF46-FB3B-4A74-BA2A-32EFEEA1ED66}"/>
                  </a:ext>
                </a:extLst>
              </p:cNvPr>
              <p:cNvSpPr txBox="1"/>
              <p:nvPr/>
            </p:nvSpPr>
            <p:spPr>
              <a:xfrm>
                <a:off x="551243" y="4229424"/>
                <a:ext cx="15137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50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7D3BCF46-FB3B-4A74-BA2A-32EFEEA1ED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243" y="4229424"/>
                <a:ext cx="1513746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3619FCB7-D48C-4E14-B5CC-F6387BAB8094}"/>
                  </a:ext>
                </a:extLst>
              </p:cNvPr>
              <p:cNvSpPr txBox="1"/>
              <p:nvPr/>
            </p:nvSpPr>
            <p:spPr>
              <a:xfrm>
                <a:off x="72861" y="423296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3619FCB7-D48C-4E14-B5CC-F6387BAB80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61" y="4232969"/>
                <a:ext cx="50623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765A8B15-CC4D-4BB3-917E-762A350CB117}"/>
                  </a:ext>
                </a:extLst>
              </p:cNvPr>
              <p:cNvSpPr txBox="1"/>
              <p:nvPr/>
            </p:nvSpPr>
            <p:spPr>
              <a:xfrm>
                <a:off x="1905576" y="4034153"/>
                <a:ext cx="2209870" cy="9114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72+2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765A8B15-CC4D-4BB3-917E-762A350CB1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576" y="4034153"/>
                <a:ext cx="2209870" cy="911468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9A74F3C-6E44-4790-A4BE-9E5A694433B9}"/>
                  </a:ext>
                </a:extLst>
              </p:cNvPr>
              <p:cNvSpPr txBox="1"/>
              <p:nvPr/>
            </p:nvSpPr>
            <p:spPr>
              <a:xfrm>
                <a:off x="837568" y="5071249"/>
                <a:ext cx="106800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⋅5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9A74F3C-6E44-4790-A4BE-9E5A694433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7568" y="5071249"/>
                <a:ext cx="106800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F8234317-705D-41F7-B793-0E036263073C}"/>
                  </a:ext>
                </a:extLst>
              </p:cNvPr>
              <p:cNvSpPr txBox="1"/>
              <p:nvPr/>
            </p:nvSpPr>
            <p:spPr>
              <a:xfrm>
                <a:off x="72861" y="507479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F8234317-705D-41F7-B793-0E03626307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61" y="5074794"/>
                <a:ext cx="506235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28107560-6908-4937-8ACA-195D4842B787}"/>
                  </a:ext>
                </a:extLst>
              </p:cNvPr>
              <p:cNvSpPr txBox="1"/>
              <p:nvPr/>
            </p:nvSpPr>
            <p:spPr>
              <a:xfrm>
                <a:off x="1905575" y="5062915"/>
                <a:ext cx="19999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72+2</m:t>
                      </m:r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28107560-6908-4937-8ACA-195D4842B7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575" y="5062915"/>
                <a:ext cx="1999986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3EFCBA37-2A4B-4C5B-9E03-E4AA0B5A91EA}"/>
                  </a:ext>
                </a:extLst>
              </p:cNvPr>
              <p:cNvSpPr txBox="1"/>
              <p:nvPr/>
            </p:nvSpPr>
            <p:spPr>
              <a:xfrm>
                <a:off x="1422348" y="5805596"/>
                <a:ext cx="67119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f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3EFCBA37-2A4B-4C5B-9E03-E4AA0B5A91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22348" y="5805596"/>
                <a:ext cx="671192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6B3CF4B0-1248-4098-B5AA-C8336A850F56}"/>
                  </a:ext>
                </a:extLst>
              </p:cNvPr>
              <p:cNvSpPr txBox="1"/>
              <p:nvPr/>
            </p:nvSpPr>
            <p:spPr>
              <a:xfrm>
                <a:off x="72861" y="580559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6B3CF4B0-1248-4098-B5AA-C8336A850F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61" y="5805596"/>
                <a:ext cx="506235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701F3D8A-A333-4220-A083-6F97A10AFC24}"/>
                  </a:ext>
                </a:extLst>
              </p:cNvPr>
              <p:cNvSpPr txBox="1"/>
              <p:nvPr/>
            </p:nvSpPr>
            <p:spPr>
              <a:xfrm>
                <a:off x="1905575" y="5602803"/>
                <a:ext cx="1282800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28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701F3D8A-A333-4220-A083-6F97A10AFC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575" y="5602803"/>
                <a:ext cx="1282800" cy="898964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DD8EDAD6-0774-4588-A165-5D8310B34020}"/>
                  </a:ext>
                </a:extLst>
              </p:cNvPr>
              <p:cNvSpPr txBox="1"/>
              <p:nvPr/>
            </p:nvSpPr>
            <p:spPr>
              <a:xfrm>
                <a:off x="6329501" y="3751030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DD8EDAD6-0774-4588-A165-5D8310B340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29501" y="3751030"/>
                <a:ext cx="506235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D616DFF-1C3E-4212-9D9A-AABF54A6A1B3}"/>
                  </a:ext>
                </a:extLst>
              </p:cNvPr>
              <p:cNvSpPr txBox="1"/>
              <p:nvPr/>
            </p:nvSpPr>
            <p:spPr>
              <a:xfrm>
                <a:off x="6824572" y="3751030"/>
                <a:ext cx="21315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=32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D616DFF-1C3E-4212-9D9A-AABF54A6A1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4572" y="3751030"/>
                <a:ext cx="2131531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4F586A9-7448-4446-93EB-776026AD8271}"/>
                  </a:ext>
                </a:extLst>
              </p:cNvPr>
              <p:cNvSpPr txBox="1"/>
              <p:nvPr/>
            </p:nvSpPr>
            <p:spPr>
              <a:xfrm>
                <a:off x="6329501" y="438182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4F586A9-7448-4446-93EB-776026AD82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29501" y="4381824"/>
                <a:ext cx="506235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6F9B0A1-DC15-49C7-804B-01E1DB6F7A0B}"/>
                  </a:ext>
                </a:extLst>
              </p:cNvPr>
              <p:cNvSpPr txBox="1"/>
              <p:nvPr/>
            </p:nvSpPr>
            <p:spPr>
              <a:xfrm>
                <a:off x="6824572" y="4381824"/>
                <a:ext cx="21315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6F9B0A1-DC15-49C7-804B-01E1DB6F7A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4572" y="4381824"/>
                <a:ext cx="2131531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C616FB22-BB63-4C62-9C80-9EFF257BC985}"/>
                  </a:ext>
                </a:extLst>
              </p:cNvPr>
              <p:cNvSpPr txBox="1"/>
              <p:nvPr/>
            </p:nvSpPr>
            <p:spPr>
              <a:xfrm>
                <a:off x="2983365" y="5805596"/>
                <a:ext cx="19999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C616FB22-BB63-4C62-9C80-9EFF257BC9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3365" y="5805596"/>
                <a:ext cx="1999986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7068293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9" grpId="1" animBg="1"/>
      <p:bldP spid="9" grpId="2" animBg="1"/>
      <p:bldP spid="9" grpId="3" animBg="1"/>
      <p:bldP spid="34" grpId="0" animBg="1"/>
      <p:bldP spid="34" grpId="1" animBg="1"/>
      <p:bldP spid="35" grpId="0"/>
      <p:bldP spid="36" grpId="0"/>
      <p:bldP spid="38" grpId="0"/>
      <p:bldP spid="40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60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DA3AC8-4BD4-9D85-3976-721ECB0E7E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CFCA8161-64F3-580D-773A-5A8E2DE1045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95507"/>
                <a:ext cx="11930400" cy="1620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US" dirty="0"/>
                  <a:t>A co-operative bank has two branches employing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70</m:t>
                    </m:r>
                  </m:oMath>
                </a14:m>
                <a:r>
                  <a:rPr lang="en-US" dirty="0"/>
                  <a:t> workers respectively. The average salaries paid by two respective branches are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360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390</m:t>
                    </m:r>
                  </m:oMath>
                </a14:m>
                <a:r>
                  <a:rPr lang="en-US" dirty="0"/>
                  <a:t> rupees per month. Calculate the mean of the salaries of all the employees.</a:t>
                </a:r>
                <a:endParaRPr lang="en-IN" dirty="0"/>
              </a:p>
              <a:p>
                <a:pPr>
                  <a:lnSpc>
                    <a:spcPct val="120000"/>
                  </a:lnSpc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CFCA8161-64F3-580D-773A-5A8E2DE104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95507"/>
                <a:ext cx="11930400" cy="1620000"/>
              </a:xfrm>
              <a:prstGeom prst="rect">
                <a:avLst/>
              </a:prstGeom>
              <a:blipFill>
                <a:blip r:embed="rId3"/>
                <a:stretch>
                  <a:fillRect l="-1073" t="-1128" r="-1022" b="-864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A4FD4198-8BBB-9E5D-58A1-FD8F540B19D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5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12BC6AA7-67B2-CCEB-01F9-B0282DD49BD3}"/>
              </a:ext>
            </a:extLst>
          </p:cNvPr>
          <p:cNvSpPr txBox="1">
            <a:spLocks/>
          </p:cNvSpPr>
          <p:nvPr/>
        </p:nvSpPr>
        <p:spPr>
          <a:xfrm>
            <a:off x="131176" y="269981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049B394-8ED5-44F4-D28C-B604087B526A}"/>
              </a:ext>
            </a:extLst>
          </p:cNvPr>
          <p:cNvSpPr txBox="1"/>
          <p:nvPr/>
        </p:nvSpPr>
        <p:spPr>
          <a:xfrm>
            <a:off x="1594216" y="2699813"/>
            <a:ext cx="18311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Branch 1: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BDEC108-5FF1-5D6A-2F11-8119EF3ECA94}"/>
              </a:ext>
            </a:extLst>
          </p:cNvPr>
          <p:cNvSpPr txBox="1"/>
          <p:nvPr/>
        </p:nvSpPr>
        <p:spPr>
          <a:xfrm>
            <a:off x="1594217" y="3294836"/>
            <a:ext cx="226340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N</a:t>
            </a:r>
            <a:r>
              <a:rPr lang="en-US" sz="2800" b="0" dirty="0">
                <a:solidFill>
                  <a:srgbClr val="002060"/>
                </a:solidFill>
                <a:latin typeface="+mj-lt"/>
              </a:rPr>
              <a:t>o. of </a:t>
            </a:r>
            <a:r>
              <a:rPr lang="en-IN" sz="2800" b="0" dirty="0">
                <a:solidFill>
                  <a:srgbClr val="002060"/>
                </a:solidFill>
                <a:latin typeface="+mj-lt"/>
              </a:rPr>
              <a:t>workers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4E986A5-CD87-8129-F17D-7E25535BCA9F}"/>
              </a:ext>
            </a:extLst>
          </p:cNvPr>
          <p:cNvSpPr txBox="1"/>
          <p:nvPr/>
        </p:nvSpPr>
        <p:spPr>
          <a:xfrm>
            <a:off x="1594217" y="3889860"/>
            <a:ext cx="238940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A</a:t>
            </a:r>
            <a:r>
              <a:rPr lang="en-US" sz="2800" b="0" i="0" dirty="0">
                <a:solidFill>
                  <a:srgbClr val="002060"/>
                </a:solidFill>
                <a:latin typeface="+mj-lt"/>
              </a:rPr>
              <a:t>verage salary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9B4BAB0-A110-1FE3-9AAA-FD5C4CA7797C}"/>
              </a:ext>
            </a:extLst>
          </p:cNvPr>
          <p:cNvSpPr txBox="1"/>
          <p:nvPr/>
        </p:nvSpPr>
        <p:spPr>
          <a:xfrm>
            <a:off x="1594216" y="4842440"/>
            <a:ext cx="43856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Total salary paid by branch 1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9F7A0FA-36DB-41DD-A8AD-86201EF07BDC}"/>
                  </a:ext>
                </a:extLst>
              </p:cNvPr>
              <p:cNvSpPr txBox="1"/>
              <p:nvPr/>
            </p:nvSpPr>
            <p:spPr>
              <a:xfrm>
                <a:off x="3983622" y="3294836"/>
                <a:ext cx="13106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9F7A0FA-36DB-41DD-A8AD-86201EF07B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3622" y="3294836"/>
                <a:ext cx="1310639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6DEDC69-158B-4EFC-BCEA-4679F2C171E4}"/>
                  </a:ext>
                </a:extLst>
              </p:cNvPr>
              <p:cNvSpPr txBox="1"/>
              <p:nvPr/>
            </p:nvSpPr>
            <p:spPr>
              <a:xfrm>
                <a:off x="3983622" y="3889860"/>
                <a:ext cx="18456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6DEDC69-158B-4EFC-BCEA-4679F2C171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3622" y="3889860"/>
                <a:ext cx="1845678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B063AC1-801F-4CA9-BDB6-FEEE3CB786F5}"/>
                  </a:ext>
                </a:extLst>
              </p:cNvPr>
              <p:cNvSpPr txBox="1"/>
              <p:nvPr/>
            </p:nvSpPr>
            <p:spPr>
              <a:xfrm>
                <a:off x="1594216" y="5479629"/>
                <a:ext cx="26795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f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⋅</m:t>
                      </m:r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50⋅</m:t>
                      </m:r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B063AC1-801F-4CA9-BDB6-FEEE3CB786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479629"/>
                <a:ext cx="267952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0B3D38B8-8CC1-43FB-A267-E643AF2ED416}"/>
                  </a:ext>
                </a:extLst>
              </p:cNvPr>
              <p:cNvSpPr txBox="1"/>
              <p:nvPr/>
            </p:nvSpPr>
            <p:spPr>
              <a:xfrm>
                <a:off x="2373624" y="6125464"/>
                <a:ext cx="16490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0B3D38B8-8CC1-43FB-A267-E643AF2ED4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3624" y="6125464"/>
                <a:ext cx="164901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0FFF6829-12E0-4E42-BBAA-89BCE06B62D8}"/>
              </a:ext>
            </a:extLst>
          </p:cNvPr>
          <p:cNvSpPr txBox="1"/>
          <p:nvPr/>
        </p:nvSpPr>
        <p:spPr>
          <a:xfrm>
            <a:off x="6503222" y="2699813"/>
            <a:ext cx="18311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Branch 2: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8BD97DD-DCAF-43E4-A3CE-9B4FECCC8C66}"/>
              </a:ext>
            </a:extLst>
          </p:cNvPr>
          <p:cNvSpPr txBox="1"/>
          <p:nvPr/>
        </p:nvSpPr>
        <p:spPr>
          <a:xfrm>
            <a:off x="6503223" y="3294836"/>
            <a:ext cx="226340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N</a:t>
            </a:r>
            <a:r>
              <a:rPr lang="en-US" sz="2800" b="0" dirty="0">
                <a:solidFill>
                  <a:srgbClr val="002060"/>
                </a:solidFill>
                <a:latin typeface="+mj-lt"/>
              </a:rPr>
              <a:t>o. of </a:t>
            </a:r>
            <a:r>
              <a:rPr lang="en-IN" sz="2800" b="0" dirty="0">
                <a:solidFill>
                  <a:srgbClr val="002060"/>
                </a:solidFill>
                <a:latin typeface="+mj-lt"/>
              </a:rPr>
              <a:t>workers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9B99D7D-1E6E-4C9F-BA1F-4A92DA43ECDF}"/>
              </a:ext>
            </a:extLst>
          </p:cNvPr>
          <p:cNvSpPr txBox="1"/>
          <p:nvPr/>
        </p:nvSpPr>
        <p:spPr>
          <a:xfrm>
            <a:off x="6503223" y="3889860"/>
            <a:ext cx="238940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A</a:t>
            </a:r>
            <a:r>
              <a:rPr lang="en-US" sz="2800" b="0" i="0" dirty="0">
                <a:solidFill>
                  <a:srgbClr val="002060"/>
                </a:solidFill>
                <a:latin typeface="+mj-lt"/>
              </a:rPr>
              <a:t>verage salary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7911CA5-F0FD-44CC-A2FE-4980AADEFE28}"/>
              </a:ext>
            </a:extLst>
          </p:cNvPr>
          <p:cNvSpPr txBox="1"/>
          <p:nvPr/>
        </p:nvSpPr>
        <p:spPr>
          <a:xfrm>
            <a:off x="6503222" y="4842440"/>
            <a:ext cx="43856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Total salary paid by branch 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C5DC7EC-E0BB-43B8-8959-DF3816B465D1}"/>
                  </a:ext>
                </a:extLst>
              </p:cNvPr>
              <p:cNvSpPr txBox="1"/>
              <p:nvPr/>
            </p:nvSpPr>
            <p:spPr>
              <a:xfrm>
                <a:off x="8892628" y="3294836"/>
                <a:ext cx="13106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g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C5DC7EC-E0BB-43B8-8959-DF3816B465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2628" y="3294836"/>
                <a:ext cx="1310639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BAE39CF-6304-4C3A-85BC-4DFE2B8C9F9D}"/>
                  </a:ext>
                </a:extLst>
              </p:cNvPr>
              <p:cNvSpPr txBox="1"/>
              <p:nvPr/>
            </p:nvSpPr>
            <p:spPr>
              <a:xfrm>
                <a:off x="8892628" y="3889860"/>
                <a:ext cx="18456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y</m:t>
                          </m:r>
                        </m:e>
                      </m:ba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BAE39CF-6304-4C3A-85BC-4DFE2B8C9F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2628" y="3889860"/>
                <a:ext cx="1845678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69EEF4F-7A02-4ABF-ABAC-28D51B49CF26}"/>
                  </a:ext>
                </a:extLst>
              </p:cNvPr>
              <p:cNvSpPr txBox="1"/>
              <p:nvPr/>
            </p:nvSpPr>
            <p:spPr>
              <a:xfrm>
                <a:off x="6503222" y="5479629"/>
                <a:ext cx="26795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g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⋅</m:t>
                      </m:r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y</m:t>
                          </m:r>
                        </m:e>
                      </m:ba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 </m:t>
                      </m:r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70⋅</m:t>
                      </m:r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  <m: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69EEF4F-7A02-4ABF-ABAC-28D51B49CF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03222" y="5479629"/>
                <a:ext cx="2679526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B432F61-B008-421A-BF6E-498E77C9519C}"/>
                  </a:ext>
                </a:extLst>
              </p:cNvPr>
              <p:cNvSpPr txBox="1"/>
              <p:nvPr/>
            </p:nvSpPr>
            <p:spPr>
              <a:xfrm>
                <a:off x="7282630" y="6125464"/>
                <a:ext cx="16490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27300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B432F61-B008-421A-BF6E-498E77C951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2630" y="6125464"/>
                <a:ext cx="1649012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7001662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8" grpId="0"/>
      <p:bldP spid="20" grpId="0"/>
      <p:bldP spid="21" grpId="0"/>
      <p:bldP spid="22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23" grpId="0"/>
      <p:bldP spid="24" grpId="0"/>
      <p:bldP spid="25" grpId="0"/>
      <p:bldP spid="26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03BFFB-FBFA-7F94-FB3A-76B5E32C26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AA2471C-3955-C354-9BBC-DB45FAD1797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2.1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531F795-D036-4BA5-AF06-7111ED6FAA54}"/>
              </a:ext>
            </a:extLst>
          </p:cNvPr>
          <p:cNvSpPr txBox="1"/>
          <p:nvPr/>
        </p:nvSpPr>
        <p:spPr>
          <a:xfrm>
            <a:off x="334921" y="833816"/>
            <a:ext cx="18311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Branch 1: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428E3B0-E46C-43D3-B3A2-E1B3C50E5675}"/>
              </a:ext>
            </a:extLst>
          </p:cNvPr>
          <p:cNvSpPr txBox="1"/>
          <p:nvPr/>
        </p:nvSpPr>
        <p:spPr>
          <a:xfrm>
            <a:off x="327301" y="1392968"/>
            <a:ext cx="226340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N</a:t>
            </a:r>
            <a:r>
              <a:rPr lang="en-US" sz="2800" b="0" dirty="0">
                <a:solidFill>
                  <a:srgbClr val="002060"/>
                </a:solidFill>
                <a:latin typeface="+mj-lt"/>
              </a:rPr>
              <a:t>o. of </a:t>
            </a:r>
            <a:r>
              <a:rPr lang="en-IN" sz="2800" b="0" dirty="0">
                <a:solidFill>
                  <a:srgbClr val="002060"/>
                </a:solidFill>
                <a:latin typeface="+mj-lt"/>
              </a:rPr>
              <a:t>workers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CBD1B8A-A2BC-4121-904B-44DA184ABF23}"/>
              </a:ext>
            </a:extLst>
          </p:cNvPr>
          <p:cNvSpPr txBox="1"/>
          <p:nvPr/>
        </p:nvSpPr>
        <p:spPr>
          <a:xfrm>
            <a:off x="334922" y="2761552"/>
            <a:ext cx="302350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Total no. of workers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ADF0E6C-5AF7-46E9-9AA0-C98D700A9BF5}"/>
              </a:ext>
            </a:extLst>
          </p:cNvPr>
          <p:cNvSpPr txBox="1"/>
          <p:nvPr/>
        </p:nvSpPr>
        <p:spPr>
          <a:xfrm>
            <a:off x="327301" y="1921245"/>
            <a:ext cx="43856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Total salary paid by branch 1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3E0198AA-DD06-493C-BE58-0DB052A773C5}"/>
                  </a:ext>
                </a:extLst>
              </p:cNvPr>
              <p:cNvSpPr txBox="1"/>
              <p:nvPr/>
            </p:nvSpPr>
            <p:spPr>
              <a:xfrm>
                <a:off x="2716706" y="1392968"/>
                <a:ext cx="13106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3E0198AA-DD06-493C-BE58-0DB052A773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16706" y="1392968"/>
                <a:ext cx="1310639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970CC32-61DE-4B8D-B2BA-3433B433C191}"/>
                  </a:ext>
                </a:extLst>
              </p:cNvPr>
              <p:cNvSpPr txBox="1"/>
              <p:nvPr/>
            </p:nvSpPr>
            <p:spPr>
              <a:xfrm>
                <a:off x="3294741" y="2761552"/>
                <a:ext cx="12981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970CC32-61DE-4B8D-B2BA-3433B433C1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94741" y="2761552"/>
                <a:ext cx="129812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352D95D1-6109-457D-B21F-25689FCD9D48}"/>
                  </a:ext>
                </a:extLst>
              </p:cNvPr>
              <p:cNvSpPr txBox="1"/>
              <p:nvPr/>
            </p:nvSpPr>
            <p:spPr>
              <a:xfrm>
                <a:off x="4398691" y="1921245"/>
                <a:ext cx="16490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352D95D1-6109-457D-B21F-25689FCD9D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98691" y="1921245"/>
                <a:ext cx="1649012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TextBox 38">
            <a:extLst>
              <a:ext uri="{FF2B5EF4-FFF2-40B4-BE49-F238E27FC236}">
                <a16:creationId xmlns:a16="http://schemas.microsoft.com/office/drawing/2014/main" id="{BAF9976D-A34A-455B-9704-A43CA8D11C23}"/>
              </a:ext>
            </a:extLst>
          </p:cNvPr>
          <p:cNvSpPr txBox="1"/>
          <p:nvPr/>
        </p:nvSpPr>
        <p:spPr>
          <a:xfrm>
            <a:off x="6362969" y="738591"/>
            <a:ext cx="18311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  <a:latin typeface="+mj-lt"/>
              </a:rPr>
              <a:t>Branch 2:</a:t>
            </a:r>
            <a:endParaRPr lang="en-IN" sz="2800" b="1" dirty="0">
              <a:solidFill>
                <a:srgbClr val="002060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14DFF6AF-EBD8-4042-A532-CF02D6690A71}"/>
              </a:ext>
            </a:extLst>
          </p:cNvPr>
          <p:cNvSpPr txBox="1"/>
          <p:nvPr/>
        </p:nvSpPr>
        <p:spPr>
          <a:xfrm>
            <a:off x="6362969" y="1362380"/>
            <a:ext cx="226340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N</a:t>
            </a:r>
            <a:r>
              <a:rPr lang="en-US" sz="2800" b="0" dirty="0">
                <a:solidFill>
                  <a:srgbClr val="002060"/>
                </a:solidFill>
                <a:latin typeface="+mj-lt"/>
              </a:rPr>
              <a:t>o. of </a:t>
            </a:r>
            <a:r>
              <a:rPr lang="en-IN" sz="2800" b="0" dirty="0">
                <a:solidFill>
                  <a:srgbClr val="002060"/>
                </a:solidFill>
                <a:latin typeface="+mj-lt"/>
              </a:rPr>
              <a:t>workers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241E00F-BF05-4CBB-B983-2BF28AD830A5}"/>
              </a:ext>
            </a:extLst>
          </p:cNvPr>
          <p:cNvSpPr txBox="1"/>
          <p:nvPr/>
        </p:nvSpPr>
        <p:spPr>
          <a:xfrm>
            <a:off x="6362969" y="1919644"/>
            <a:ext cx="43856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Total salary paid by branch 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FB1E7A6-864C-4595-BAD3-9A0E27EC543E}"/>
                  </a:ext>
                </a:extLst>
              </p:cNvPr>
              <p:cNvSpPr txBox="1"/>
              <p:nvPr/>
            </p:nvSpPr>
            <p:spPr>
              <a:xfrm>
                <a:off x="8752374" y="1362380"/>
                <a:ext cx="13106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g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FB1E7A6-864C-4595-BAD3-9A0E27EC54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52374" y="1362380"/>
                <a:ext cx="131063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62473D1-C70E-46AF-86A1-621E23354B5C}"/>
                  </a:ext>
                </a:extLst>
              </p:cNvPr>
              <p:cNvSpPr txBox="1"/>
              <p:nvPr/>
            </p:nvSpPr>
            <p:spPr>
              <a:xfrm>
                <a:off x="10434359" y="1921245"/>
                <a:ext cx="16490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27300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62473D1-C70E-46AF-86A1-621E23354B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34359" y="1921245"/>
                <a:ext cx="1649012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7" name="TextBox 46">
            <a:extLst>
              <a:ext uri="{FF2B5EF4-FFF2-40B4-BE49-F238E27FC236}">
                <a16:creationId xmlns:a16="http://schemas.microsoft.com/office/drawing/2014/main" id="{A645A8BD-2E1B-40CE-B37A-54CF109B2E7A}"/>
              </a:ext>
            </a:extLst>
          </p:cNvPr>
          <p:cNvSpPr txBox="1"/>
          <p:nvPr/>
        </p:nvSpPr>
        <p:spPr>
          <a:xfrm>
            <a:off x="334921" y="3621013"/>
            <a:ext cx="43856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+mj-lt"/>
              </a:rPr>
              <a:t>Mean salary of all </a:t>
            </a:r>
            <a:r>
              <a:rPr lang="en-IN" sz="2800" dirty="0">
                <a:solidFill>
                  <a:srgbClr val="002060"/>
                </a:solidFill>
                <a:latin typeface="+mj-lt"/>
              </a:rPr>
              <a:t>workers 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80C26276-CAF9-4695-9D35-C98FCC05BE62}"/>
                  </a:ext>
                </a:extLst>
              </p:cNvPr>
              <p:cNvSpPr txBox="1"/>
              <p:nvPr/>
            </p:nvSpPr>
            <p:spPr>
              <a:xfrm>
                <a:off x="4048854" y="3386414"/>
                <a:ext cx="4719771" cy="9368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Total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salry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both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branches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Total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no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.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workers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80C26276-CAF9-4695-9D35-C98FCC05BE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8854" y="3386414"/>
                <a:ext cx="4719771" cy="93686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FAF9FF76-F185-4339-8041-715FE6B94EF2}"/>
                  </a:ext>
                </a:extLst>
              </p:cNvPr>
              <p:cNvSpPr txBox="1"/>
              <p:nvPr/>
            </p:nvSpPr>
            <p:spPr>
              <a:xfrm>
                <a:off x="4048854" y="4692147"/>
                <a:ext cx="3104331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18000+27300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FAF9FF76-F185-4339-8041-715FE6B94E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8854" y="4692147"/>
                <a:ext cx="3104331" cy="89896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1F088E7C-B91B-48BE-89EE-437457FFC4A5}"/>
                  </a:ext>
                </a:extLst>
              </p:cNvPr>
              <p:cNvSpPr txBox="1"/>
              <p:nvPr/>
            </p:nvSpPr>
            <p:spPr>
              <a:xfrm>
                <a:off x="4048854" y="5959985"/>
                <a:ext cx="17327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377.5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1F088E7C-B91B-48BE-89EE-437457FFC4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8854" y="5959985"/>
                <a:ext cx="1732731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3274218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6" grpId="0"/>
      <p:bldP spid="47" grpId="0"/>
      <p:bldP spid="48" grpId="0"/>
      <p:bldP spid="49" grpId="0"/>
      <p:bldP spid="50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A859AF1-7423-4D90-8F6A-6C8728A77C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2.2</a:t>
            </a:r>
            <a:br>
              <a:rPr lang="en-IN" dirty="0"/>
            </a:br>
            <a:r>
              <a:rPr lang="en-US" dirty="0">
                <a:effectLst/>
                <a:ea typeface="Calibri" panose="020F0502020204030204" pitchFamily="34" charset="0"/>
                <a:cs typeface="Shruti" panose="020B0502040204020203" pitchFamily="34" charset="0"/>
              </a:rPr>
              <a:t>Median</a:t>
            </a:r>
            <a:endParaRPr lang="en-IN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37943AF-571B-41E1-80B4-EB45793FE3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04726345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0F417582-D15A-4AD3-B8D9-C07F552F6B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 dirty="0"/>
              <a:t>Median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The median is the value found at the </a:t>
                </a:r>
                <a:r>
                  <a:rPr lang="en-US" b="1" dirty="0">
                    <a:solidFill>
                      <a:srgbClr val="FF0000"/>
                    </a:solidFill>
                  </a:rPr>
                  <a:t>exact middle of the set of values</a:t>
                </a:r>
                <a:r>
                  <a:rPr lang="en-US" dirty="0"/>
                  <a:t>. </a:t>
                </a:r>
                <a:endParaRPr lang="en-IN" dirty="0"/>
              </a:p>
              <a:p>
                <a:r>
                  <a:rPr lang="en-US" dirty="0"/>
                  <a:t>Median is denoted by capital letter “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𝐌</m:t>
                    </m:r>
                  </m:oMath>
                </a14:m>
                <a:r>
                  <a:rPr lang="en-US" dirty="0"/>
                  <a:t>”.</a:t>
                </a:r>
                <a:endParaRPr lang="en-IN" dirty="0"/>
              </a:p>
              <a:p>
                <a:r>
                  <a:rPr lang="en-US" dirty="0"/>
                  <a:t>To compute the median, list all observations in </a:t>
                </a:r>
                <a:r>
                  <a:rPr lang="en-US" b="1" dirty="0">
                    <a:solidFill>
                      <a:srgbClr val="0070C0"/>
                    </a:solidFill>
                  </a:rPr>
                  <a:t>ascending order</a:t>
                </a:r>
                <a:r>
                  <a:rPr lang="en-US" dirty="0"/>
                  <a:t> and then locate the value in the center of the sample.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3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969706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Median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E138317B-AF36-8C05-925B-6E9CE323E1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68702731"/>
                  </p:ext>
                </p:extLst>
              </p:nvPr>
            </p:nvGraphicFramePr>
            <p:xfrm>
              <a:off x="139751" y="832685"/>
              <a:ext cx="10436809" cy="5682415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1985466">
                      <a:extLst>
                        <a:ext uri="{9D8B030D-6E8A-4147-A177-3AD203B41FA5}">
                          <a16:colId xmlns:a16="http://schemas.microsoft.com/office/drawing/2014/main" val="557369434"/>
                        </a:ext>
                      </a:extLst>
                    </a:gridCol>
                    <a:gridCol w="8451343">
                      <a:extLst>
                        <a:ext uri="{9D8B030D-6E8A-4147-A177-3AD203B41FA5}">
                          <a16:colId xmlns:a16="http://schemas.microsoft.com/office/drawing/2014/main" val="1225589695"/>
                        </a:ext>
                      </a:extLst>
                    </a:gridCol>
                  </a:tblGrid>
                  <a:tr h="52164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>
                              <a:solidFill>
                                <a:schemeClr val="bg1"/>
                              </a:solidFill>
                              <a:effectLst/>
                            </a:rPr>
                            <a:t>Data </a:t>
                          </a:r>
                          <a:endParaRPr lang="en-IN" sz="2800" b="1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Median (</a:t>
                          </a:r>
                          <a14:m>
                            <m:oMath xmlns:m="http://schemas.openxmlformats.org/officeDocument/2006/math">
                              <m:r>
                                <a:rPr lang="en-US" sz="2800" b="1" i="0" dirty="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𝐌</m:t>
                              </m:r>
                            </m:oMath>
                          </a14:m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)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24883119"/>
                      </a:ext>
                    </a:extLst>
                  </a:tr>
                  <a:tr h="1043279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rowSpan="2">
                      <a:txBody>
                        <a:bodyPr/>
                        <a:lstStyle/>
                        <a:p>
                          <a:pPr algn="just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</a:endParaRPr>
                        </a:p>
                        <a:p>
                          <a:pPr algn="just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71269966"/>
                      </a:ext>
                    </a:extLst>
                  </a:tr>
                  <a:tr h="2552577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Discrete 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vMerge="1">
                      <a:txBody>
                        <a:bodyPr/>
                        <a:lstStyle/>
                        <a:p>
                          <a:endParaRPr lang="en-IN"/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1128565696"/>
                      </a:ext>
                    </a:extLst>
                  </a:tr>
                  <a:tr h="1564919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Continuous 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rgbClr val="F3E9E9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91902858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E138317B-AF36-8C05-925B-6E9CE323E1B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68702731"/>
                  </p:ext>
                </p:extLst>
              </p:nvPr>
            </p:nvGraphicFramePr>
            <p:xfrm>
              <a:off x="139751" y="832685"/>
              <a:ext cx="10436809" cy="5682415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1985466">
                      <a:extLst>
                        <a:ext uri="{9D8B030D-6E8A-4147-A177-3AD203B41FA5}">
                          <a16:colId xmlns:a16="http://schemas.microsoft.com/office/drawing/2014/main" val="557369434"/>
                        </a:ext>
                      </a:extLst>
                    </a:gridCol>
                    <a:gridCol w="8451343">
                      <a:extLst>
                        <a:ext uri="{9D8B030D-6E8A-4147-A177-3AD203B41FA5}">
                          <a16:colId xmlns:a16="http://schemas.microsoft.com/office/drawing/2014/main" val="1225589695"/>
                        </a:ext>
                      </a:extLst>
                    </a:gridCol>
                  </a:tblGrid>
                  <a:tr h="521640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>
                              <a:solidFill>
                                <a:schemeClr val="bg1"/>
                              </a:solidFill>
                              <a:effectLst/>
                            </a:rPr>
                            <a:t>Data </a:t>
                          </a:r>
                          <a:endParaRPr lang="en-IN" sz="2800" b="1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3576" t="-10465" r="-288" b="-1000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124883119"/>
                      </a:ext>
                    </a:extLst>
                  </a:tr>
                  <a:tr h="1043279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rowSpan="2">
                      <a:txBody>
                        <a:bodyPr/>
                        <a:lstStyle/>
                        <a:p>
                          <a:pPr algn="just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</a:endParaRPr>
                        </a:p>
                        <a:p>
                          <a:pPr algn="just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71269966"/>
                      </a:ext>
                    </a:extLst>
                  </a:tr>
                  <a:tr h="2552577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Discrete 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 vMerge="1">
                      <a:txBody>
                        <a:bodyPr/>
                        <a:lstStyle/>
                        <a:p>
                          <a:endParaRPr lang="en-IN"/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1128565696"/>
                      </a:ext>
                    </a:extLst>
                  </a:tr>
                  <a:tr h="1564919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Continuous 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5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rgbClr val="F3E9E9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91902858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335BC58-1E11-BC81-C1F7-66A55107566E}"/>
                  </a:ext>
                </a:extLst>
              </p:cNvPr>
              <p:cNvSpPr txBox="1"/>
              <p:nvPr/>
            </p:nvSpPr>
            <p:spPr>
              <a:xfrm>
                <a:off x="2325171" y="2938818"/>
                <a:ext cx="16995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n</m:t>
                      </m:r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b="1" i="0">
                          <a:solidFill>
                            <a:srgbClr val="FF0000"/>
                          </a:solidFill>
                          <a:latin typeface="+mj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even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335BC58-1E11-BC81-C1F7-66A5510756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71" y="2938818"/>
                <a:ext cx="169957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0A311D63-2851-BC78-26B2-9448FB725D83}"/>
                  </a:ext>
                </a:extLst>
              </p:cNvPr>
              <p:cNvSpPr txBox="1"/>
              <p:nvPr/>
            </p:nvSpPr>
            <p:spPr>
              <a:xfrm>
                <a:off x="2325171" y="1844801"/>
                <a:ext cx="19101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n</m:t>
                      </m:r>
                      <m:r>
                        <a:rPr lang="en-IN" sz="2800" b="1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b="1" i="0">
                          <a:solidFill>
                            <a:srgbClr val="FF0000"/>
                          </a:solidFill>
                          <a:latin typeface="+mj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odd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0A311D63-2851-BC78-26B2-9448FB725D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71" y="1844801"/>
                <a:ext cx="191013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7683334-E730-FF1F-F22F-6C748064E73A}"/>
                  </a:ext>
                </a:extLst>
              </p:cNvPr>
              <p:cNvSpPr txBox="1"/>
              <p:nvPr/>
            </p:nvSpPr>
            <p:spPr>
              <a:xfrm>
                <a:off x="2325171" y="5130990"/>
                <a:ext cx="4500218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7683334-E730-FF1F-F22F-6C748064E7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71" y="5130990"/>
                <a:ext cx="4500218" cy="113409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ED002E11-5808-4B6D-9136-D8B6ADF1719D}"/>
                  </a:ext>
                </a:extLst>
              </p:cNvPr>
              <p:cNvSpPr txBox="1"/>
              <p:nvPr/>
            </p:nvSpPr>
            <p:spPr>
              <a:xfrm>
                <a:off x="4024741" y="1485299"/>
                <a:ext cx="5285811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ED002E11-5808-4B6D-9136-D8B6ADF171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24741" y="1485299"/>
                <a:ext cx="5285811" cy="116602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0912B981-C212-470E-9397-7840D95DC5F1}"/>
                  </a:ext>
                </a:extLst>
              </p:cNvPr>
              <p:cNvSpPr txBox="1"/>
              <p:nvPr/>
            </p:nvSpPr>
            <p:spPr>
              <a:xfrm>
                <a:off x="2782371" y="3492518"/>
                <a:ext cx="7794189" cy="1242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en-US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  <m:r>
                                    <a:rPr lang="en-US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0912B981-C212-470E-9397-7840D95DC5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2371" y="3492518"/>
                <a:ext cx="7794189" cy="124277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A20ACC6A-7B91-4552-BF0F-0EF4AE6CC344}"/>
                  </a:ext>
                </a:extLst>
              </p:cNvPr>
              <p:cNvSpPr txBox="1"/>
              <p:nvPr/>
            </p:nvSpPr>
            <p:spPr>
              <a:xfrm>
                <a:off x="3606356" y="184480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A20ACC6A-7B91-4552-BF0F-0EF4AE6CC3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06356" y="1844801"/>
                <a:ext cx="5062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1F5426A-8FA4-4732-BC7B-AFA211A883E3}"/>
                  </a:ext>
                </a:extLst>
              </p:cNvPr>
              <p:cNvSpPr txBox="1"/>
              <p:nvPr/>
            </p:nvSpPr>
            <p:spPr>
              <a:xfrm>
                <a:off x="2325171" y="403490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1F5426A-8FA4-4732-BC7B-AFA211A883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71" y="4034904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98116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3" grpId="0"/>
      <p:bldP spid="10" grpId="0"/>
      <p:bldP spid="11" grpId="0"/>
      <p:bldP spid="12" grpId="0"/>
      <p:bldP spid="13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Median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8950F3D-7417-47AE-A1C2-EC6882D512F8}"/>
                  </a:ext>
                </a:extLst>
              </p:cNvPr>
              <p:cNvSpPr txBox="1"/>
              <p:nvPr/>
            </p:nvSpPr>
            <p:spPr>
              <a:xfrm>
                <a:off x="190500" y="863444"/>
                <a:ext cx="4500218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8950F3D-7417-47AE-A1C2-EC6882D51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863444"/>
                <a:ext cx="4500218" cy="113409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F8E0223-592F-4EF3-8A2D-5874F0C187CD}"/>
                  </a:ext>
                </a:extLst>
              </p:cNvPr>
              <p:cNvSpPr txBox="1"/>
              <p:nvPr/>
            </p:nvSpPr>
            <p:spPr>
              <a:xfrm>
                <a:off x="190500" y="2705521"/>
                <a:ext cx="12192000" cy="73404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Median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class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Class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whose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cumulative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frequency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with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property</m:t>
                      </m:r>
                      <m:func>
                        <m:func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min</m:t>
                          </m:r>
                        </m:fName>
                        <m:e>
                          <m:d>
                            <m:dPr>
                              <m:begChr m:val="{"/>
                              <m:endChr m:val="}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cf</m:t>
                              </m:r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cf</m:t>
                              </m:r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≥</m:t>
                              </m:r>
                              <m:f>
                                <m:f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F8E0223-592F-4EF3-8A2D-5874F0C187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2705521"/>
                <a:ext cx="12192000" cy="73404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646383F8-2423-492C-AF05-5C1925064E32}"/>
              </a:ext>
            </a:extLst>
          </p:cNvPr>
          <p:cNvSpPr txBox="1"/>
          <p:nvPr/>
        </p:nvSpPr>
        <p:spPr>
          <a:xfrm>
            <a:off x="152400" y="2149780"/>
            <a:ext cx="13525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IN" sz="2800" dirty="0">
                <a:solidFill>
                  <a:srgbClr val="002060"/>
                </a:solidFill>
              </a:rPr>
              <a:t>Where,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E701DAA-F39F-40BB-BE99-5EFFB6D5BB7B}"/>
                  </a:ext>
                </a:extLst>
              </p:cNvPr>
              <p:cNvSpPr txBox="1"/>
              <p:nvPr/>
            </p:nvSpPr>
            <p:spPr>
              <a:xfrm>
                <a:off x="190500" y="3493179"/>
                <a:ext cx="98869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Lower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boundary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point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median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class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E701DAA-F39F-40BB-BE99-5EFFB6D5BB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3493179"/>
                <a:ext cx="988695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957870-A4EB-4ED9-9C4B-55C15FC09A38}"/>
                  </a:ext>
                </a:extLst>
              </p:cNvPr>
              <p:cNvSpPr txBox="1"/>
              <p:nvPr/>
            </p:nvSpPr>
            <p:spPr>
              <a:xfrm>
                <a:off x="190500" y="4070010"/>
                <a:ext cx="98869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Total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number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observation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(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sum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frequencies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)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957870-A4EB-4ED9-9C4B-55C15FC09A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4070010"/>
                <a:ext cx="988695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607B4E3-AEF2-44D7-80D5-0DD17D670938}"/>
                  </a:ext>
                </a:extLst>
              </p:cNvPr>
              <p:cNvSpPr txBox="1"/>
              <p:nvPr/>
            </p:nvSpPr>
            <p:spPr>
              <a:xfrm>
                <a:off x="190500" y="4646841"/>
                <a:ext cx="98869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Cumulative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frequency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class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preceding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median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class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607B4E3-AEF2-44D7-80D5-0DD17D6709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4646841"/>
                <a:ext cx="988695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EA8A3E4-9996-4871-9065-15B3EA7619EB}"/>
                  </a:ext>
                </a:extLst>
              </p:cNvPr>
              <p:cNvSpPr txBox="1"/>
              <p:nvPr/>
            </p:nvSpPr>
            <p:spPr>
              <a:xfrm>
                <a:off x="190500" y="5223672"/>
                <a:ext cx="98869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=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 smtClean="0">
                          <a:solidFill>
                            <a:srgbClr val="FF0000"/>
                          </a:solidFill>
                        </a:rPr>
                        <m:t>frequency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the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median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dirty="0">
                          <a:solidFill>
                            <a:srgbClr val="002060"/>
                          </a:solidFill>
                        </a:rPr>
                        <m:t>class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EA8A3E4-9996-4871-9065-15B3EA7619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5223672"/>
                <a:ext cx="988695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7F0D93D-4830-48E6-B83C-514897BBAD89}"/>
                  </a:ext>
                </a:extLst>
              </p:cNvPr>
              <p:cNvSpPr txBox="1"/>
              <p:nvPr/>
            </p:nvSpPr>
            <p:spPr>
              <a:xfrm>
                <a:off x="190500" y="5800502"/>
                <a:ext cx="98869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=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Class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>
                          <a:solidFill>
                            <a:srgbClr val="002060"/>
                          </a:solidFill>
                        </a:rPr>
                        <m:t>length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7F0D93D-4830-48E6-B83C-514897BBAD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00" y="5800502"/>
                <a:ext cx="988695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6766081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  <p:bldP spid="11" grpId="0"/>
      <p:bldP spid="12" grpId="0"/>
      <p:bldP spid="13" grpId="0"/>
      <p:bldP spid="15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7" y="814286"/>
                <a:ext cx="11929645" cy="1212169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</a:pPr>
                <a:r>
                  <a:rPr lang="en-US" dirty="0"/>
                  <a:t>Find the median of following data:</a:t>
                </a:r>
                <a:endParaRPr lang="en-IN" dirty="0"/>
              </a:p>
              <a:p>
                <a:pPr>
                  <a:lnSpc>
                    <a:spcPct val="125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>
                          <a:latin typeface="Cambria Math" panose="02040503050406030204" pitchFamily="18" charset="0"/>
                        </a:rPr>
                        <m:t>20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30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15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17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35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26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18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40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45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50.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7" y="814286"/>
                <a:ext cx="11929645" cy="1212169"/>
              </a:xfrm>
              <a:prstGeom prst="rect">
                <a:avLst/>
              </a:prstGeom>
              <a:blipFill>
                <a:blip r:embed="rId3"/>
                <a:stretch>
                  <a:fillRect l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7" y="2127634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4D88E32-CF42-271F-413B-8477C99F3604}"/>
                  </a:ext>
                </a:extLst>
              </p:cNvPr>
              <p:cNvSpPr txBox="1"/>
              <p:nvPr/>
            </p:nvSpPr>
            <p:spPr>
              <a:xfrm>
                <a:off x="1593113" y="3951446"/>
                <a:ext cx="9114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0" i="0" dirty="0">
                    <a:solidFill>
                      <a:srgbClr val="002060"/>
                    </a:solidFill>
                    <a:latin typeface="+mj-lt"/>
                  </a:rPr>
                  <a:t>Here</a:t>
                </a:r>
                <a14:m>
                  <m:oMath xmlns:m="http://schemas.openxmlformats.org/officeDocument/2006/math">
                    <m:r>
                      <a:rPr lang="en-US" sz="2800" b="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4D88E32-CF42-271F-413B-8477C99F36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3113" y="3951446"/>
                <a:ext cx="911495" cy="523220"/>
              </a:xfrm>
              <a:prstGeom prst="rect">
                <a:avLst/>
              </a:prstGeom>
              <a:blipFill>
                <a:blip r:embed="rId4"/>
                <a:stretch>
                  <a:fillRect l="-13333" t="-10465" r="-4000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43320A3-48F2-D64B-1E3B-19C501942A9B}"/>
                  </a:ext>
                </a:extLst>
              </p:cNvPr>
              <p:cNvSpPr txBox="1"/>
              <p:nvPr/>
            </p:nvSpPr>
            <p:spPr>
              <a:xfrm>
                <a:off x="2326052" y="5908278"/>
                <a:ext cx="3694157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28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6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th</m:t>
                        </m:r>
                      </m:sup>
                    </m:sSup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i="1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observation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43320A3-48F2-D64B-1E3B-19C501942A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6052" y="5908278"/>
                <a:ext cx="3694157" cy="54239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D739E9D5-3F46-426D-373E-57D4E5FC8AA9}"/>
                  </a:ext>
                </a:extLst>
              </p:cNvPr>
              <p:cNvSpPr txBox="1"/>
              <p:nvPr/>
            </p:nvSpPr>
            <p:spPr>
              <a:xfrm>
                <a:off x="6865518" y="5908278"/>
                <a:ext cx="1499343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D739E9D5-3F46-426D-373E-57D4E5FC8A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65518" y="5908278"/>
                <a:ext cx="1499343" cy="54239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0A088795-1754-8442-8111-2D72000126E5}"/>
              </a:ext>
            </a:extLst>
          </p:cNvPr>
          <p:cNvSpPr txBox="1"/>
          <p:nvPr/>
        </p:nvSpPr>
        <p:spPr>
          <a:xfrm>
            <a:off x="1593113" y="2127634"/>
            <a:ext cx="418284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>
              <a:defRPr sz="2800">
                <a:solidFill>
                  <a:srgbClr val="002060"/>
                </a:solidFill>
              </a:defRPr>
            </a:lvl1pPr>
          </a:lstStyle>
          <a:p>
            <a:r>
              <a:rPr lang="en-US" dirty="0"/>
              <a:t>To </a:t>
            </a:r>
            <a:r>
              <a:rPr lang="en-US"/>
              <a:t>compute the </a:t>
            </a:r>
            <a:r>
              <a:rPr lang="en-US" dirty="0"/>
              <a:t>median,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9FBE32B-D2CA-38DA-6D38-2C868AFF4584}"/>
                  </a:ext>
                </a:extLst>
              </p:cNvPr>
              <p:cNvSpPr txBox="1"/>
              <p:nvPr/>
            </p:nvSpPr>
            <p:spPr>
              <a:xfrm>
                <a:off x="2326052" y="4581647"/>
                <a:ext cx="4748312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9FBE32B-D2CA-38DA-6D38-2C868AFF45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6052" y="4581647"/>
                <a:ext cx="4748312" cy="116602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050DD56-241B-55E8-B618-B1CBAC539C17}"/>
                  </a:ext>
                </a:extLst>
              </p:cNvPr>
              <p:cNvSpPr txBox="1"/>
              <p:nvPr/>
            </p:nvSpPr>
            <p:spPr>
              <a:xfrm>
                <a:off x="1752863" y="4967340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050DD56-241B-55E8-B618-B1CBAC539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2863" y="4967340"/>
                <a:ext cx="5062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11E588F-DBDB-0EDD-AFC2-E362681A1E13}"/>
                  </a:ext>
                </a:extLst>
              </p:cNvPr>
              <p:cNvSpPr txBox="1"/>
              <p:nvPr/>
            </p:nvSpPr>
            <p:spPr>
              <a:xfrm>
                <a:off x="1752863" y="591786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511E588F-DBDB-0EDD-AFC2-E362681A1E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2863" y="5917864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602479F-8040-7A31-19A0-5CD6A683FA70}"/>
                  </a:ext>
                </a:extLst>
              </p:cNvPr>
              <p:cNvSpPr txBox="1"/>
              <p:nvPr/>
            </p:nvSpPr>
            <p:spPr>
              <a:xfrm>
                <a:off x="6353214" y="591786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602479F-8040-7A31-19A0-5CD6A683FA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53214" y="5917864"/>
                <a:ext cx="50623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EE302BB2-A072-4B6B-998B-0AE1065A8D71}"/>
              </a:ext>
            </a:extLst>
          </p:cNvPr>
          <p:cNvSpPr txBox="1"/>
          <p:nvPr/>
        </p:nvSpPr>
        <p:spPr>
          <a:xfrm>
            <a:off x="1593113" y="2687257"/>
            <a:ext cx="636216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</a:rPr>
              <a:t>arrange all observations in ascending order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723039A-9B61-47E5-82C5-04E1B057CED7}"/>
                  </a:ext>
                </a:extLst>
              </p:cNvPr>
              <p:cNvSpPr txBox="1"/>
              <p:nvPr/>
            </p:nvSpPr>
            <p:spPr>
              <a:xfrm>
                <a:off x="1593113" y="3225446"/>
                <a:ext cx="75356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26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  <m:r>
                        <a:rPr lang="en-IN" sz="280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723039A-9B61-47E5-82C5-04E1B057CE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3113" y="3225446"/>
                <a:ext cx="753564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ACC56D1-8024-4F3D-9EE7-56F3E4F4DF98}"/>
                  </a:ext>
                </a:extLst>
              </p:cNvPr>
              <p:cNvSpPr txBox="1"/>
              <p:nvPr/>
            </p:nvSpPr>
            <p:spPr>
              <a:xfrm>
                <a:off x="2564688" y="3951446"/>
                <a:ext cx="135199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8ACC56D1-8024-4F3D-9EE7-56F3E4F4DF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64688" y="3951446"/>
                <a:ext cx="135199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A0269397-05F1-44F7-BCD1-E43F9E2B0713}"/>
              </a:ext>
            </a:extLst>
          </p:cNvPr>
          <p:cNvSpPr txBox="1"/>
          <p:nvPr/>
        </p:nvSpPr>
        <p:spPr>
          <a:xfrm>
            <a:off x="3799128" y="3951446"/>
            <a:ext cx="10167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(odd)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040CCB8C-83DA-AD1B-9824-6679683A64C4}"/>
              </a:ext>
            </a:extLst>
          </p:cNvPr>
          <p:cNvSpPr/>
          <p:nvPr/>
        </p:nvSpPr>
        <p:spPr>
          <a:xfrm>
            <a:off x="4687974" y="3240513"/>
            <a:ext cx="565064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756340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5" grpId="0"/>
      <p:bldP spid="8" grpId="0"/>
      <p:bldP spid="9" grpId="0"/>
      <p:bldP spid="7" grpId="0"/>
      <p:bldP spid="10" grpId="0"/>
      <p:bldP spid="11" grpId="0"/>
      <p:bldP spid="12" grpId="0"/>
      <p:bldP spid="14" grpId="0"/>
      <p:bldP spid="15" grpId="0"/>
      <p:bldP spid="16" grpId="0"/>
      <p:bldP spid="17" grpId="0"/>
      <p:bldP spid="3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5" y="867840"/>
                <a:ext cx="11930400" cy="1656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US" dirty="0"/>
                  <a:t>The given observations have been arranged in ascending order. If the median of the data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63</m:t>
                    </m:r>
                  </m:oMath>
                </a14:m>
                <a:r>
                  <a:rPr lang="en-US" dirty="0"/>
                  <a:t>, find the value of x for the following data:</a:t>
                </a:r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5" y="867840"/>
                <a:ext cx="11930400" cy="1656000"/>
              </a:xfrm>
              <a:prstGeom prst="rect">
                <a:avLst/>
              </a:prstGeom>
              <a:blipFill>
                <a:blip r:embed="rId3"/>
                <a:stretch>
                  <a:fillRect l="-1073" t="-735" r="-102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2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2061" y="268047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C0D4E91C-5A9B-D652-957F-1127D305F2E8}"/>
                  </a:ext>
                </a:extLst>
              </p:cNvPr>
              <p:cNvSpPr txBox="1"/>
              <p:nvPr/>
            </p:nvSpPr>
            <p:spPr>
              <a:xfrm>
                <a:off x="1595101" y="3481509"/>
                <a:ext cx="12730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C0D4E91C-5A9B-D652-957F-1127D305F2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3481509"/>
                <a:ext cx="1273011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435F1E1-6EBA-4EB0-87EF-9765D156F58F}"/>
                  </a:ext>
                </a:extLst>
              </p:cNvPr>
              <p:cNvSpPr txBox="1"/>
              <p:nvPr/>
            </p:nvSpPr>
            <p:spPr>
              <a:xfrm>
                <a:off x="209196" y="1914500"/>
                <a:ext cx="74078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29</m:t>
                      </m:r>
                      <m:r>
                        <a:rPr lang="en-IN" sz="2800" b="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b="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48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+2,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78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84</m:t>
                      </m:r>
                      <m:r>
                        <a:rPr lang="en-IN" sz="2800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435F1E1-6EBA-4EB0-87EF-9765D156F5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196" y="1914500"/>
                <a:ext cx="7407837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TextBox 32">
            <a:extLst>
              <a:ext uri="{FF2B5EF4-FFF2-40B4-BE49-F238E27FC236}">
                <a16:creationId xmlns:a16="http://schemas.microsoft.com/office/drawing/2014/main" id="{73553EEF-17C3-4A70-BC27-69D55FB769AA}"/>
              </a:ext>
            </a:extLst>
          </p:cNvPr>
          <p:cNvSpPr txBox="1"/>
          <p:nvPr/>
        </p:nvSpPr>
        <p:spPr>
          <a:xfrm>
            <a:off x="1595101" y="2672921"/>
            <a:ext cx="175545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Given that,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1C59B7E-9B88-404D-B403-AC71E8804AD4}"/>
                  </a:ext>
                </a:extLst>
              </p:cNvPr>
              <p:cNvSpPr txBox="1"/>
              <p:nvPr/>
            </p:nvSpPr>
            <p:spPr>
              <a:xfrm>
                <a:off x="3350559" y="2672921"/>
                <a:ext cx="16683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1C59B7E-9B88-404D-B403-AC71E8804A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50559" y="2672921"/>
                <a:ext cx="1668361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TextBox 34">
            <a:extLst>
              <a:ext uri="{FF2B5EF4-FFF2-40B4-BE49-F238E27FC236}">
                <a16:creationId xmlns:a16="http://schemas.microsoft.com/office/drawing/2014/main" id="{02CAFFC8-F972-498D-8235-7996C86B2BAD}"/>
              </a:ext>
            </a:extLst>
          </p:cNvPr>
          <p:cNvSpPr txBox="1"/>
          <p:nvPr/>
        </p:nvSpPr>
        <p:spPr>
          <a:xfrm>
            <a:off x="2868112" y="3481509"/>
            <a:ext cx="118607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(even)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8B72A3E-97E6-4CCF-878F-B6E5B223044F}"/>
                  </a:ext>
                </a:extLst>
              </p:cNvPr>
              <p:cNvSpPr txBox="1"/>
              <p:nvPr/>
            </p:nvSpPr>
            <p:spPr>
              <a:xfrm>
                <a:off x="1595101" y="4747384"/>
                <a:ext cx="7794189" cy="1242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en-US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  <m:r>
                                    <a:rPr lang="en-US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8B72A3E-97E6-4CCF-878F-B6E5B22304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4747384"/>
                <a:ext cx="7794189" cy="124277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" name="TextBox 36">
            <a:extLst>
              <a:ext uri="{FF2B5EF4-FFF2-40B4-BE49-F238E27FC236}">
                <a16:creationId xmlns:a16="http://schemas.microsoft.com/office/drawing/2014/main" id="{D6E3F859-3EF2-4810-A851-8F4CE703CA95}"/>
              </a:ext>
            </a:extLst>
          </p:cNvPr>
          <p:cNvSpPr txBox="1"/>
          <p:nvPr/>
        </p:nvSpPr>
        <p:spPr>
          <a:xfrm>
            <a:off x="1595101" y="4171832"/>
            <a:ext cx="74169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So,</a:t>
            </a:r>
            <a:endParaRPr lang="en-IN" sz="280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21750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8" grpId="0"/>
      <p:bldP spid="33" grpId="0"/>
      <p:bldP spid="34" grpId="0"/>
      <p:bldP spid="35" grpId="0"/>
      <p:bldP spid="36" grpId="0"/>
      <p:bldP spid="37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2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BEB1C52B-63F3-D76A-AC48-49EDE68400E8}"/>
                  </a:ext>
                </a:extLst>
              </p:cNvPr>
              <p:cNvSpPr txBox="1"/>
              <p:nvPr/>
            </p:nvSpPr>
            <p:spPr>
              <a:xfrm>
                <a:off x="1657100" y="5917999"/>
                <a:ext cx="170989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BEB1C52B-63F3-D76A-AC48-49EDE68400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57100" y="5917999"/>
                <a:ext cx="170989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A83CB56D-2155-D898-59B6-E9D71B548C6D}"/>
              </a:ext>
            </a:extLst>
          </p:cNvPr>
          <p:cNvSpPr/>
          <p:nvPr/>
        </p:nvSpPr>
        <p:spPr>
          <a:xfrm>
            <a:off x="4383772" y="788960"/>
            <a:ext cx="452655" cy="5220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1E2318E-6951-971D-2674-5E1D28C80C9A}"/>
                  </a:ext>
                </a:extLst>
              </p:cNvPr>
              <p:cNvSpPr txBox="1"/>
              <p:nvPr/>
            </p:nvSpPr>
            <p:spPr>
              <a:xfrm>
                <a:off x="1088864" y="377417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1E2318E-6951-971D-2674-5E1D28C80C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864" y="3774174"/>
                <a:ext cx="506235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DF5FB06-ED54-590A-2C1B-A0A396EA3DD9}"/>
                  </a:ext>
                </a:extLst>
              </p:cNvPr>
              <p:cNvSpPr txBox="1"/>
              <p:nvPr/>
            </p:nvSpPr>
            <p:spPr>
              <a:xfrm>
                <a:off x="1088864" y="496747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DF5FB06-ED54-590A-2C1B-A0A396EA3D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864" y="4967475"/>
                <a:ext cx="506235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E4E5434F-7142-CD2D-8D3B-78E3C2D6347B}"/>
                  </a:ext>
                </a:extLst>
              </p:cNvPr>
              <p:cNvSpPr txBox="1"/>
              <p:nvPr/>
            </p:nvSpPr>
            <p:spPr>
              <a:xfrm>
                <a:off x="1088864" y="591799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E4E5434F-7142-CD2D-8D3B-78E3C2D634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8864" y="5917999"/>
                <a:ext cx="50623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2443D24-7EB1-A344-F990-6387A5C0DE55}"/>
                  </a:ext>
                </a:extLst>
              </p:cNvPr>
              <p:cNvSpPr txBox="1"/>
              <p:nvPr/>
            </p:nvSpPr>
            <p:spPr>
              <a:xfrm>
                <a:off x="1595099" y="4971821"/>
                <a:ext cx="66042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2443D24-7EB1-A344-F990-6387A5C0DE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099" y="4971821"/>
                <a:ext cx="660421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435F1E1-6EBA-4EB0-87EF-9765D156F58F}"/>
                  </a:ext>
                </a:extLst>
              </p:cNvPr>
              <p:cNvSpPr txBox="1"/>
              <p:nvPr/>
            </p:nvSpPr>
            <p:spPr>
              <a:xfrm>
                <a:off x="1595101" y="758826"/>
                <a:ext cx="74078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29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48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+2,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78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84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435F1E1-6EBA-4EB0-87EF-9765D156F5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758826"/>
                <a:ext cx="7407837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1C59B7E-9B88-404D-B403-AC71E8804AD4}"/>
                  </a:ext>
                </a:extLst>
              </p:cNvPr>
              <p:cNvSpPr txBox="1"/>
              <p:nvPr/>
            </p:nvSpPr>
            <p:spPr>
              <a:xfrm>
                <a:off x="1595101" y="1368739"/>
                <a:ext cx="16683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11C59B7E-9B88-404D-B403-AC71E8804A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1368739"/>
                <a:ext cx="1668361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8B72A3E-97E6-4CCF-878F-B6E5B223044F}"/>
                  </a:ext>
                </a:extLst>
              </p:cNvPr>
              <p:cNvSpPr txBox="1"/>
              <p:nvPr/>
            </p:nvSpPr>
            <p:spPr>
              <a:xfrm>
                <a:off x="1595101" y="1978652"/>
                <a:ext cx="7794189" cy="1242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en-US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m:rPr>
                                          <m:sty m:val="p"/>
                                        </m:rP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n</m:t>
                                      </m:r>
                                    </m:num>
                                    <m:den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  <m:r>
                                        <a:rPr lang="en-IN" sz="2800" b="0" i="0" dirty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  <m:r>
                                    <a:rPr lang="en-US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8B72A3E-97E6-4CCF-878F-B6E5B22304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1978652"/>
                <a:ext cx="7794189" cy="1242776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E22E4DF-FDFF-491A-B6B2-A4C38B406773}"/>
                  </a:ext>
                </a:extLst>
              </p:cNvPr>
              <p:cNvSpPr txBox="1"/>
              <p:nvPr/>
            </p:nvSpPr>
            <p:spPr>
              <a:xfrm>
                <a:off x="1595101" y="3490565"/>
                <a:ext cx="7794189" cy="97456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5</m:t>
                                  </m:r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en-US" sz="280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6</m:t>
                                  </m:r>
                                </m:e>
                              </m:d>
                            </m:e>
                            <m:sup>
                              <m:r>
                                <m:rPr>
                                  <m:sty m:val="p"/>
                                </m:rPr>
                                <a:rPr lang="en-US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th</m:t>
                              </m:r>
                            </m:sup>
                          </m:s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observation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E22E4DF-FDFF-491A-B6B2-A4C38B4067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101" y="3490565"/>
                <a:ext cx="7794189" cy="97456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1F9F610-253B-4721-A6E4-1DF802A5C8DA}"/>
                  </a:ext>
                </a:extLst>
              </p:cNvPr>
              <p:cNvSpPr txBox="1"/>
              <p:nvPr/>
            </p:nvSpPr>
            <p:spPr>
              <a:xfrm>
                <a:off x="2101334" y="4719351"/>
                <a:ext cx="2508766" cy="92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+2</m:t>
                              </m:r>
                            </m:e>
                          </m:d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1F9F610-253B-4721-A6E4-1DF802A5C8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01334" y="4719351"/>
                <a:ext cx="2508766" cy="92570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ACFB1964-46BB-4DC2-9213-01F2F5464CB0}"/>
              </a:ext>
            </a:extLst>
          </p:cNvPr>
          <p:cNvSpPr/>
          <p:nvPr/>
        </p:nvSpPr>
        <p:spPr>
          <a:xfrm>
            <a:off x="4921935" y="788960"/>
            <a:ext cx="964515" cy="5220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29204415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 animBg="1"/>
      <p:bldP spid="11" grpId="0"/>
      <p:bldP spid="12" grpId="0"/>
      <p:bldP spid="13" grpId="0"/>
      <p:bldP spid="15" grpId="0"/>
      <p:bldP spid="20" grpId="0"/>
      <p:bldP spid="21" grpId="0"/>
      <p:bldP spid="22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7" y="861027"/>
            <a:ext cx="11929645" cy="1872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Calculate the median for the following data:</a:t>
            </a:r>
            <a:endParaRPr lang="en-IN" dirty="0"/>
          </a:p>
          <a:p>
            <a:pPr>
              <a:spcAft>
                <a:spcPts val="300"/>
              </a:spcAft>
            </a:pPr>
            <a:r>
              <a:rPr lang="en-US" dirty="0"/>
              <a:t>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3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7" y="288285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2710909"/>
              </p:ext>
            </p:extLst>
          </p:nvPr>
        </p:nvGraphicFramePr>
        <p:xfrm>
          <a:off x="293355" y="1439810"/>
          <a:ext cx="11605291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7521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9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25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50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40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80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No. of students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6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4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16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7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8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BFD6D320-0354-45F8-94BF-0816F55654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8885184"/>
              </p:ext>
            </p:extLst>
          </p:nvPr>
        </p:nvGraphicFramePr>
        <p:xfrm>
          <a:off x="293355" y="3601482"/>
          <a:ext cx="11605291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7521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388346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</a:t>
                      </a:r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No. of students</a:t>
                      </a:r>
                      <a:endParaRPr lang="en-IN" sz="28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+mn-lt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8A3D4E8-4139-44E8-AEF7-3372A3FE332B}"/>
                  </a:ext>
                </a:extLst>
              </p:cNvPr>
              <p:cNvSpPr/>
              <p:nvPr/>
            </p:nvSpPr>
            <p:spPr>
              <a:xfrm>
                <a:off x="5384179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8A3D4E8-4139-44E8-AEF7-3372A3FE33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4179" y="3643935"/>
                <a:ext cx="612000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39BB4EA9-A4D9-49B5-93DA-B1296749A153}"/>
                  </a:ext>
                </a:extLst>
              </p:cNvPr>
              <p:cNvSpPr/>
              <p:nvPr/>
            </p:nvSpPr>
            <p:spPr>
              <a:xfrm>
                <a:off x="4007450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39BB4EA9-A4D9-49B5-93DA-B1296749A1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7450" y="3643935"/>
                <a:ext cx="612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8E04942-1E63-42E7-A83C-4B1BE0D30D83}"/>
                  </a:ext>
                </a:extLst>
              </p:cNvPr>
              <p:cNvSpPr/>
              <p:nvPr/>
            </p:nvSpPr>
            <p:spPr>
              <a:xfrm>
                <a:off x="6760908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8E04942-1E63-42E7-A83C-4B1BE0D30D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0908" y="3643935"/>
                <a:ext cx="61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F717ABC-865A-4052-A59B-262784D5BEC5}"/>
                  </a:ext>
                </a:extLst>
              </p:cNvPr>
              <p:cNvSpPr/>
              <p:nvPr/>
            </p:nvSpPr>
            <p:spPr>
              <a:xfrm>
                <a:off x="8137637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F717ABC-865A-4052-A59B-262784D5BE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37637" y="3643935"/>
                <a:ext cx="61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5FE9CCA1-E402-4015-9F82-C5D9B56D2DCE}"/>
                  </a:ext>
                </a:extLst>
              </p:cNvPr>
              <p:cNvSpPr/>
              <p:nvPr/>
            </p:nvSpPr>
            <p:spPr>
              <a:xfrm>
                <a:off x="9514366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5FE9CCA1-E402-4015-9F82-C5D9B56D2D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14366" y="3643935"/>
                <a:ext cx="61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A554D6AE-F0F3-4BAB-BA91-2EF0DDBEF889}"/>
                  </a:ext>
                </a:extLst>
              </p:cNvPr>
              <p:cNvSpPr/>
              <p:nvPr/>
            </p:nvSpPr>
            <p:spPr>
              <a:xfrm>
                <a:off x="10891095" y="364393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A554D6AE-F0F3-4BAB-BA91-2EF0DDBEF88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91095" y="3643935"/>
                <a:ext cx="61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52764878-369D-49AA-854E-0BFE8DABA241}"/>
                  </a:ext>
                </a:extLst>
              </p:cNvPr>
              <p:cNvSpPr/>
              <p:nvPr/>
            </p:nvSpPr>
            <p:spPr>
              <a:xfrm>
                <a:off x="4007450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52764878-369D-49AA-854E-0BFE8DABA2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7450" y="4198462"/>
                <a:ext cx="61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3AAA4DE7-31A8-404A-85FC-66F4D43367CA}"/>
                  </a:ext>
                </a:extLst>
              </p:cNvPr>
              <p:cNvSpPr/>
              <p:nvPr/>
            </p:nvSpPr>
            <p:spPr>
              <a:xfrm>
                <a:off x="5384179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3AAA4DE7-31A8-404A-85FC-66F4D43367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4179" y="4198462"/>
                <a:ext cx="61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BD4D9B83-F2D8-44C0-BB4F-B0DAF86BF628}"/>
                  </a:ext>
                </a:extLst>
              </p:cNvPr>
              <p:cNvSpPr/>
              <p:nvPr/>
            </p:nvSpPr>
            <p:spPr>
              <a:xfrm>
                <a:off x="8137637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BD4D9B83-F2D8-44C0-BB4F-B0DAF86BF6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37637" y="4198462"/>
                <a:ext cx="61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940BAF3D-D229-4BEB-BD80-3BF507844224}"/>
                  </a:ext>
                </a:extLst>
              </p:cNvPr>
              <p:cNvSpPr/>
              <p:nvPr/>
            </p:nvSpPr>
            <p:spPr>
              <a:xfrm>
                <a:off x="9514366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940BAF3D-D229-4BEB-BD80-3BF5078442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14366" y="4198462"/>
                <a:ext cx="61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E1A7DA6E-E439-4E29-8BDD-88E2012BCF2B}"/>
                  </a:ext>
                </a:extLst>
              </p:cNvPr>
              <p:cNvSpPr/>
              <p:nvPr/>
            </p:nvSpPr>
            <p:spPr>
              <a:xfrm>
                <a:off x="10891095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E1A7DA6E-E439-4E29-8BDD-88E2012BCF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91095" y="4198462"/>
                <a:ext cx="61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33D85EF0-1026-4E0F-A003-7047C78B0E54}"/>
                  </a:ext>
                </a:extLst>
              </p:cNvPr>
              <p:cNvSpPr/>
              <p:nvPr/>
            </p:nvSpPr>
            <p:spPr>
              <a:xfrm>
                <a:off x="6760908" y="419846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33D85EF0-1026-4E0F-A003-7047C78B0E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0908" y="4198462"/>
                <a:ext cx="61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Rectangle 32">
            <a:extLst>
              <a:ext uri="{FF2B5EF4-FFF2-40B4-BE49-F238E27FC236}">
                <a16:creationId xmlns:a16="http://schemas.microsoft.com/office/drawing/2014/main" id="{36E8A523-5A71-4134-B254-B224391EAF5C}"/>
              </a:ext>
            </a:extLst>
          </p:cNvPr>
          <p:cNvSpPr/>
          <p:nvPr/>
        </p:nvSpPr>
        <p:spPr>
          <a:xfrm>
            <a:off x="1594216" y="2903493"/>
            <a:ext cx="6523201" cy="522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GB" sz="2800" i="0" dirty="0">
                <a:solidFill>
                  <a:srgbClr val="002060"/>
                </a:solidFill>
                <a:latin typeface="+mj-lt"/>
              </a:rPr>
              <a:t>Arrange the data in ascending order of marks.</a:t>
            </a:r>
            <a:endParaRPr lang="en-IN" sz="280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47512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8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3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3A0F28-C83C-696D-1183-DA3D2EC991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5585CD1-0A29-5115-425E-F78046FCA8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1675A31C-C454-B282-6CE1-EB97DBAA1E5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642292331"/>
                  </p:ext>
                </p:extLst>
              </p:nvPr>
            </p:nvGraphicFramePr>
            <p:xfrm>
              <a:off x="293352" y="880237"/>
              <a:ext cx="5866288" cy="5085131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87329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827761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  <a:gridCol w="3165231">
                      <a:extLst>
                        <a:ext uri="{9D8B030D-6E8A-4147-A177-3AD203B41FA5}">
                          <a16:colId xmlns:a16="http://schemas.microsoft.com/office/drawing/2014/main" val="3893990540"/>
                        </a:ext>
                      </a:extLst>
                    </a:gridCol>
                  </a:tblGrid>
                  <a:tr h="56813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pt-BR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66857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66857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1110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0553967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1675A31C-C454-B282-6CE1-EB97DBAA1E5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642292331"/>
                  </p:ext>
                </p:extLst>
              </p:nvPr>
            </p:nvGraphicFramePr>
            <p:xfrm>
              <a:off x="293352" y="880237"/>
              <a:ext cx="5866288" cy="5085131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87329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827761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  <a:gridCol w="3165231">
                      <a:extLst>
                        <a:ext uri="{9D8B030D-6E8A-4147-A177-3AD203B41FA5}">
                          <a16:colId xmlns:a16="http://schemas.microsoft.com/office/drawing/2014/main" val="3893990540"/>
                        </a:ext>
                      </a:extLst>
                    </a:gridCol>
                  </a:tblGrid>
                  <a:tr h="56813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399" t="-2151" r="-575524" b="-80107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8333" t="-2151" r="-174333" b="-80107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5577" t="-2151" r="-577" b="-80107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66857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6806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66857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11102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05539675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B0C9531D-88A6-EA45-F55B-ACC99571FAD9}"/>
                  </a:ext>
                </a:extLst>
              </p:cNvPr>
              <p:cNvSpPr/>
              <p:nvPr/>
            </p:nvSpPr>
            <p:spPr>
              <a:xfrm>
                <a:off x="441454" y="204134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B0C9531D-88A6-EA45-F55B-ACC99571FA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454" y="2041345"/>
                <a:ext cx="612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BB7FB3F-DDBD-1329-D1ED-21808C943569}"/>
                  </a:ext>
                </a:extLst>
              </p:cNvPr>
              <p:cNvSpPr/>
              <p:nvPr/>
            </p:nvSpPr>
            <p:spPr>
              <a:xfrm>
                <a:off x="441454" y="1471632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BB7FB3F-DDBD-1329-D1ED-21808C94356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454" y="1471632"/>
                <a:ext cx="61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3C7D6C93-0513-BF46-1AC7-4E71F17076F1}"/>
                  </a:ext>
                </a:extLst>
              </p:cNvPr>
              <p:cNvSpPr/>
              <p:nvPr/>
            </p:nvSpPr>
            <p:spPr>
              <a:xfrm>
                <a:off x="441454" y="260875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3C7D6C93-0513-BF46-1AC7-4E71F17076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454" y="2608755"/>
                <a:ext cx="61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D15385B4-1674-C5D2-5D2C-46D05F4565CC}"/>
                  </a:ext>
                </a:extLst>
              </p:cNvPr>
              <p:cNvSpPr/>
              <p:nvPr/>
            </p:nvSpPr>
            <p:spPr>
              <a:xfrm>
                <a:off x="441454" y="3742357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D15385B4-1674-C5D2-5D2C-46D05F4565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454" y="3742357"/>
                <a:ext cx="61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946667B-BB25-8892-8713-FAABE82832CF}"/>
                  </a:ext>
                </a:extLst>
              </p:cNvPr>
              <p:cNvSpPr/>
              <p:nvPr/>
            </p:nvSpPr>
            <p:spPr>
              <a:xfrm>
                <a:off x="441454" y="3175556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946667B-BB25-8892-8713-FAABE82832C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454" y="3175556"/>
                <a:ext cx="61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6FDB3B5F-79E2-A553-01C7-E7AEE6638C31}"/>
                  </a:ext>
                </a:extLst>
              </p:cNvPr>
              <p:cNvSpPr/>
              <p:nvPr/>
            </p:nvSpPr>
            <p:spPr>
              <a:xfrm>
                <a:off x="441454" y="4309157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6FDB3B5F-79E2-A553-01C7-E7AEE6638C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1454" y="4309157"/>
                <a:ext cx="61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626E0CB-80B7-9355-21AA-8B4CBAB26730}"/>
                  </a:ext>
                </a:extLst>
              </p:cNvPr>
              <p:cNvSpPr/>
              <p:nvPr/>
            </p:nvSpPr>
            <p:spPr>
              <a:xfrm>
                <a:off x="1785197" y="2041954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626E0CB-80B7-9355-21AA-8B4CBAB267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5197" y="2041954"/>
                <a:ext cx="61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F12D6C51-1C05-C297-375C-6B45E6E84DB1}"/>
                  </a:ext>
                </a:extLst>
              </p:cNvPr>
              <p:cNvSpPr/>
              <p:nvPr/>
            </p:nvSpPr>
            <p:spPr>
              <a:xfrm>
                <a:off x="1785197" y="1475153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F12D6C51-1C05-C297-375C-6B45E6E84D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5197" y="1475153"/>
                <a:ext cx="61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7AF3577C-4FD6-970D-7B39-8F7107033DF3}"/>
                  </a:ext>
                </a:extLst>
              </p:cNvPr>
              <p:cNvSpPr/>
              <p:nvPr/>
            </p:nvSpPr>
            <p:spPr>
              <a:xfrm>
                <a:off x="1785197" y="3742357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7AF3577C-4FD6-970D-7B39-8F7107033D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5197" y="3742357"/>
                <a:ext cx="61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50A8F7B-95F1-2B68-D712-63BA2A8BABF3}"/>
                  </a:ext>
                </a:extLst>
              </p:cNvPr>
              <p:cNvSpPr/>
              <p:nvPr/>
            </p:nvSpPr>
            <p:spPr>
              <a:xfrm>
                <a:off x="1785197" y="3175556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50A8F7B-95F1-2B68-D712-63BA2A8BAB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5197" y="3175556"/>
                <a:ext cx="61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08ED7166-CBF3-7654-5DDD-9E2FD70A40F3}"/>
                  </a:ext>
                </a:extLst>
              </p:cNvPr>
              <p:cNvSpPr/>
              <p:nvPr/>
            </p:nvSpPr>
            <p:spPr>
              <a:xfrm>
                <a:off x="1785197" y="4309157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08ED7166-CBF3-7654-5DDD-9E2FD70A40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5197" y="4309157"/>
                <a:ext cx="61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B3251FE-AEE6-4E03-2F4F-D3A382B511AD}"/>
                  </a:ext>
                </a:extLst>
              </p:cNvPr>
              <p:cNvSpPr/>
              <p:nvPr/>
            </p:nvSpPr>
            <p:spPr>
              <a:xfrm>
                <a:off x="1785197" y="2608755"/>
                <a:ext cx="61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B3251FE-AEE6-4E03-2F4F-D3A382B511A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5197" y="2608755"/>
                <a:ext cx="61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616D4F0-65B8-8631-9F6B-B377BBC15D0B}"/>
                  </a:ext>
                </a:extLst>
              </p:cNvPr>
              <p:cNvSpPr/>
              <p:nvPr/>
            </p:nvSpPr>
            <p:spPr>
              <a:xfrm>
                <a:off x="4190049" y="1480921"/>
                <a:ext cx="100563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616D4F0-65B8-8631-9F6B-B377BBC15D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0049" y="1480921"/>
                <a:ext cx="1005632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C98BB187-9305-D2E0-B1E8-A6F263E5A025}"/>
                  </a:ext>
                </a:extLst>
              </p:cNvPr>
              <p:cNvSpPr/>
              <p:nvPr/>
            </p:nvSpPr>
            <p:spPr>
              <a:xfrm>
                <a:off x="3387631" y="204195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C98BB187-9305-D2E0-B1E8-A6F263E5A0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87631" y="2041954"/>
                <a:ext cx="1584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2F502C5F-D2E7-C44E-9633-40C3565C512B}"/>
                  </a:ext>
                </a:extLst>
              </p:cNvPr>
              <p:cNvSpPr/>
              <p:nvPr/>
            </p:nvSpPr>
            <p:spPr>
              <a:xfrm>
                <a:off x="4765253" y="2612215"/>
                <a:ext cx="97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2F502C5F-D2E7-C44E-9633-40C3565C51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5253" y="2612215"/>
                <a:ext cx="972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0550DB86-B1DA-D709-5AC1-B2F3F7230D41}"/>
                  </a:ext>
                </a:extLst>
              </p:cNvPr>
              <p:cNvSpPr/>
              <p:nvPr/>
            </p:nvSpPr>
            <p:spPr>
              <a:xfrm>
                <a:off x="4765253" y="3177862"/>
                <a:ext cx="97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0550DB86-B1DA-D709-5AC1-B2F3F7230D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5253" y="3177862"/>
                <a:ext cx="972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D7762801-7D50-EF42-3C1A-78E667911FD5}"/>
                  </a:ext>
                </a:extLst>
              </p:cNvPr>
              <p:cNvSpPr/>
              <p:nvPr/>
            </p:nvSpPr>
            <p:spPr>
              <a:xfrm>
                <a:off x="4765253" y="3743509"/>
                <a:ext cx="97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D7762801-7D50-EF42-3C1A-78E667911F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5253" y="3743509"/>
                <a:ext cx="97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255FB3B5-668F-72A2-49C8-1BC3C4CC3DA9}"/>
                  </a:ext>
                </a:extLst>
              </p:cNvPr>
              <p:cNvSpPr/>
              <p:nvPr/>
            </p:nvSpPr>
            <p:spPr>
              <a:xfrm>
                <a:off x="4765253" y="4309157"/>
                <a:ext cx="97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255FB3B5-668F-72A2-49C8-1BC3C4CC3D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5253" y="4309157"/>
                <a:ext cx="97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20B9DE73-BFDC-8D26-37CB-5EF5ECAD70F5}"/>
                  </a:ext>
                </a:extLst>
              </p:cNvPr>
              <p:cNvSpPr/>
              <p:nvPr/>
            </p:nvSpPr>
            <p:spPr>
              <a:xfrm>
                <a:off x="1074484" y="4894168"/>
                <a:ext cx="2033425" cy="1116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20B9DE73-BFDC-8D26-37CB-5EF5ECAD70F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4484" y="4894168"/>
                <a:ext cx="2033425" cy="1116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2C10346-1C20-7722-D830-CBEC9B4EE4AE}"/>
                  </a:ext>
                </a:extLst>
              </p:cNvPr>
              <p:cNvSpPr txBox="1"/>
              <p:nvPr/>
            </p:nvSpPr>
            <p:spPr>
              <a:xfrm>
                <a:off x="7971914" y="914595"/>
                <a:ext cx="14907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2C10346-1C20-7722-D830-CBEC9B4EE4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1914" y="914595"/>
                <a:ext cx="149073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6FCB32B0-C291-AE02-873A-1936D83EDB3B}"/>
                  </a:ext>
                </a:extLst>
              </p:cNvPr>
              <p:cNvSpPr txBox="1"/>
              <p:nvPr/>
            </p:nvSpPr>
            <p:spPr>
              <a:xfrm>
                <a:off x="7565863" y="1584567"/>
                <a:ext cx="4748312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6FCB32B0-C291-AE02-873A-1936D83EDB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5863" y="1584567"/>
                <a:ext cx="4748312" cy="1166025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129D977-BB30-6AEB-9072-3CEFE08DD24A}"/>
                  </a:ext>
                </a:extLst>
              </p:cNvPr>
              <p:cNvSpPr txBox="1"/>
              <p:nvPr/>
            </p:nvSpPr>
            <p:spPr>
              <a:xfrm>
                <a:off x="7565863" y="3072391"/>
                <a:ext cx="4748312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43+1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129D977-BB30-6AEB-9072-3CEFE08DD2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5863" y="3072391"/>
                <a:ext cx="4748312" cy="1166025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E434F9A-4DF8-42EF-E84C-72C355F74EC0}"/>
                  </a:ext>
                </a:extLst>
              </p:cNvPr>
              <p:cNvSpPr txBox="1"/>
              <p:nvPr/>
            </p:nvSpPr>
            <p:spPr>
              <a:xfrm>
                <a:off x="7565863" y="4691309"/>
                <a:ext cx="4076383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22</m:t>
                              </m:r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9E434F9A-4DF8-42EF-E84C-72C355F74E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5863" y="4691309"/>
                <a:ext cx="4076383" cy="54239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A60731CC-FE88-85E8-8DBD-E6EEB4FEABCC}"/>
                  </a:ext>
                </a:extLst>
              </p:cNvPr>
              <p:cNvSpPr txBox="1"/>
              <p:nvPr/>
            </p:nvSpPr>
            <p:spPr>
              <a:xfrm>
                <a:off x="7565863" y="5521489"/>
                <a:ext cx="1439047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A60731CC-FE88-85E8-8DBD-E6EEB4FEAB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5863" y="5521489"/>
                <a:ext cx="1439047" cy="54239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66A29BD8-B942-D982-6CBD-AD2981E43622}"/>
              </a:ext>
            </a:extLst>
          </p:cNvPr>
          <p:cNvCxnSpPr>
            <a:cxnSpLocks/>
          </p:cNvCxnSpPr>
          <p:nvPr/>
        </p:nvCxnSpPr>
        <p:spPr>
          <a:xfrm>
            <a:off x="6902249" y="880238"/>
            <a:ext cx="0" cy="537297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A44CEF03-259C-895B-6CE8-B73E4BFEB2AB}"/>
                  </a:ext>
                </a:extLst>
              </p:cNvPr>
              <p:cNvSpPr txBox="1"/>
              <p:nvPr/>
            </p:nvSpPr>
            <p:spPr>
              <a:xfrm>
                <a:off x="7026712" y="193244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A44CEF03-259C-895B-6CE8-B73E4BFEB2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26712" y="1932444"/>
                <a:ext cx="506235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9FCF290-7C74-4319-7C54-E44A8C88B75D}"/>
                  </a:ext>
                </a:extLst>
              </p:cNvPr>
              <p:cNvSpPr txBox="1"/>
              <p:nvPr/>
            </p:nvSpPr>
            <p:spPr>
              <a:xfrm>
                <a:off x="7026712" y="346317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9FCF290-7C74-4319-7C54-E44A8C88B7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26712" y="3463172"/>
                <a:ext cx="506235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253220FF-BA1F-F867-BED7-E606D7A58A4C}"/>
                  </a:ext>
                </a:extLst>
              </p:cNvPr>
              <p:cNvSpPr txBox="1"/>
              <p:nvPr/>
            </p:nvSpPr>
            <p:spPr>
              <a:xfrm>
                <a:off x="7072720" y="471300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253220FF-BA1F-F867-BED7-E606D7A58A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72720" y="4713006"/>
                <a:ext cx="506235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C5CB73F-5EA6-7CF7-5A4E-FDCD03F78B66}"/>
                  </a:ext>
                </a:extLst>
              </p:cNvPr>
              <p:cNvSpPr txBox="1"/>
              <p:nvPr/>
            </p:nvSpPr>
            <p:spPr>
              <a:xfrm>
                <a:off x="7072719" y="551442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C5CB73F-5EA6-7CF7-5A4E-FDCD03F78B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72719" y="5514429"/>
                <a:ext cx="506235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03E7F3F-93A2-4863-B43D-C5AC239166DE}"/>
                  </a:ext>
                </a:extLst>
              </p:cNvPr>
              <p:cNvSpPr/>
              <p:nvPr/>
            </p:nvSpPr>
            <p:spPr>
              <a:xfrm>
                <a:off x="4765253" y="2046568"/>
                <a:ext cx="97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03E7F3F-93A2-4863-B43D-C5AC239166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5253" y="2046568"/>
                <a:ext cx="972000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3B552F7D-E5A3-484B-B3E4-5D14139CCB8E}"/>
                  </a:ext>
                </a:extLst>
              </p:cNvPr>
              <p:cNvSpPr/>
              <p:nvPr/>
            </p:nvSpPr>
            <p:spPr>
              <a:xfrm>
                <a:off x="3387631" y="2608755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3B552F7D-E5A3-484B-B3E4-5D14139CCB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87631" y="2608755"/>
                <a:ext cx="1584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21702090-399E-4371-9E40-E4444FFA9D96}"/>
                  </a:ext>
                </a:extLst>
              </p:cNvPr>
              <p:cNvSpPr/>
              <p:nvPr/>
            </p:nvSpPr>
            <p:spPr>
              <a:xfrm>
                <a:off x="3387631" y="3175556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21702090-399E-4371-9E40-E4444FFA9D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87631" y="3175556"/>
                <a:ext cx="1584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67D514C6-DB4A-4BA0-8638-013D1A91C5BA}"/>
                  </a:ext>
                </a:extLst>
              </p:cNvPr>
              <p:cNvSpPr/>
              <p:nvPr/>
            </p:nvSpPr>
            <p:spPr>
              <a:xfrm>
                <a:off x="3387631" y="3742357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34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67D514C6-DB4A-4BA0-8638-013D1A91C5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87631" y="3742357"/>
                <a:ext cx="1584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74A76DA-1C7C-4271-A079-4C6D4AA784F4}"/>
                  </a:ext>
                </a:extLst>
              </p:cNvPr>
              <p:cNvSpPr/>
              <p:nvPr/>
            </p:nvSpPr>
            <p:spPr>
              <a:xfrm>
                <a:off x="3387631" y="4309158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41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74A76DA-1C7C-4271-A079-4C6D4AA784F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87631" y="4309158"/>
                <a:ext cx="1584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TextBox 45">
            <a:extLst>
              <a:ext uri="{FF2B5EF4-FFF2-40B4-BE49-F238E27FC236}">
                <a16:creationId xmlns:a16="http://schemas.microsoft.com/office/drawing/2014/main" id="{5C282769-80C7-44A3-BAF9-D037E803A4C1}"/>
              </a:ext>
            </a:extLst>
          </p:cNvPr>
          <p:cNvSpPr txBox="1"/>
          <p:nvPr/>
        </p:nvSpPr>
        <p:spPr>
          <a:xfrm>
            <a:off x="9208615" y="914595"/>
            <a:ext cx="11064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(odd)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CD2E57DB-96BB-4716-A94D-45FC8F29FBB3}"/>
              </a:ext>
            </a:extLst>
          </p:cNvPr>
          <p:cNvSpPr txBox="1"/>
          <p:nvPr/>
        </p:nvSpPr>
        <p:spPr>
          <a:xfrm>
            <a:off x="7072719" y="914595"/>
            <a:ext cx="11064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Here,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27FD7810-1F94-4B4E-98EE-8713EB5395A3}"/>
              </a:ext>
            </a:extLst>
          </p:cNvPr>
          <p:cNvSpPr/>
          <p:nvPr/>
        </p:nvSpPr>
        <p:spPr>
          <a:xfrm>
            <a:off x="5111676" y="2632483"/>
            <a:ext cx="625577" cy="47454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B5529B7E-7D90-41EF-9AB1-4F20E1B88C18}"/>
              </a:ext>
            </a:extLst>
          </p:cNvPr>
          <p:cNvSpPr/>
          <p:nvPr/>
        </p:nvSpPr>
        <p:spPr>
          <a:xfrm>
            <a:off x="434665" y="2632483"/>
            <a:ext cx="625577" cy="47454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/>
          </a:p>
        </p:txBody>
      </p:sp>
    </p:spTree>
    <p:extLst>
      <p:ext uri="{BB962C8B-B14F-4D97-AF65-F5344CB8AC3E}">
        <p14:creationId xmlns:p14="http://schemas.microsoft.com/office/powerpoint/2010/main" val="81408139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6" grpId="0"/>
      <p:bldP spid="27" grpId="0"/>
      <p:bldP spid="28" grpId="0"/>
      <p:bldP spid="29" grpId="0"/>
      <p:bldP spid="30" grpId="0"/>
      <p:bldP spid="11" grpId="0"/>
      <p:bldP spid="23" grpId="0"/>
      <p:bldP spid="31" grpId="0"/>
      <p:bldP spid="34" grpId="0"/>
      <p:bldP spid="35" grpId="0"/>
      <p:bldP spid="36" grpId="0"/>
      <p:bldP spid="3" grpId="0"/>
      <p:bldP spid="4" grpId="0"/>
      <p:bldP spid="19" grpId="0"/>
      <p:bldP spid="32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 animBg="1"/>
      <p:bldP spid="49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95507"/>
                <a:ext cx="11930400" cy="230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The following table gives marks obtained by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50</m:t>
                    </m:r>
                  </m:oMath>
                </a14:m>
                <a:r>
                  <a:rPr lang="en-US" dirty="0"/>
                  <a:t> students in statistics. Find the median.</a:t>
                </a:r>
                <a:endParaRPr lang="en-IN" dirty="0"/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95507"/>
                <a:ext cx="11930400" cy="2304000"/>
              </a:xfrm>
              <a:prstGeom prst="rect">
                <a:avLst/>
              </a:prstGeom>
              <a:blipFill>
                <a:blip r:embed="rId3"/>
                <a:stretch>
                  <a:fillRect l="-1073" t="-2646" r="-102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2.2 ⇝ Example 4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338381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2751403"/>
              </p:ext>
            </p:extLst>
          </p:nvPr>
        </p:nvGraphicFramePr>
        <p:xfrm>
          <a:off x="261257" y="1882079"/>
          <a:ext cx="11654973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36200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583754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583754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679591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487920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583754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No. of students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3FBD3FD3-C0CD-40FE-948B-24577ECF45D4}"/>
                  </a:ext>
                </a:extLst>
              </p:cNvPr>
              <p:cNvSpPr/>
              <p:nvPr/>
            </p:nvSpPr>
            <p:spPr>
              <a:xfrm>
                <a:off x="4091570" y="190055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3FBD3FD3-C0CD-40FE-948B-24577ECF45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91570" y="1900558"/>
                <a:ext cx="144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58BE1FBD-BD76-4204-B61E-8B9C54F6EA50}"/>
                  </a:ext>
                </a:extLst>
              </p:cNvPr>
              <p:cNvSpPr/>
              <p:nvPr/>
            </p:nvSpPr>
            <p:spPr>
              <a:xfrm>
                <a:off x="5673993" y="190055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58BE1FBD-BD76-4204-B61E-8B9C54F6EA5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73993" y="1900558"/>
                <a:ext cx="144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1E507EE4-022B-498B-A844-A66CBA3EB25E}"/>
                  </a:ext>
                </a:extLst>
              </p:cNvPr>
              <p:cNvSpPr/>
              <p:nvPr/>
            </p:nvSpPr>
            <p:spPr>
              <a:xfrm>
                <a:off x="7256416" y="190055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1E507EE4-022B-498B-A844-A66CBA3EB2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56416" y="1900558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185BF814-CDA8-45C2-B806-3245D594B7A4}"/>
                  </a:ext>
                </a:extLst>
              </p:cNvPr>
              <p:cNvSpPr/>
              <p:nvPr/>
            </p:nvSpPr>
            <p:spPr>
              <a:xfrm>
                <a:off x="8838839" y="190055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185BF814-CDA8-45C2-B806-3245D594B7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38839" y="1900558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5ACA4D14-2783-4266-B46E-F57E65DEA21E}"/>
                  </a:ext>
                </a:extLst>
              </p:cNvPr>
              <p:cNvSpPr/>
              <p:nvPr/>
            </p:nvSpPr>
            <p:spPr>
              <a:xfrm>
                <a:off x="10421262" y="190055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5ACA4D14-2783-4266-B46E-F57E65DEA2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21262" y="1900558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6BA89742-B01E-43BC-BF67-78B93DBF2033}"/>
                  </a:ext>
                </a:extLst>
              </p:cNvPr>
              <p:cNvSpPr/>
              <p:nvPr/>
            </p:nvSpPr>
            <p:spPr>
              <a:xfrm>
                <a:off x="4434420" y="249095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6BA89742-B01E-43BC-BF67-78B93DBF20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34420" y="2490956"/>
                <a:ext cx="754301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F1A7BF7A-56B0-4BC3-818E-B647BB32DD2E}"/>
                  </a:ext>
                </a:extLst>
              </p:cNvPr>
              <p:cNvSpPr/>
              <p:nvPr/>
            </p:nvSpPr>
            <p:spPr>
              <a:xfrm>
                <a:off x="6016843" y="249095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F1A7BF7A-56B0-4BC3-818E-B647BB32DD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16843" y="2490956"/>
                <a:ext cx="754301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FBF0402D-2605-4236-BE3C-8A7A87D0AC30}"/>
                  </a:ext>
                </a:extLst>
              </p:cNvPr>
              <p:cNvSpPr/>
              <p:nvPr/>
            </p:nvSpPr>
            <p:spPr>
              <a:xfrm>
                <a:off x="7599266" y="249095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FBF0402D-2605-4236-BE3C-8A7A87D0AC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9266" y="2490956"/>
                <a:ext cx="754301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4E056C24-2B16-4E44-A76F-D0FF01CC128E}"/>
                  </a:ext>
                </a:extLst>
              </p:cNvPr>
              <p:cNvSpPr/>
              <p:nvPr/>
            </p:nvSpPr>
            <p:spPr>
              <a:xfrm>
                <a:off x="9181689" y="249095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4E056C24-2B16-4E44-A76F-D0FF01CC12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81689" y="2490956"/>
                <a:ext cx="754301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C96AC69-2FD0-4F82-8D09-E7D673C73BBA}"/>
                  </a:ext>
                </a:extLst>
              </p:cNvPr>
              <p:cNvSpPr/>
              <p:nvPr/>
            </p:nvSpPr>
            <p:spPr>
              <a:xfrm>
                <a:off x="10764112" y="249095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C96AC69-2FD0-4F82-8D09-E7D673C73B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64112" y="2490956"/>
                <a:ext cx="754301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AB33D9C-ABA5-4616-BB53-25302BC3663B}"/>
                  </a:ext>
                </a:extLst>
              </p:cNvPr>
              <p:cNvSpPr txBox="1"/>
              <p:nvPr/>
            </p:nvSpPr>
            <p:spPr>
              <a:xfrm>
                <a:off x="1594215" y="4186079"/>
                <a:ext cx="4079777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5AB33D9C-ABA5-4616-BB53-25302BC366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4186079"/>
                <a:ext cx="4079777" cy="113409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C18FA311-4929-4ACB-8EC3-E14EA0DCA494}"/>
              </a:ext>
            </a:extLst>
          </p:cNvPr>
          <p:cNvSpPr txBox="1"/>
          <p:nvPr/>
        </p:nvSpPr>
        <p:spPr>
          <a:xfrm>
            <a:off x="1594216" y="3383813"/>
            <a:ext cx="478753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Formula to calculate median is </a:t>
            </a:r>
          </a:p>
        </p:txBody>
      </p:sp>
    </p:spTree>
    <p:extLst>
      <p:ext uri="{BB962C8B-B14F-4D97-AF65-F5344CB8AC3E}">
        <p14:creationId xmlns:p14="http://schemas.microsoft.com/office/powerpoint/2010/main" val="35383499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6" grpId="0"/>
      <p:bldP spid="17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2.2 ⇝ Example 4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29032735"/>
                  </p:ext>
                </p:extLst>
              </p:nvPr>
            </p:nvGraphicFramePr>
            <p:xfrm>
              <a:off x="229634" y="862525"/>
              <a:ext cx="4627247" cy="3456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01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593184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  <a:gridCol w="1432909">
                      <a:extLst>
                        <a:ext uri="{9D8B030D-6E8A-4147-A177-3AD203B41FA5}">
                          <a16:colId xmlns:a16="http://schemas.microsoft.com/office/drawing/2014/main" val="3893990540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 </m:t>
                                </m:r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pt-BR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29032735"/>
                  </p:ext>
                </p:extLst>
              </p:nvPr>
            </p:nvGraphicFramePr>
            <p:xfrm>
              <a:off x="229634" y="862525"/>
              <a:ext cx="4627247" cy="3456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01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593184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  <a:gridCol w="1432909">
                      <a:extLst>
                        <a:ext uri="{9D8B030D-6E8A-4147-A177-3AD203B41FA5}">
                          <a16:colId xmlns:a16="http://schemas.microsoft.com/office/drawing/2014/main" val="3893990540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80" t="-2105" r="-190114" b="-50105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00763" t="-2105" r="-90840" b="-50105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23830" t="-2105" r="-1277" b="-50105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E152266-8316-9E83-287D-761F46269065}"/>
                  </a:ext>
                </a:extLst>
              </p:cNvPr>
              <p:cNvSpPr/>
              <p:nvPr/>
            </p:nvSpPr>
            <p:spPr>
              <a:xfrm>
                <a:off x="330079" y="145877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E152266-8316-9E83-287D-761F462690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0079" y="1458772"/>
                <a:ext cx="144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BA29984-742F-65B2-ED4B-1194B17F47DF}"/>
                  </a:ext>
                </a:extLst>
              </p:cNvPr>
              <p:cNvSpPr/>
              <p:nvPr/>
            </p:nvSpPr>
            <p:spPr>
              <a:xfrm>
                <a:off x="330079" y="2043300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BA29984-742F-65B2-ED4B-1194B17F47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0079" y="2043300"/>
                <a:ext cx="144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F8FA49C-23F1-C5A8-40BE-D7DB112A38EF}"/>
                  </a:ext>
                </a:extLst>
              </p:cNvPr>
              <p:cNvSpPr/>
              <p:nvPr/>
            </p:nvSpPr>
            <p:spPr>
              <a:xfrm>
                <a:off x="330079" y="2618303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F8FA49C-23F1-C5A8-40BE-D7DB112A38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0079" y="2618303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031AE018-7793-8607-AD3B-E744EA318B17}"/>
                  </a:ext>
                </a:extLst>
              </p:cNvPr>
              <p:cNvSpPr/>
              <p:nvPr/>
            </p:nvSpPr>
            <p:spPr>
              <a:xfrm>
                <a:off x="330079" y="3193306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031AE018-7793-8607-AD3B-E744EA318B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0079" y="3193306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A31FDF9B-E854-8B83-0151-1E55250D08AA}"/>
                  </a:ext>
                </a:extLst>
              </p:cNvPr>
              <p:cNvSpPr/>
              <p:nvPr/>
            </p:nvSpPr>
            <p:spPr>
              <a:xfrm>
                <a:off x="330079" y="3774334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A31FDF9B-E854-8B83-0151-1E55250D08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0079" y="3774334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F253B14-555B-B89D-FCED-32CAD400A94B}"/>
                  </a:ext>
                </a:extLst>
              </p:cNvPr>
              <p:cNvSpPr/>
              <p:nvPr/>
            </p:nvSpPr>
            <p:spPr>
              <a:xfrm>
                <a:off x="2244952" y="145877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F253B14-555B-B89D-FCED-32CAD400A9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4952" y="1458772"/>
                <a:ext cx="754301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E4C8B29-B8AB-DF2D-A934-3393EEADA136}"/>
                  </a:ext>
                </a:extLst>
              </p:cNvPr>
              <p:cNvSpPr/>
              <p:nvPr/>
            </p:nvSpPr>
            <p:spPr>
              <a:xfrm>
                <a:off x="2244952" y="2038300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E4C8B29-B8AB-DF2D-A934-3393EEADA1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4952" y="2038300"/>
                <a:ext cx="754301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D2C25E3-1D23-E34B-3B2B-44DA618E4138}"/>
                  </a:ext>
                </a:extLst>
              </p:cNvPr>
              <p:cNvSpPr/>
              <p:nvPr/>
            </p:nvSpPr>
            <p:spPr>
              <a:xfrm>
                <a:off x="2244952" y="2625336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D2C25E3-1D23-E34B-3B2B-44DA618E41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4952" y="2625336"/>
                <a:ext cx="754301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52F460A-862D-438A-CEDC-E6CD4520C471}"/>
                  </a:ext>
                </a:extLst>
              </p:cNvPr>
              <p:cNvSpPr/>
              <p:nvPr/>
            </p:nvSpPr>
            <p:spPr>
              <a:xfrm>
                <a:off x="2244952" y="321237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52F460A-862D-438A-CEDC-E6CD4520C4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4952" y="3212372"/>
                <a:ext cx="754301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8D8AE1CB-3034-E9C8-9A67-E9CD7F215263}"/>
                  </a:ext>
                </a:extLst>
              </p:cNvPr>
              <p:cNvSpPr/>
              <p:nvPr/>
            </p:nvSpPr>
            <p:spPr>
              <a:xfrm>
                <a:off x="2244952" y="3774334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8D8AE1CB-3034-E9C8-9A67-E9CD7F2152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4952" y="3774334"/>
                <a:ext cx="754301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E9DE4670-1610-A072-3A8F-9B885B4F8B6B}"/>
                  </a:ext>
                </a:extLst>
              </p:cNvPr>
              <p:cNvSpPr/>
              <p:nvPr/>
            </p:nvSpPr>
            <p:spPr>
              <a:xfrm>
                <a:off x="3793322" y="146264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E9DE4670-1610-A072-3A8F-9B885B4F8B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93322" y="1462642"/>
                <a:ext cx="754301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29C45BC-0D78-8B20-6B1F-687F177608DF}"/>
                  </a:ext>
                </a:extLst>
              </p:cNvPr>
              <p:cNvSpPr/>
              <p:nvPr/>
            </p:nvSpPr>
            <p:spPr>
              <a:xfrm>
                <a:off x="3793322" y="2040565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29C45BC-0D78-8B20-6B1F-687F177608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93322" y="2040565"/>
                <a:ext cx="754301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83B6AB0-911E-9D8A-D0C5-9E2D07242253}"/>
                  </a:ext>
                </a:extLst>
              </p:cNvPr>
              <p:cNvSpPr/>
              <p:nvPr/>
            </p:nvSpPr>
            <p:spPr>
              <a:xfrm>
                <a:off x="3793322" y="2618488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83B6AB0-911E-9D8A-D0C5-9E2D072422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93322" y="2618488"/>
                <a:ext cx="754301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D25F0C01-3E7B-F237-B058-C7B8F6F7D841}"/>
                  </a:ext>
                </a:extLst>
              </p:cNvPr>
              <p:cNvSpPr/>
              <p:nvPr/>
            </p:nvSpPr>
            <p:spPr>
              <a:xfrm>
                <a:off x="3793322" y="3196411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D25F0C01-3E7B-F237-B058-C7B8F6F7D8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93322" y="3196411"/>
                <a:ext cx="754301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FA74DF80-D2B9-D387-6AB0-8BD9AFB18DA1}"/>
                  </a:ext>
                </a:extLst>
              </p:cNvPr>
              <p:cNvSpPr/>
              <p:nvPr/>
            </p:nvSpPr>
            <p:spPr>
              <a:xfrm>
                <a:off x="3793322" y="3774334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FA74DF80-D2B9-D387-6AB0-8BD9AFB18D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93322" y="3774334"/>
                <a:ext cx="754301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B028B0E-5E1A-2F3C-C898-3C3FE2FA3BDE}"/>
                  </a:ext>
                </a:extLst>
              </p:cNvPr>
              <p:cNvSpPr txBox="1"/>
              <p:nvPr/>
            </p:nvSpPr>
            <p:spPr>
              <a:xfrm>
                <a:off x="7977413" y="887920"/>
                <a:ext cx="3984954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B028B0E-5E1A-2F3C-C898-3C3FE2FA3B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7413" y="887920"/>
                <a:ext cx="3984954" cy="1134093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5F0EF25-F759-AC75-6711-1AEDB57DD82B}"/>
                  </a:ext>
                </a:extLst>
              </p:cNvPr>
              <p:cNvSpPr txBox="1"/>
              <p:nvPr/>
            </p:nvSpPr>
            <p:spPr>
              <a:xfrm>
                <a:off x="7977413" y="2508610"/>
                <a:ext cx="4309780" cy="9266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25</m:t>
                              </m:r>
                              <m:r>
                                <a:rPr lang="en-US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16</m:t>
                              </m:r>
                            </m:e>
                          </m:d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5F0EF25-F759-AC75-6711-1AEDB57DD8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7413" y="2508610"/>
                <a:ext cx="4309780" cy="9266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B5AA19A-6B17-B9FF-B961-514B0F32B6AE}"/>
                  </a:ext>
                </a:extLst>
              </p:cNvPr>
              <p:cNvSpPr txBox="1"/>
              <p:nvPr/>
            </p:nvSpPr>
            <p:spPr>
              <a:xfrm>
                <a:off x="7977413" y="3844028"/>
                <a:ext cx="298835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=10+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15 </m:t>
                          </m:r>
                        </m:num>
                        <m:den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6B5AA19A-6B17-B9FF-B961-514B0F32B6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7413" y="3844028"/>
                <a:ext cx="2988350" cy="907749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93A0A6E-36B7-EF2C-BBFC-C7676598F5A2}"/>
              </a:ext>
            </a:extLst>
          </p:cNvPr>
          <p:cNvSpPr/>
          <p:nvPr/>
        </p:nvSpPr>
        <p:spPr>
          <a:xfrm>
            <a:off x="275588" y="2057350"/>
            <a:ext cx="4512838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24D2F00-D8AB-B6BD-E8C9-DF99DD7FAAC8}"/>
                  </a:ext>
                </a:extLst>
              </p:cNvPr>
              <p:cNvSpPr txBox="1"/>
              <p:nvPr/>
            </p:nvSpPr>
            <p:spPr>
              <a:xfrm>
                <a:off x="7471178" y="4046118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724D2F00-D8AB-B6BD-E8C9-DF99DD7FAA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1178" y="4046118"/>
                <a:ext cx="506235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1B78596-FD87-6BDA-F4BE-B49D7A0603A0}"/>
                  </a:ext>
                </a:extLst>
              </p:cNvPr>
              <p:cNvSpPr txBox="1"/>
              <p:nvPr/>
            </p:nvSpPr>
            <p:spPr>
              <a:xfrm>
                <a:off x="3966911" y="5943781"/>
                <a:ext cx="42833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1B78596-FD87-6BDA-F4BE-B49D7A0603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66911" y="5943781"/>
                <a:ext cx="428332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678077D-760B-C84F-CBC1-76FB8356A67E}"/>
                  </a:ext>
                </a:extLst>
              </p:cNvPr>
              <p:cNvSpPr txBox="1"/>
              <p:nvPr/>
            </p:nvSpPr>
            <p:spPr>
              <a:xfrm>
                <a:off x="2421098" y="5943781"/>
                <a:ext cx="41658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678077D-760B-C84F-CBC1-76FB8356A6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21098" y="5943781"/>
                <a:ext cx="416584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46D64F9-B0B2-3657-7C52-8F785D010AC1}"/>
                  </a:ext>
                </a:extLst>
              </p:cNvPr>
              <p:cNvSpPr txBox="1"/>
              <p:nvPr/>
            </p:nvSpPr>
            <p:spPr>
              <a:xfrm>
                <a:off x="7476974" y="2725596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46D64F9-B0B2-3657-7C52-8F785D010A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6974" y="2725596"/>
                <a:ext cx="506235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B7F36536-AEE8-ABD6-75F7-F5553C072793}"/>
              </a:ext>
            </a:extLst>
          </p:cNvPr>
          <p:cNvCxnSpPr>
            <a:cxnSpLocks/>
          </p:cNvCxnSpPr>
          <p:nvPr/>
        </p:nvCxnSpPr>
        <p:spPr>
          <a:xfrm>
            <a:off x="6893736" y="790034"/>
            <a:ext cx="0" cy="5675747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757E785E-A44F-4FF2-96A8-0BF3778A3177}"/>
                  </a:ext>
                </a:extLst>
              </p:cNvPr>
              <p:cNvSpPr/>
              <p:nvPr/>
            </p:nvSpPr>
            <p:spPr>
              <a:xfrm>
                <a:off x="229635" y="4352257"/>
                <a:ext cx="1120194" cy="101720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757E785E-A44F-4FF2-96A8-0BF3778A31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9635" y="4352257"/>
                <a:ext cx="1120194" cy="1017209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22DDBE0-6218-49A3-A8C5-8242467F8B26}"/>
                  </a:ext>
                </a:extLst>
              </p:cNvPr>
              <p:cNvSpPr txBox="1"/>
              <p:nvPr/>
            </p:nvSpPr>
            <p:spPr>
              <a:xfrm>
                <a:off x="1820974" y="4554511"/>
                <a:ext cx="1015653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22DDBE0-6218-49A3-A8C5-8242467F8B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20974" y="4554511"/>
                <a:ext cx="1015653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77789AD8-5997-491A-86A7-32850A6536CF}"/>
                  </a:ext>
                </a:extLst>
              </p:cNvPr>
              <p:cNvSpPr txBox="1"/>
              <p:nvPr/>
            </p:nvSpPr>
            <p:spPr>
              <a:xfrm>
                <a:off x="1134107" y="4554511"/>
                <a:ext cx="98034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77789AD8-5997-491A-86A7-32850A6536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34107" y="4554511"/>
                <a:ext cx="980347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DCA00856-23B3-46EA-B3ED-EDC6C33B8ECA}"/>
                  </a:ext>
                </a:extLst>
              </p:cNvPr>
              <p:cNvSpPr txBox="1"/>
              <p:nvPr/>
            </p:nvSpPr>
            <p:spPr>
              <a:xfrm>
                <a:off x="3045264" y="4554511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DCA00856-23B3-46EA-B3ED-EDC6C33B8E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5264" y="4554511"/>
                <a:ext cx="506235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AE1A2A33-8C81-4A07-8469-AE1D6474BCE0}"/>
                  </a:ext>
                </a:extLst>
              </p:cNvPr>
              <p:cNvSpPr txBox="1"/>
              <p:nvPr/>
            </p:nvSpPr>
            <p:spPr>
              <a:xfrm>
                <a:off x="3506877" y="4401775"/>
                <a:ext cx="1577391" cy="827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AE1A2A33-8C81-4A07-8469-AE1D6474BC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06877" y="4401775"/>
                <a:ext cx="1577391" cy="827471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0" name="TextBox 49">
            <a:extLst>
              <a:ext uri="{FF2B5EF4-FFF2-40B4-BE49-F238E27FC236}">
                <a16:creationId xmlns:a16="http://schemas.microsoft.com/office/drawing/2014/main" id="{BA0BA13B-6D54-4ED0-AE63-9C9735543410}"/>
              </a:ext>
            </a:extLst>
          </p:cNvPr>
          <p:cNvSpPr txBox="1"/>
          <p:nvPr/>
        </p:nvSpPr>
        <p:spPr>
          <a:xfrm>
            <a:off x="229634" y="5310110"/>
            <a:ext cx="237640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Median class 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DB45464-B036-4616-8A56-6EF4CB394E18}"/>
                  </a:ext>
                </a:extLst>
              </p:cNvPr>
              <p:cNvSpPr txBox="1"/>
              <p:nvPr/>
            </p:nvSpPr>
            <p:spPr>
              <a:xfrm>
                <a:off x="2331465" y="5310110"/>
                <a:ext cx="16231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DB45464-B036-4616-8A56-6EF4CB394E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1465" y="5310110"/>
                <a:ext cx="1623117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231FE6BC-17BE-45A3-BC20-54ABE09F3EBC}"/>
                  </a:ext>
                </a:extLst>
              </p:cNvPr>
              <p:cNvSpPr txBox="1"/>
              <p:nvPr/>
            </p:nvSpPr>
            <p:spPr>
              <a:xfrm>
                <a:off x="3735270" y="5310110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231FE6BC-17BE-45A3-BC20-54ABE09F3E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35270" y="5310110"/>
                <a:ext cx="506235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3EF9ABC-321C-4997-B904-FA1649F259BD}"/>
                  </a:ext>
                </a:extLst>
              </p:cNvPr>
              <p:cNvSpPr txBox="1"/>
              <p:nvPr/>
            </p:nvSpPr>
            <p:spPr>
              <a:xfrm>
                <a:off x="4221655" y="5304121"/>
                <a:ext cx="1467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3EF9ABC-321C-4997-B904-FA1649F259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21655" y="5304121"/>
                <a:ext cx="1467946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D79ECB3-39E7-4B5E-816C-84D5DFAF5E0F}"/>
                  </a:ext>
                </a:extLst>
              </p:cNvPr>
              <p:cNvSpPr txBox="1"/>
              <p:nvPr/>
            </p:nvSpPr>
            <p:spPr>
              <a:xfrm>
                <a:off x="2730242" y="5943781"/>
                <a:ext cx="106847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D79ECB3-39E7-4B5E-816C-84D5DFAF5E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30242" y="5943781"/>
                <a:ext cx="1068477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39BA98F1-B498-4344-8D28-16CEE4250148}"/>
                  </a:ext>
                </a:extLst>
              </p:cNvPr>
              <p:cNvSpPr txBox="1"/>
              <p:nvPr/>
            </p:nvSpPr>
            <p:spPr>
              <a:xfrm>
                <a:off x="4260493" y="5943781"/>
                <a:ext cx="102564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39BA98F1-B498-4344-8D28-16CEE42501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0493" y="5943781"/>
                <a:ext cx="1025642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Rectangle: Diagonal Corners Rounded 14">
            <a:extLst>
              <a:ext uri="{FF2B5EF4-FFF2-40B4-BE49-F238E27FC236}">
                <a16:creationId xmlns:a16="http://schemas.microsoft.com/office/drawing/2014/main" id="{931A3E84-C32F-4132-B70C-DD3E51D07410}"/>
              </a:ext>
            </a:extLst>
          </p:cNvPr>
          <p:cNvSpPr/>
          <p:nvPr/>
        </p:nvSpPr>
        <p:spPr>
          <a:xfrm>
            <a:off x="2244952" y="2100749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C741094-64B0-4A67-B6E8-D8AB9FA97548}"/>
                  </a:ext>
                </a:extLst>
              </p:cNvPr>
              <p:cNvSpPr txBox="1"/>
              <p:nvPr/>
            </p:nvSpPr>
            <p:spPr>
              <a:xfrm>
                <a:off x="7977413" y="5069611"/>
                <a:ext cx="25030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C741094-64B0-4A67-B6E8-D8AB9FA975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7413" y="5069611"/>
                <a:ext cx="2503060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4512AEC4-AD19-4D6D-872B-BE1D2E7DC1C1}"/>
                  </a:ext>
                </a:extLst>
              </p:cNvPr>
              <p:cNvSpPr txBox="1"/>
              <p:nvPr/>
            </p:nvSpPr>
            <p:spPr>
              <a:xfrm>
                <a:off x="7471178" y="5070221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4512AEC4-AD19-4D6D-872B-BE1D2E7DC1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1178" y="5070221"/>
                <a:ext cx="506235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0" name="Rectangle: Diagonal Corners Rounded 59">
            <a:extLst>
              <a:ext uri="{FF2B5EF4-FFF2-40B4-BE49-F238E27FC236}">
                <a16:creationId xmlns:a16="http://schemas.microsoft.com/office/drawing/2014/main" id="{D22E387B-4819-4910-A60C-1BDFBB079DE0}"/>
              </a:ext>
            </a:extLst>
          </p:cNvPr>
          <p:cNvSpPr/>
          <p:nvPr/>
        </p:nvSpPr>
        <p:spPr>
          <a:xfrm>
            <a:off x="3787296" y="1521033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4ACD06D2-0442-4056-A0C5-A3CB437B6AF4}"/>
                  </a:ext>
                </a:extLst>
              </p:cNvPr>
              <p:cNvSpPr txBox="1"/>
              <p:nvPr/>
            </p:nvSpPr>
            <p:spPr>
              <a:xfrm>
                <a:off x="5344860" y="5942561"/>
                <a:ext cx="1315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4ACD06D2-0442-4056-A0C5-A3CB437B6A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4860" y="5942561"/>
                <a:ext cx="1315968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3089781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/>
      <p:bldP spid="42" grpId="0"/>
      <p:bldP spid="43" grpId="0"/>
      <p:bldP spid="13" grpId="0"/>
      <p:bldP spid="14" grpId="0"/>
      <p:bldP spid="16" grpId="0" animBg="1"/>
      <p:bldP spid="20" grpId="0"/>
      <p:bldP spid="24" grpId="0"/>
      <p:bldP spid="25" grpId="0"/>
      <p:bldP spid="22" grpId="0"/>
      <p:bldP spid="38" grpId="0"/>
      <p:bldP spid="45" grpId="0"/>
      <p:bldP spid="46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15" grpId="0" animBg="1"/>
      <p:bldP spid="58" grpId="0"/>
      <p:bldP spid="59" grpId="0"/>
      <p:bldP spid="60" grpId="0" animBg="1"/>
      <p:bldP spid="61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0800" y="895507"/>
                <a:ext cx="11930400" cy="194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US" dirty="0"/>
                  <a:t>The median of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60</m:t>
                    </m:r>
                  </m:oMath>
                </a14:m>
                <a:r>
                  <a:rPr lang="en-US" dirty="0"/>
                  <a:t> observations (following data) is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28.5</m:t>
                    </m:r>
                  </m:oMath>
                </a14:m>
                <a:r>
                  <a:rPr lang="en-US" dirty="0"/>
                  <a:t>. Find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x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y</m:t>
                    </m:r>
                  </m:oMath>
                </a14:m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0800" y="895507"/>
                <a:ext cx="11930400" cy="1944000"/>
              </a:xfrm>
              <a:prstGeom prst="rect">
                <a:avLst/>
              </a:prstGeom>
              <a:blipFill>
                <a:blip r:embed="rId3"/>
                <a:stretch>
                  <a:fillRect l="-1021" t="-94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2.2 ⇝ Example 5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0800" y="302381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5492643"/>
              </p:ext>
            </p:extLst>
          </p:nvPr>
        </p:nvGraphicFramePr>
        <p:xfrm>
          <a:off x="249392" y="1537547"/>
          <a:ext cx="11693218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61448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505295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Marks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No. of students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478C062A-9176-4C6F-A5FB-0F45BC9BC172}"/>
              </a:ext>
            </a:extLst>
          </p:cNvPr>
          <p:cNvSpPr txBox="1"/>
          <p:nvPr/>
        </p:nvSpPr>
        <p:spPr>
          <a:xfrm>
            <a:off x="1593840" y="3022940"/>
            <a:ext cx="209965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Given that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6E45CA87-C5FC-40C9-AD76-D9C624F23CA5}"/>
                  </a:ext>
                </a:extLst>
              </p:cNvPr>
              <p:cNvSpPr txBox="1"/>
              <p:nvPr/>
            </p:nvSpPr>
            <p:spPr>
              <a:xfrm>
                <a:off x="1593840" y="3852398"/>
                <a:ext cx="17894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=28.5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6E45CA87-C5FC-40C9-AD76-D9C624F23C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3840" y="3852398"/>
                <a:ext cx="178944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72CE99B-ADDA-4620-B450-604054092ECC}"/>
                  </a:ext>
                </a:extLst>
              </p:cNvPr>
              <p:cNvSpPr txBox="1"/>
              <p:nvPr/>
            </p:nvSpPr>
            <p:spPr>
              <a:xfrm>
                <a:off x="4587240" y="3824132"/>
                <a:ext cx="17894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72CE99B-ADDA-4620-B450-604054092E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87240" y="3824132"/>
                <a:ext cx="178944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952BD25-3BE6-4AFE-95F2-D01311EC8A96}"/>
                  </a:ext>
                </a:extLst>
              </p:cNvPr>
              <p:cNvSpPr txBox="1"/>
              <p:nvPr/>
            </p:nvSpPr>
            <p:spPr>
              <a:xfrm>
                <a:off x="3693492" y="3546160"/>
                <a:ext cx="1122348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952BD25-3BE6-4AFE-95F2-D01311EC8A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3492" y="3546160"/>
                <a:ext cx="1122348" cy="1135696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CCCDC49-685E-40AB-816B-C6AE5DAB7C15}"/>
                  </a:ext>
                </a:extLst>
              </p:cNvPr>
              <p:cNvSpPr txBox="1"/>
              <p:nvPr/>
            </p:nvSpPr>
            <p:spPr>
              <a:xfrm>
                <a:off x="1594216" y="5320453"/>
                <a:ext cx="3937354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CCCDC49-685E-40AB-816B-C6AE5DAB7C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320453"/>
                <a:ext cx="3937354" cy="113409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TextBox 10">
            <a:extLst>
              <a:ext uri="{FF2B5EF4-FFF2-40B4-BE49-F238E27FC236}">
                <a16:creationId xmlns:a16="http://schemas.microsoft.com/office/drawing/2014/main" id="{B21859A8-CAD8-4A0C-A503-10C259795F40}"/>
              </a:ext>
            </a:extLst>
          </p:cNvPr>
          <p:cNvSpPr txBox="1"/>
          <p:nvPr/>
        </p:nvSpPr>
        <p:spPr>
          <a:xfrm>
            <a:off x="1594216" y="4724339"/>
            <a:ext cx="478753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Formula to calculate median is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6DB4F506-584F-4C52-A20E-60A1BAA891C2}"/>
                  </a:ext>
                </a:extLst>
              </p:cNvPr>
              <p:cNvSpPr/>
              <p:nvPr/>
            </p:nvSpPr>
            <p:spPr>
              <a:xfrm>
                <a:off x="2936726" y="15736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6DB4F506-584F-4C52-A20E-60A1BAA891C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6726" y="1573682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212046CE-F352-43ED-A880-739C4478BFD5}"/>
                  </a:ext>
                </a:extLst>
              </p:cNvPr>
              <p:cNvSpPr/>
              <p:nvPr/>
            </p:nvSpPr>
            <p:spPr>
              <a:xfrm>
                <a:off x="4443736" y="15736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212046CE-F352-43ED-A880-739C4478BF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43736" y="1573682"/>
                <a:ext cx="144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433AFC7-914D-42C9-8778-347901506447}"/>
                  </a:ext>
                </a:extLst>
              </p:cNvPr>
              <p:cNvSpPr/>
              <p:nvPr/>
            </p:nvSpPr>
            <p:spPr>
              <a:xfrm>
                <a:off x="5950746" y="15736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433AFC7-914D-42C9-8778-3479015064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50746" y="1573682"/>
                <a:ext cx="144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6FC48A50-3ABC-4AB8-9276-73FACBDBAC79}"/>
                  </a:ext>
                </a:extLst>
              </p:cNvPr>
              <p:cNvSpPr/>
              <p:nvPr/>
            </p:nvSpPr>
            <p:spPr>
              <a:xfrm>
                <a:off x="7457756" y="15736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6FC48A50-3ABC-4AB8-9276-73FACBDBAC7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57756" y="1573682"/>
                <a:ext cx="144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F61C46B-A778-4442-8C3A-6098763BA7C3}"/>
                  </a:ext>
                </a:extLst>
              </p:cNvPr>
              <p:cNvSpPr/>
              <p:nvPr/>
            </p:nvSpPr>
            <p:spPr>
              <a:xfrm>
                <a:off x="3279575" y="21415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F61C46B-A778-4442-8C3A-6098763BA7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79575" y="2141512"/>
                <a:ext cx="754301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457AB59-E6A1-4173-B90B-CB39A9A1C1B8}"/>
                  </a:ext>
                </a:extLst>
              </p:cNvPr>
              <p:cNvSpPr/>
              <p:nvPr/>
            </p:nvSpPr>
            <p:spPr>
              <a:xfrm>
                <a:off x="4786585" y="21415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457AB59-E6A1-4173-B90B-CB39A9A1C1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6585" y="2141512"/>
                <a:ext cx="754301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A839A9E-A423-4CD2-B4CA-C4CC811793C1}"/>
                  </a:ext>
                </a:extLst>
              </p:cNvPr>
              <p:cNvSpPr/>
              <p:nvPr/>
            </p:nvSpPr>
            <p:spPr>
              <a:xfrm>
                <a:off x="6293595" y="21415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6A839A9E-A423-4CD2-B4CA-C4CC811793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3595" y="2141512"/>
                <a:ext cx="754301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62976610-B5D6-42A1-8B66-02018442C002}"/>
                  </a:ext>
                </a:extLst>
              </p:cNvPr>
              <p:cNvSpPr/>
              <p:nvPr/>
            </p:nvSpPr>
            <p:spPr>
              <a:xfrm>
                <a:off x="7800605" y="21415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62976610-B5D6-42A1-8B66-02018442C0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00605" y="2141512"/>
                <a:ext cx="754301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666E883-E62C-4FB9-B923-C539C838F65A}"/>
                  </a:ext>
                </a:extLst>
              </p:cNvPr>
              <p:cNvSpPr/>
              <p:nvPr/>
            </p:nvSpPr>
            <p:spPr>
              <a:xfrm>
                <a:off x="9307615" y="21415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666E883-E62C-4FB9-B923-C539C838F6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07615" y="2141512"/>
                <a:ext cx="754301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97C1EEA1-1397-4E43-A654-F5B912BBFC1B}"/>
                  </a:ext>
                </a:extLst>
              </p:cNvPr>
              <p:cNvSpPr/>
              <p:nvPr/>
            </p:nvSpPr>
            <p:spPr>
              <a:xfrm>
                <a:off x="10814627" y="2141512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97C1EEA1-1397-4E43-A654-F5B912BBFC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14627" y="2141512"/>
                <a:ext cx="754301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BBF31089-3DAB-42B0-8063-5C98EEE99398}"/>
                  </a:ext>
                </a:extLst>
              </p:cNvPr>
              <p:cNvSpPr/>
              <p:nvPr/>
            </p:nvSpPr>
            <p:spPr>
              <a:xfrm>
                <a:off x="8964766" y="15736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0−50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BBF31089-3DAB-42B0-8063-5C98EEE993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64766" y="1573682"/>
                <a:ext cx="144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1688CC8-2454-47ED-B525-02CE5BECEEA5}"/>
                  </a:ext>
                </a:extLst>
              </p:cNvPr>
              <p:cNvSpPr/>
              <p:nvPr/>
            </p:nvSpPr>
            <p:spPr>
              <a:xfrm>
                <a:off x="10471778" y="157368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1688CC8-2454-47ED-B525-02CE5BECEE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71778" y="1573682"/>
                <a:ext cx="144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664247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2.2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08735910"/>
                  </p:ext>
                </p:extLst>
              </p:nvPr>
            </p:nvGraphicFramePr>
            <p:xfrm>
              <a:off x="247858" y="799145"/>
              <a:ext cx="5398199" cy="4032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9524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424214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  <a:gridCol w="2278743">
                      <a:extLst>
                        <a:ext uri="{9D8B030D-6E8A-4147-A177-3AD203B41FA5}">
                          <a16:colId xmlns:a16="http://schemas.microsoft.com/office/drawing/2014/main" val="3893990540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pt-BR" sz="2800" b="0" i="0" dirty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08735910"/>
                  </p:ext>
                </p:extLst>
              </p:nvPr>
            </p:nvGraphicFramePr>
            <p:xfrm>
              <a:off x="247858" y="799145"/>
              <a:ext cx="5398199" cy="4032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9524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424214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  <a:gridCol w="2278743">
                      <a:extLst>
                        <a:ext uri="{9D8B030D-6E8A-4147-A177-3AD203B41FA5}">
                          <a16:colId xmlns:a16="http://schemas.microsoft.com/office/drawing/2014/main" val="3893990540"/>
                        </a:ext>
                      </a:extLst>
                    </a:gridCol>
                  </a:tblGrid>
                  <a:tr h="576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58" t="-2105" r="-218996" b="-600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19658" t="-2105" r="-161111" b="-600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37433" t="-2105" r="-802" b="-600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E152266-8316-9E83-287D-761F46269065}"/>
                  </a:ext>
                </a:extLst>
              </p:cNvPr>
              <p:cNvSpPr/>
              <p:nvPr/>
            </p:nvSpPr>
            <p:spPr>
              <a:xfrm>
                <a:off x="383839" y="1403235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E152266-8316-9E83-287D-761F462690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839" y="1403235"/>
                <a:ext cx="144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BA29984-742F-65B2-ED4B-1194B17F47DF}"/>
                  </a:ext>
                </a:extLst>
              </p:cNvPr>
              <p:cNvSpPr/>
              <p:nvPr/>
            </p:nvSpPr>
            <p:spPr>
              <a:xfrm>
                <a:off x="383839" y="1980263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BA29984-742F-65B2-ED4B-1194B17F47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839" y="1980263"/>
                <a:ext cx="144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F8FA49C-23F1-C5A8-40BE-D7DB112A38EF}"/>
                  </a:ext>
                </a:extLst>
              </p:cNvPr>
              <p:cNvSpPr/>
              <p:nvPr/>
            </p:nvSpPr>
            <p:spPr>
              <a:xfrm>
                <a:off x="383839" y="2557291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F8FA49C-23F1-C5A8-40BE-D7DB112A38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839" y="2557291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031AE018-7793-8607-AD3B-E744EA318B17}"/>
                  </a:ext>
                </a:extLst>
              </p:cNvPr>
              <p:cNvSpPr/>
              <p:nvPr/>
            </p:nvSpPr>
            <p:spPr>
              <a:xfrm>
                <a:off x="383839" y="3134319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031AE018-7793-8607-AD3B-E744EA318B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839" y="3134319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F253B14-555B-B89D-FCED-32CAD400A94B}"/>
                  </a:ext>
                </a:extLst>
              </p:cNvPr>
              <p:cNvSpPr/>
              <p:nvPr/>
            </p:nvSpPr>
            <p:spPr>
              <a:xfrm>
                <a:off x="2288011" y="1401161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F253B14-555B-B89D-FCED-32CAD400A9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8011" y="1401161"/>
                <a:ext cx="754301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E4C8B29-B8AB-DF2D-A934-3393EEADA136}"/>
                  </a:ext>
                </a:extLst>
              </p:cNvPr>
              <p:cNvSpPr/>
              <p:nvPr/>
            </p:nvSpPr>
            <p:spPr>
              <a:xfrm>
                <a:off x="2288011" y="1978604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E4C8B29-B8AB-DF2D-A934-3393EEADA1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8011" y="1978604"/>
                <a:ext cx="754301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D2C25E3-1D23-E34B-3B2B-44DA618E4138}"/>
                  </a:ext>
                </a:extLst>
              </p:cNvPr>
              <p:cNvSpPr/>
              <p:nvPr/>
            </p:nvSpPr>
            <p:spPr>
              <a:xfrm>
                <a:off x="2288011" y="2556047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5D2C25E3-1D23-E34B-3B2B-44DA618E41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8011" y="2556047"/>
                <a:ext cx="754301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52F460A-862D-438A-CEDC-E6CD4520C471}"/>
                  </a:ext>
                </a:extLst>
              </p:cNvPr>
              <p:cNvSpPr/>
              <p:nvPr/>
            </p:nvSpPr>
            <p:spPr>
              <a:xfrm>
                <a:off x="2288011" y="3133490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52F460A-862D-438A-CEDC-E6CD4520C4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8011" y="3133490"/>
                <a:ext cx="754301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8D8AE1CB-3034-E9C8-9A67-E9CD7F215263}"/>
                  </a:ext>
                </a:extLst>
              </p:cNvPr>
              <p:cNvSpPr/>
              <p:nvPr/>
            </p:nvSpPr>
            <p:spPr>
              <a:xfrm>
                <a:off x="2288011" y="3710933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8D8AE1CB-3034-E9C8-9A67-E9CD7F2152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8011" y="3710933"/>
                <a:ext cx="754301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B7B96C29-7883-CF02-0ED1-2B6EEE29926B}"/>
                  </a:ext>
                </a:extLst>
              </p:cNvPr>
              <p:cNvSpPr/>
              <p:nvPr/>
            </p:nvSpPr>
            <p:spPr>
              <a:xfrm>
                <a:off x="2288011" y="4288375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B7B96C29-7883-CF02-0ED1-2B6EEE2992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8011" y="4288375"/>
                <a:ext cx="754301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E9DE4670-1610-A072-3A8F-9B885B4F8B6B}"/>
                  </a:ext>
                </a:extLst>
              </p:cNvPr>
              <p:cNvSpPr/>
              <p:nvPr/>
            </p:nvSpPr>
            <p:spPr>
              <a:xfrm>
                <a:off x="4150775" y="1402309"/>
                <a:ext cx="75430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E9DE4670-1610-A072-3A8F-9B885B4F8B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50775" y="1402309"/>
                <a:ext cx="754301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29C45BC-0D78-8B20-6B1F-687F177608DF}"/>
                  </a:ext>
                </a:extLst>
              </p:cNvPr>
              <p:cNvSpPr/>
              <p:nvPr/>
            </p:nvSpPr>
            <p:spPr>
              <a:xfrm>
                <a:off x="3943470" y="1979522"/>
                <a:ext cx="116891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29C45BC-0D78-8B20-6B1F-687F177608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43470" y="1979522"/>
                <a:ext cx="116891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83B6AB0-911E-9D8A-D0C5-9E2D07242253}"/>
                  </a:ext>
                </a:extLst>
              </p:cNvPr>
              <p:cNvSpPr/>
              <p:nvPr/>
            </p:nvSpPr>
            <p:spPr>
              <a:xfrm>
                <a:off x="3840056" y="2556735"/>
                <a:ext cx="137573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83B6AB0-911E-9D8A-D0C5-9E2D072422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0056" y="2556735"/>
                <a:ext cx="1375739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D25F0C01-3E7B-F237-B058-C7B8F6F7D841}"/>
                  </a:ext>
                </a:extLst>
              </p:cNvPr>
              <p:cNvSpPr/>
              <p:nvPr/>
            </p:nvSpPr>
            <p:spPr>
              <a:xfrm>
                <a:off x="3854348" y="3133948"/>
                <a:ext cx="134715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D25F0C01-3E7B-F237-B058-C7B8F6F7D8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54348" y="3133948"/>
                <a:ext cx="1347154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FA74DF80-D2B9-D387-6AB0-8BD9AFB18DA1}"/>
                  </a:ext>
                </a:extLst>
              </p:cNvPr>
              <p:cNvSpPr/>
              <p:nvPr/>
            </p:nvSpPr>
            <p:spPr>
              <a:xfrm>
                <a:off x="3510248" y="3711161"/>
                <a:ext cx="203535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FA74DF80-D2B9-D387-6AB0-8BD9AFB18D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248" y="3711161"/>
                <a:ext cx="2035354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C029D53-E4C3-C52D-9B02-FE84E12DB3FA}"/>
                  </a:ext>
                </a:extLst>
              </p:cNvPr>
              <p:cNvSpPr/>
              <p:nvPr/>
            </p:nvSpPr>
            <p:spPr>
              <a:xfrm>
                <a:off x="3510248" y="4288375"/>
                <a:ext cx="203535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C029D53-E4C3-C52D-9B02-FE84E12DB3F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248" y="4288375"/>
                <a:ext cx="2035354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0413C09E-5CCD-806B-AA40-12A101736708}"/>
                  </a:ext>
                </a:extLst>
              </p:cNvPr>
              <p:cNvSpPr/>
              <p:nvPr/>
            </p:nvSpPr>
            <p:spPr>
              <a:xfrm>
                <a:off x="6227025" y="4222385"/>
                <a:ext cx="272501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0413C09E-5CCD-806B-AA40-12A1017367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27025" y="4222385"/>
                <a:ext cx="2725011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D530D4B-C169-9479-22E0-C2411C8DCFE1}"/>
                  </a:ext>
                </a:extLst>
              </p:cNvPr>
              <p:cNvSpPr/>
              <p:nvPr/>
            </p:nvSpPr>
            <p:spPr>
              <a:xfrm>
                <a:off x="9533004" y="4216396"/>
                <a:ext cx="205293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D530D4B-C169-9479-22E0-C2411C8DCF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3004" y="4216396"/>
                <a:ext cx="2052937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D289DA47-F8DC-E539-5051-27A308A3BC6D}"/>
                  </a:ext>
                </a:extLst>
              </p:cNvPr>
              <p:cNvSpPr/>
              <p:nvPr/>
            </p:nvSpPr>
            <p:spPr>
              <a:xfrm>
                <a:off x="383839" y="3711347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D289DA47-F8DC-E539-5051-27A308A3BC6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839" y="3711347"/>
                <a:ext cx="144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5AA0C7D8-792A-5658-B4FB-7237E799C085}"/>
                  </a:ext>
                </a:extLst>
              </p:cNvPr>
              <p:cNvSpPr/>
              <p:nvPr/>
            </p:nvSpPr>
            <p:spPr>
              <a:xfrm>
                <a:off x="383839" y="4288375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5AA0C7D8-792A-5658-B4FB-7237E799C0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839" y="4288375"/>
                <a:ext cx="1440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4B09484-E2C1-4A76-8931-19FEA0E266F1}"/>
                  </a:ext>
                </a:extLst>
              </p:cNvPr>
              <p:cNvSpPr txBox="1"/>
              <p:nvPr/>
            </p:nvSpPr>
            <p:spPr>
              <a:xfrm>
                <a:off x="5754281" y="990865"/>
                <a:ext cx="17894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=28.5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4B09484-E2C1-4A76-8931-19FEA0E266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4281" y="990865"/>
                <a:ext cx="178944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093F5557-5338-4060-91C6-51C2B6EDC2AC}"/>
                  </a:ext>
                </a:extLst>
              </p:cNvPr>
              <p:cNvSpPr txBox="1"/>
              <p:nvPr/>
            </p:nvSpPr>
            <p:spPr>
              <a:xfrm>
                <a:off x="1781540" y="5197061"/>
                <a:ext cx="17894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093F5557-5338-4060-91C6-51C2B6EDC2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1540" y="5197061"/>
                <a:ext cx="178944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BF822687-3F8E-4F03-A12C-17050BD35A50}"/>
                  </a:ext>
                </a:extLst>
              </p:cNvPr>
              <p:cNvSpPr txBox="1"/>
              <p:nvPr/>
            </p:nvSpPr>
            <p:spPr>
              <a:xfrm>
                <a:off x="887792" y="4919089"/>
                <a:ext cx="1122348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BF822687-3F8E-4F03-A12C-17050BD35A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7792" y="4919089"/>
                <a:ext cx="1122348" cy="1135696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4EB0258-CD18-4AE7-B9A6-C2E9CE5E038E}"/>
                  </a:ext>
                </a:extLst>
              </p:cNvPr>
              <p:cNvSpPr txBox="1"/>
              <p:nvPr/>
            </p:nvSpPr>
            <p:spPr>
              <a:xfrm>
                <a:off x="8997260" y="5571635"/>
                <a:ext cx="3937354" cy="9878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4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4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4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4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4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4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4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4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4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4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4EB0258-CD18-4AE7-B9A6-C2E9CE5E03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7260" y="5571635"/>
                <a:ext cx="3937354" cy="987899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047961DB-77B5-41CE-AE28-4FBC936FF5F1}"/>
                  </a:ext>
                </a:extLst>
              </p:cNvPr>
              <p:cNvSpPr txBox="1"/>
              <p:nvPr/>
            </p:nvSpPr>
            <p:spPr>
              <a:xfrm>
                <a:off x="3333095" y="5208377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047961DB-77B5-41CE-AE28-4FBC936FF5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3095" y="5208377"/>
                <a:ext cx="506235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937B8AB7-C67A-424D-AE93-7ABF7D006531}"/>
                  </a:ext>
                </a:extLst>
              </p:cNvPr>
              <p:cNvSpPr txBox="1"/>
              <p:nvPr/>
            </p:nvSpPr>
            <p:spPr>
              <a:xfrm>
                <a:off x="3794708" y="5055641"/>
                <a:ext cx="1577391" cy="827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937B8AB7-C67A-424D-AE93-7ABF7D0065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94708" y="5055641"/>
                <a:ext cx="1577391" cy="827471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2" name="Rectangle: Rounded Corners 71">
            <a:extLst>
              <a:ext uri="{FF2B5EF4-FFF2-40B4-BE49-F238E27FC236}">
                <a16:creationId xmlns:a16="http://schemas.microsoft.com/office/drawing/2014/main" id="{DF6207F1-520E-43D8-8093-E828216263D6}"/>
              </a:ext>
            </a:extLst>
          </p:cNvPr>
          <p:cNvSpPr/>
          <p:nvPr/>
        </p:nvSpPr>
        <p:spPr>
          <a:xfrm>
            <a:off x="375652" y="2560553"/>
            <a:ext cx="4996447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B37DCD1E-DFD6-4323-9E61-51FEEE869C2D}"/>
                  </a:ext>
                </a:extLst>
              </p:cNvPr>
              <p:cNvSpPr txBox="1"/>
              <p:nvPr/>
            </p:nvSpPr>
            <p:spPr>
              <a:xfrm>
                <a:off x="9439931" y="2227184"/>
                <a:ext cx="42833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B37DCD1E-DFD6-4323-9E61-51FEEE869C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39931" y="2227184"/>
                <a:ext cx="428332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728B4EA-B7C5-4600-B3C2-51ABFADD8B09}"/>
                  </a:ext>
                </a:extLst>
              </p:cNvPr>
              <p:cNvSpPr txBox="1"/>
              <p:nvPr/>
            </p:nvSpPr>
            <p:spPr>
              <a:xfrm>
                <a:off x="7894118" y="2227184"/>
                <a:ext cx="41658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728B4EA-B7C5-4600-B3C2-51ABFADD8B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94118" y="2227184"/>
                <a:ext cx="416584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5" name="TextBox 74">
            <a:extLst>
              <a:ext uri="{FF2B5EF4-FFF2-40B4-BE49-F238E27FC236}">
                <a16:creationId xmlns:a16="http://schemas.microsoft.com/office/drawing/2014/main" id="{CCDDD347-6666-43FD-B5CD-156C6E2FD688}"/>
              </a:ext>
            </a:extLst>
          </p:cNvPr>
          <p:cNvSpPr txBox="1"/>
          <p:nvPr/>
        </p:nvSpPr>
        <p:spPr>
          <a:xfrm>
            <a:off x="5752699" y="1593513"/>
            <a:ext cx="237640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Median class 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6A2F698C-2FDD-48DA-B677-F1414F3F130F}"/>
                  </a:ext>
                </a:extLst>
              </p:cNvPr>
              <p:cNvSpPr txBox="1"/>
              <p:nvPr/>
            </p:nvSpPr>
            <p:spPr>
              <a:xfrm>
                <a:off x="7854530" y="1593513"/>
                <a:ext cx="16231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6A2F698C-2FDD-48DA-B677-F1414F3F13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54530" y="1593513"/>
                <a:ext cx="1623117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CC8A710D-5D28-40B0-9E88-4CFAC58DEFF7}"/>
                  </a:ext>
                </a:extLst>
              </p:cNvPr>
              <p:cNvSpPr txBox="1"/>
              <p:nvPr/>
            </p:nvSpPr>
            <p:spPr>
              <a:xfrm>
                <a:off x="9258335" y="1593513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CC8A710D-5D28-40B0-9E88-4CFAC58DEF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58335" y="1593513"/>
                <a:ext cx="506235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B8310E9-EC69-44A5-A9CB-223989E5E005}"/>
                  </a:ext>
                </a:extLst>
              </p:cNvPr>
              <p:cNvSpPr txBox="1"/>
              <p:nvPr/>
            </p:nvSpPr>
            <p:spPr>
              <a:xfrm>
                <a:off x="9744720" y="1587524"/>
                <a:ext cx="1467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B8310E9-EC69-44A5-A9CB-223989E5E0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44720" y="1587524"/>
                <a:ext cx="1467946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DF202EAD-03C9-4B46-9547-4BB64A421D44}"/>
                  </a:ext>
                </a:extLst>
              </p:cNvPr>
              <p:cNvSpPr txBox="1"/>
              <p:nvPr/>
            </p:nvSpPr>
            <p:spPr>
              <a:xfrm>
                <a:off x="8203262" y="2227184"/>
                <a:ext cx="106847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DF202EAD-03C9-4B46-9547-4BB64A421D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03262" y="2227184"/>
                <a:ext cx="1068477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B48CB860-9024-4DE2-AC2F-A70A2A400CD5}"/>
                  </a:ext>
                </a:extLst>
              </p:cNvPr>
              <p:cNvSpPr txBox="1"/>
              <p:nvPr/>
            </p:nvSpPr>
            <p:spPr>
              <a:xfrm>
                <a:off x="9733513" y="2227184"/>
                <a:ext cx="160834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5+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B48CB860-9024-4DE2-AC2F-A70A2A400C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33513" y="2227184"/>
                <a:ext cx="1608342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1" name="Rectangle: Diagonal Corners Rounded 80">
            <a:extLst>
              <a:ext uri="{FF2B5EF4-FFF2-40B4-BE49-F238E27FC236}">
                <a16:creationId xmlns:a16="http://schemas.microsoft.com/office/drawing/2014/main" id="{ADA7DCE2-FFDD-4F68-A8F2-EA709E3B9162}"/>
              </a:ext>
            </a:extLst>
          </p:cNvPr>
          <p:cNvSpPr/>
          <p:nvPr/>
        </p:nvSpPr>
        <p:spPr>
          <a:xfrm>
            <a:off x="2265343" y="2603952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2" name="Rectangle: Diagonal Corners Rounded 81">
            <a:extLst>
              <a:ext uri="{FF2B5EF4-FFF2-40B4-BE49-F238E27FC236}">
                <a16:creationId xmlns:a16="http://schemas.microsoft.com/office/drawing/2014/main" id="{42576ECD-F867-4089-B701-68BD860390E0}"/>
              </a:ext>
            </a:extLst>
          </p:cNvPr>
          <p:cNvSpPr/>
          <p:nvPr/>
        </p:nvSpPr>
        <p:spPr>
          <a:xfrm>
            <a:off x="3921997" y="2039236"/>
            <a:ext cx="1089175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5" name="Rectangle: Rounded Corners 84">
            <a:extLst>
              <a:ext uri="{FF2B5EF4-FFF2-40B4-BE49-F238E27FC236}">
                <a16:creationId xmlns:a16="http://schemas.microsoft.com/office/drawing/2014/main" id="{787053A1-4649-4FEA-8C76-1BF2E8E71804}"/>
              </a:ext>
            </a:extLst>
          </p:cNvPr>
          <p:cNvSpPr/>
          <p:nvPr/>
        </p:nvSpPr>
        <p:spPr>
          <a:xfrm>
            <a:off x="5741537" y="988756"/>
            <a:ext cx="1702251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E142A7E7-BBE2-4056-917D-A317D882F3AA}"/>
                  </a:ext>
                </a:extLst>
              </p:cNvPr>
              <p:cNvSpPr txBox="1"/>
              <p:nvPr/>
            </p:nvSpPr>
            <p:spPr>
              <a:xfrm>
                <a:off x="7854530" y="2853716"/>
                <a:ext cx="1315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E142A7E7-BBE2-4056-917D-A317D882F3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54530" y="2853716"/>
                <a:ext cx="1315968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3E4A1476-5F64-48CC-81A7-F59E6771E16C}"/>
                  </a:ext>
                </a:extLst>
              </p:cNvPr>
              <p:cNvSpPr txBox="1"/>
              <p:nvPr/>
            </p:nvSpPr>
            <p:spPr>
              <a:xfrm>
                <a:off x="8942245" y="4216396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3E4A1476-5F64-48CC-81A7-F59E6771E1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42245" y="4216396"/>
                <a:ext cx="506235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9" name="TextBox 88">
            <a:extLst>
              <a:ext uri="{FF2B5EF4-FFF2-40B4-BE49-F238E27FC236}">
                <a16:creationId xmlns:a16="http://schemas.microsoft.com/office/drawing/2014/main" id="{7CA40450-8A0B-47A2-BA1C-CE0157412F29}"/>
              </a:ext>
            </a:extLst>
          </p:cNvPr>
          <p:cNvSpPr txBox="1"/>
          <p:nvPr/>
        </p:nvSpPr>
        <p:spPr>
          <a:xfrm>
            <a:off x="5752699" y="3589934"/>
            <a:ext cx="17910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Note that</a:t>
            </a:r>
          </a:p>
        </p:txBody>
      </p:sp>
    </p:spTree>
    <p:extLst>
      <p:ext uri="{BB962C8B-B14F-4D97-AF65-F5344CB8AC3E}">
        <p14:creationId xmlns:p14="http://schemas.microsoft.com/office/powerpoint/2010/main" val="100290401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/>
      <p:bldP spid="42" grpId="0"/>
      <p:bldP spid="43" grpId="0"/>
      <p:bldP spid="9" grpId="0"/>
      <p:bldP spid="12" grpId="0"/>
      <p:bldP spid="13" grpId="0"/>
      <p:bldP spid="51" grpId="0"/>
      <p:bldP spid="52" grpId="0"/>
      <p:bldP spid="72" grpId="0" animBg="1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 animBg="1"/>
      <p:bldP spid="82" grpId="0" animBg="1"/>
      <p:bldP spid="85" grpId="0" animBg="1"/>
      <p:bldP spid="86" grpId="0"/>
      <p:bldP spid="87" grpId="0"/>
      <p:bldP spid="89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2.2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D530D4B-C169-9479-22E0-C2411C8DCFE1}"/>
                  </a:ext>
                </a:extLst>
              </p:cNvPr>
              <p:cNvSpPr/>
              <p:nvPr/>
            </p:nvSpPr>
            <p:spPr>
              <a:xfrm>
                <a:off x="10220848" y="938176"/>
                <a:ext cx="205293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D530D4B-C169-9479-22E0-C2411C8DCF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20848" y="938176"/>
                <a:ext cx="2052937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4B09484-E2C1-4A76-8931-19FEA0E266F1}"/>
                  </a:ext>
                </a:extLst>
              </p:cNvPr>
              <p:cNvSpPr txBox="1"/>
              <p:nvPr/>
            </p:nvSpPr>
            <p:spPr>
              <a:xfrm>
                <a:off x="54979" y="937566"/>
                <a:ext cx="17894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=28.5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F4B09484-E2C1-4A76-8931-19FEA0E266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79" y="937566"/>
                <a:ext cx="178944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4EB0258-CD18-4AE7-B9A6-C2E9CE5E038E}"/>
                  </a:ext>
                </a:extLst>
              </p:cNvPr>
              <p:cNvSpPr txBox="1"/>
              <p:nvPr/>
            </p:nvSpPr>
            <p:spPr>
              <a:xfrm>
                <a:off x="561214" y="1968776"/>
                <a:ext cx="3937354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4EB0258-CD18-4AE7-B9A6-C2E9CE5E03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1214" y="1968776"/>
                <a:ext cx="3937354" cy="113409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937B8AB7-C67A-424D-AE93-7ABF7D006531}"/>
                  </a:ext>
                </a:extLst>
              </p:cNvPr>
              <p:cNvSpPr txBox="1"/>
              <p:nvPr/>
            </p:nvSpPr>
            <p:spPr>
              <a:xfrm>
                <a:off x="3416198" y="785441"/>
                <a:ext cx="1577391" cy="827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937B8AB7-C67A-424D-AE93-7ABF7D0065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6198" y="785441"/>
                <a:ext cx="1577391" cy="827471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B37DCD1E-DFD6-4323-9E61-51FEEE869C2D}"/>
                  </a:ext>
                </a:extLst>
              </p:cNvPr>
              <p:cNvSpPr txBox="1"/>
              <p:nvPr/>
            </p:nvSpPr>
            <p:spPr>
              <a:xfrm>
                <a:off x="6710582" y="938176"/>
                <a:ext cx="42833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B37DCD1E-DFD6-4323-9E61-51FEEE869C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10582" y="938176"/>
                <a:ext cx="428332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728B4EA-B7C5-4600-B3C2-51ABFADD8B09}"/>
                  </a:ext>
                </a:extLst>
              </p:cNvPr>
              <p:cNvSpPr txBox="1"/>
              <p:nvPr/>
            </p:nvSpPr>
            <p:spPr>
              <a:xfrm>
                <a:off x="5137479" y="938176"/>
                <a:ext cx="41658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728B4EA-B7C5-4600-B3C2-51ABFADD8B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7479" y="938176"/>
                <a:ext cx="416584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B8310E9-EC69-44A5-A9CB-223989E5E005}"/>
                  </a:ext>
                </a:extLst>
              </p:cNvPr>
              <p:cNvSpPr txBox="1"/>
              <p:nvPr/>
            </p:nvSpPr>
            <p:spPr>
              <a:xfrm>
                <a:off x="1884957" y="937566"/>
                <a:ext cx="1467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B8310E9-EC69-44A5-A9CB-223989E5E0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84957" y="937566"/>
                <a:ext cx="1467946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DF202EAD-03C9-4B46-9547-4BB64A421D44}"/>
                  </a:ext>
                </a:extLst>
              </p:cNvPr>
              <p:cNvSpPr txBox="1"/>
              <p:nvPr/>
            </p:nvSpPr>
            <p:spPr>
              <a:xfrm>
                <a:off x="5446623" y="938176"/>
                <a:ext cx="106847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DF202EAD-03C9-4B46-9547-4BB64A421D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46623" y="938176"/>
                <a:ext cx="1068477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B48CB860-9024-4DE2-AC2F-A70A2A400CD5}"/>
                  </a:ext>
                </a:extLst>
              </p:cNvPr>
              <p:cNvSpPr txBox="1"/>
              <p:nvPr/>
            </p:nvSpPr>
            <p:spPr>
              <a:xfrm>
                <a:off x="7004164" y="938176"/>
                <a:ext cx="160834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5+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B48CB860-9024-4DE2-AC2F-A70A2A400C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4164" y="938176"/>
                <a:ext cx="1608342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E142A7E7-BBE2-4056-917D-A317D882F3AA}"/>
                  </a:ext>
                </a:extLst>
              </p:cNvPr>
              <p:cNvSpPr txBox="1"/>
              <p:nvPr/>
            </p:nvSpPr>
            <p:spPr>
              <a:xfrm>
                <a:off x="8612506" y="937566"/>
                <a:ext cx="1315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E142A7E7-BBE2-4056-917D-A317D882F3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12506" y="937566"/>
                <a:ext cx="1315968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BDD1D79-47E2-46A8-9CB3-CA2EE0DD8161}"/>
                  </a:ext>
                </a:extLst>
              </p:cNvPr>
              <p:cNvSpPr txBox="1"/>
              <p:nvPr/>
            </p:nvSpPr>
            <p:spPr>
              <a:xfrm>
                <a:off x="561213" y="3431022"/>
                <a:ext cx="5953887" cy="9294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28.5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IN" sz="280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  <m:r>
                                <a:rPr lang="en-US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d>
                                <m:d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5+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d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20</m:t>
                          </m:r>
                        </m:den>
                      </m:f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BDD1D79-47E2-46A8-9CB3-CA2EE0DD81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1213" y="3431022"/>
                <a:ext cx="5953887" cy="929422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7A4E2771-9F4A-470C-B2C5-993B536A0D4E}"/>
                  </a:ext>
                </a:extLst>
              </p:cNvPr>
              <p:cNvSpPr txBox="1"/>
              <p:nvPr/>
            </p:nvSpPr>
            <p:spPr>
              <a:xfrm>
                <a:off x="54979" y="3634733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7A4E2771-9F4A-470C-B2C5-993B536A0D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79" y="3634733"/>
                <a:ext cx="506235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DA9CD6C1-80BF-4A27-9198-4599A9B28B63}"/>
                  </a:ext>
                </a:extLst>
              </p:cNvPr>
              <p:cNvSpPr txBox="1"/>
              <p:nvPr/>
            </p:nvSpPr>
            <p:spPr>
              <a:xfrm>
                <a:off x="561213" y="4962517"/>
                <a:ext cx="18486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28.5−20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DA9CD6C1-80BF-4A27-9198-4599A9B28B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1213" y="4962517"/>
                <a:ext cx="184861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D707A15B-53CD-467B-8A62-662350A75C56}"/>
                  </a:ext>
                </a:extLst>
              </p:cNvPr>
              <p:cNvSpPr txBox="1"/>
              <p:nvPr/>
            </p:nvSpPr>
            <p:spPr>
              <a:xfrm>
                <a:off x="54979" y="4962517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D707A15B-53CD-467B-8A62-662350A75C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79" y="4962517"/>
                <a:ext cx="506235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B1B01A4-FB5B-445F-B7E9-B01659C70EBC}"/>
                  </a:ext>
                </a:extLst>
              </p:cNvPr>
              <p:cNvSpPr txBox="1"/>
              <p:nvPr/>
            </p:nvSpPr>
            <p:spPr>
              <a:xfrm>
                <a:off x="2206298" y="4707382"/>
                <a:ext cx="2787292" cy="9294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30</m:t>
                          </m:r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B1B01A4-FB5B-445F-B7E9-B01659C70E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6298" y="4707382"/>
                <a:ext cx="2787292" cy="929422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06562E40-6927-4C8C-B716-24BB8AA67A97}"/>
              </a:ext>
            </a:extLst>
          </p:cNvPr>
          <p:cNvCxnSpPr>
            <a:cxnSpLocks/>
          </p:cNvCxnSpPr>
          <p:nvPr/>
        </p:nvCxnSpPr>
        <p:spPr>
          <a:xfrm>
            <a:off x="6096000" y="1771650"/>
            <a:ext cx="0" cy="4694131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2507F3E0-C0ED-46B6-8C85-9331D45325A4}"/>
                  </a:ext>
                </a:extLst>
              </p:cNvPr>
              <p:cNvSpPr txBox="1"/>
              <p:nvPr/>
            </p:nvSpPr>
            <p:spPr>
              <a:xfrm>
                <a:off x="6967423" y="1944781"/>
                <a:ext cx="124766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 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8.5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 </m:t>
                          </m:r>
                        </m:e>
                      </m:d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 2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2507F3E0-C0ED-46B6-8C85-9331D45325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67423" y="1944781"/>
                <a:ext cx="1247664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8BD5FAA0-7AE1-4852-91FC-DB3C853D759F}"/>
                  </a:ext>
                </a:extLst>
              </p:cNvPr>
              <p:cNvSpPr txBox="1"/>
              <p:nvPr/>
            </p:nvSpPr>
            <p:spPr>
              <a:xfrm>
                <a:off x="6461188" y="1944781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8BD5FAA0-7AE1-4852-91FC-DB3C853D75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61188" y="1944781"/>
                <a:ext cx="506235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8194C652-F120-4D67-8CF2-E5CBD205F48B}"/>
                  </a:ext>
                </a:extLst>
              </p:cNvPr>
              <p:cNvSpPr txBox="1"/>
              <p:nvPr/>
            </p:nvSpPr>
            <p:spPr>
              <a:xfrm>
                <a:off x="8307707" y="1943561"/>
                <a:ext cx="272224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8194C652-F120-4D67-8CF2-E5CBD205F4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07707" y="1943561"/>
                <a:ext cx="2722244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950B16FC-B7F9-4C53-83F9-4388C61ADD44}"/>
                  </a:ext>
                </a:extLst>
              </p:cNvPr>
              <p:cNvSpPr txBox="1"/>
              <p:nvPr/>
            </p:nvSpPr>
            <p:spPr>
              <a:xfrm>
                <a:off x="7168705" y="2590541"/>
                <a:ext cx="468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950B16FC-B7F9-4C53-83F9-4388C61ADD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8705" y="2590541"/>
                <a:ext cx="46886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8941B583-84DB-4C8D-8D3D-28622AEE3091}"/>
                  </a:ext>
                </a:extLst>
              </p:cNvPr>
              <p:cNvSpPr txBox="1"/>
              <p:nvPr/>
            </p:nvSpPr>
            <p:spPr>
              <a:xfrm>
                <a:off x="6461188" y="2580869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8941B583-84DB-4C8D-8D3D-28622AEE30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61188" y="2580869"/>
                <a:ext cx="506235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BDAFCE75-C8E0-4CDB-86C5-7537D71FA153}"/>
                  </a:ext>
                </a:extLst>
              </p:cNvPr>
              <p:cNvSpPr txBox="1"/>
              <p:nvPr/>
            </p:nvSpPr>
            <p:spPr>
              <a:xfrm>
                <a:off x="7591255" y="2590541"/>
                <a:ext cx="272224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BDAFCE75-C8E0-4CDB-86C5-7537D71FA1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1255" y="2590541"/>
                <a:ext cx="2722244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1EC1FE1A-3D10-4D21-97F5-74F2C2B126E8}"/>
                  </a:ext>
                </a:extLst>
              </p:cNvPr>
              <p:cNvSpPr txBox="1"/>
              <p:nvPr/>
            </p:nvSpPr>
            <p:spPr>
              <a:xfrm>
                <a:off x="7168705" y="3238740"/>
                <a:ext cx="468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1EC1FE1A-3D10-4D21-97F5-74F2C2B126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8705" y="3238740"/>
                <a:ext cx="46886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856FC980-0A11-4603-B515-52169138EA25}"/>
                  </a:ext>
                </a:extLst>
              </p:cNvPr>
              <p:cNvSpPr txBox="1"/>
              <p:nvPr/>
            </p:nvSpPr>
            <p:spPr>
              <a:xfrm>
                <a:off x="6461188" y="3238740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856FC980-0A11-4603-B515-52169138EA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61188" y="3238740"/>
                <a:ext cx="506235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CA5C1828-533F-4853-B452-6ED45AACD489}"/>
                  </a:ext>
                </a:extLst>
              </p:cNvPr>
              <p:cNvSpPr txBox="1"/>
              <p:nvPr/>
            </p:nvSpPr>
            <p:spPr>
              <a:xfrm>
                <a:off x="7591256" y="3237520"/>
                <a:ext cx="9526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CA5C1828-533F-4853-B452-6ED45AACD4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1256" y="3237520"/>
                <a:ext cx="95267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CB4553AC-B73E-4159-A80F-49890084C9E9}"/>
              </a:ext>
            </a:extLst>
          </p:cNvPr>
          <p:cNvSpPr/>
          <p:nvPr/>
        </p:nvSpPr>
        <p:spPr>
          <a:xfrm>
            <a:off x="10134364" y="936956"/>
            <a:ext cx="1939782" cy="52322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8C229764-28DF-4E7A-8288-6060E4AC109A}"/>
              </a:ext>
            </a:extLst>
          </p:cNvPr>
          <p:cNvSpPr txBox="1"/>
          <p:nvPr/>
        </p:nvSpPr>
        <p:spPr>
          <a:xfrm>
            <a:off x="6461188" y="3894648"/>
            <a:ext cx="113006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Now,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E5A64392-9763-4B41-8D70-A4D8784D739F}"/>
                  </a:ext>
                </a:extLst>
              </p:cNvPr>
              <p:cNvSpPr/>
              <p:nvPr/>
            </p:nvSpPr>
            <p:spPr>
              <a:xfrm>
                <a:off x="7138914" y="4417868"/>
                <a:ext cx="205293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E5A64392-9763-4B41-8D70-A4D8784D73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8914" y="4417868"/>
                <a:ext cx="2052937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FC414314-1900-4E43-81C7-0CCB98E60F9F}"/>
                  </a:ext>
                </a:extLst>
              </p:cNvPr>
              <p:cNvSpPr txBox="1"/>
              <p:nvPr/>
            </p:nvSpPr>
            <p:spPr>
              <a:xfrm>
                <a:off x="7138913" y="5055630"/>
                <a:ext cx="20529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8+</m:t>
                      </m:r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FC414314-1900-4E43-81C7-0CCB98E60F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8913" y="5055630"/>
                <a:ext cx="2052937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56DD1C39-CC5E-4384-A7F8-4A8A827C7FFB}"/>
                  </a:ext>
                </a:extLst>
              </p:cNvPr>
              <p:cNvSpPr txBox="1"/>
              <p:nvPr/>
            </p:nvSpPr>
            <p:spPr>
              <a:xfrm>
                <a:off x="6515100" y="5055630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56DD1C39-CC5E-4384-A7F8-4A8A827C7F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15100" y="5055630"/>
                <a:ext cx="506235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6201F7FC-2E3A-4397-BBEF-06C1244DFEF8}"/>
                  </a:ext>
                </a:extLst>
              </p:cNvPr>
              <p:cNvSpPr txBox="1"/>
              <p:nvPr/>
            </p:nvSpPr>
            <p:spPr>
              <a:xfrm>
                <a:off x="6515100" y="5700303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6201F7FC-2E3A-4397-BBEF-06C1244DFE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15100" y="5700303"/>
                <a:ext cx="506235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8D2A404A-7A9E-4072-AB7B-CEEDD19B31F6}"/>
                  </a:ext>
                </a:extLst>
              </p:cNvPr>
              <p:cNvSpPr txBox="1"/>
              <p:nvPr/>
            </p:nvSpPr>
            <p:spPr>
              <a:xfrm>
                <a:off x="7148846" y="5695832"/>
                <a:ext cx="5707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y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8D2A404A-7A9E-4072-AB7B-CEEDD19B31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48846" y="5695832"/>
                <a:ext cx="570735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E5C8FCC2-7E0F-47D9-88A9-13C4317EEAA5}"/>
                  </a:ext>
                </a:extLst>
              </p:cNvPr>
              <p:cNvSpPr txBox="1"/>
              <p:nvPr/>
            </p:nvSpPr>
            <p:spPr>
              <a:xfrm>
                <a:off x="7599399" y="5694612"/>
                <a:ext cx="9526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E5C8FCC2-7E0F-47D9-88A9-13C4317EEA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9399" y="5694612"/>
                <a:ext cx="95267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0" name="Rectangle: Rounded Corners 89">
            <a:extLst>
              <a:ext uri="{FF2B5EF4-FFF2-40B4-BE49-F238E27FC236}">
                <a16:creationId xmlns:a16="http://schemas.microsoft.com/office/drawing/2014/main" id="{B573B91A-2E86-4A39-A830-9C44FAAB88EB}"/>
              </a:ext>
            </a:extLst>
          </p:cNvPr>
          <p:cNvSpPr/>
          <p:nvPr/>
        </p:nvSpPr>
        <p:spPr>
          <a:xfrm>
            <a:off x="7198411" y="3238130"/>
            <a:ext cx="1198829" cy="52322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91" name="Rectangle: Rounded Corners 90">
            <a:extLst>
              <a:ext uri="{FF2B5EF4-FFF2-40B4-BE49-F238E27FC236}">
                <a16:creationId xmlns:a16="http://schemas.microsoft.com/office/drawing/2014/main" id="{EFFE5A62-5DBF-4E99-B7CD-C4E4869981C2}"/>
              </a:ext>
            </a:extLst>
          </p:cNvPr>
          <p:cNvSpPr/>
          <p:nvPr/>
        </p:nvSpPr>
        <p:spPr>
          <a:xfrm>
            <a:off x="7198411" y="5694612"/>
            <a:ext cx="1198829" cy="52322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95120431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50" grpId="0"/>
      <p:bldP spid="53" grpId="0"/>
      <p:bldP spid="54" grpId="0"/>
      <p:bldP spid="55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4" grpId="0" animBg="1"/>
      <p:bldP spid="66" grpId="0"/>
      <p:bldP spid="67" grpId="0"/>
      <p:bldP spid="69" grpId="0"/>
      <p:bldP spid="70" grpId="0"/>
      <p:bldP spid="83" grpId="0"/>
      <p:bldP spid="84" grpId="0"/>
      <p:bldP spid="88" grpId="0"/>
      <p:bldP spid="90" grpId="0" animBg="1"/>
      <p:bldP spid="91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A859AF1-7423-4D90-8F6A-6C8728A77C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IN" dirty="0"/>
              <a:t>Method 2.3</a:t>
            </a:r>
            <a:br>
              <a:rPr lang="en-IN" dirty="0"/>
            </a:br>
            <a:r>
              <a:rPr lang="en-US" dirty="0">
                <a:effectLst/>
                <a:ea typeface="Calibri" panose="020F0502020204030204" pitchFamily="34" charset="0"/>
                <a:cs typeface="Shruti" panose="020B0502040204020203" pitchFamily="34" charset="0"/>
              </a:rPr>
              <a:t>Mode</a:t>
            </a:r>
            <a:endParaRPr lang="en-IN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37943AF-571B-41E1-80B4-EB45793FE3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56756679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Mode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The mode is the </a:t>
                </a:r>
                <a:r>
                  <a:rPr lang="en-US" b="1" dirty="0">
                    <a:solidFill>
                      <a:srgbClr val="FF0000"/>
                    </a:solidFill>
                  </a:rPr>
                  <a:t>most frequently occurring </a:t>
                </a:r>
                <a:r>
                  <a:rPr lang="en-US" dirty="0"/>
                  <a:t>value in the set.</a:t>
                </a:r>
                <a:endParaRPr lang="en-IN" dirty="0"/>
              </a:p>
              <a:p>
                <a:r>
                  <a:rPr lang="en-US" dirty="0"/>
                  <a:t>Mode is denoted by capital letter “</a:t>
                </a:r>
                <a14:m>
                  <m:oMath xmlns:m="http://schemas.openxmlformats.org/officeDocument/2006/math">
                    <m:r>
                      <a:rPr lang="en-US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𝐙</m:t>
                    </m:r>
                  </m:oMath>
                </a14:m>
                <a:r>
                  <a:rPr lang="en-US" dirty="0"/>
                  <a:t>”.</a:t>
                </a:r>
                <a:endParaRPr lang="en-IN" dirty="0"/>
              </a:p>
              <a:p>
                <a:r>
                  <a:rPr lang="en-US" dirty="0"/>
                  <a:t>The mode is </a:t>
                </a:r>
                <a:r>
                  <a:rPr lang="en-US" b="1" dirty="0">
                    <a:solidFill>
                      <a:srgbClr val="0070C0"/>
                    </a:solidFill>
                  </a:rPr>
                  <a:t>not</a:t>
                </a:r>
                <a:r>
                  <a:rPr lang="en-US" dirty="0"/>
                  <a:t> necessarily </a:t>
                </a:r>
                <a:r>
                  <a:rPr lang="en-US" b="1" dirty="0">
                    <a:solidFill>
                      <a:srgbClr val="0070C0"/>
                    </a:solidFill>
                  </a:rPr>
                  <a:t>unique</a:t>
                </a:r>
                <a:r>
                  <a:rPr lang="en-US" dirty="0"/>
                  <a:t>, like mean and median. </a:t>
                </a:r>
              </a:p>
              <a:p>
                <a:r>
                  <a:rPr lang="en-US" dirty="0"/>
                  <a:t>We can have data with two modes (</a:t>
                </a:r>
                <a:r>
                  <a:rPr lang="en-US" b="1" dirty="0"/>
                  <a:t>bi-modal</a:t>
                </a:r>
                <a:r>
                  <a:rPr lang="en-US" dirty="0"/>
                  <a:t>) or </a:t>
                </a:r>
              </a:p>
              <a:p>
                <a:pPr marL="266700" indent="0">
                  <a:buNone/>
                </a:pPr>
                <a:r>
                  <a:rPr lang="en-US" dirty="0"/>
                  <a:t>more than two modes (</a:t>
                </a:r>
                <a:r>
                  <a:rPr lang="en-US" b="1" dirty="0"/>
                  <a:t>multi-modal</a:t>
                </a:r>
                <a:r>
                  <a:rPr lang="en-US" dirty="0"/>
                  <a:t>) 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081659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Mode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2C46B271-0AEE-DF2A-671B-B3DF8B590E6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78690869"/>
                  </p:ext>
                </p:extLst>
              </p:nvPr>
            </p:nvGraphicFramePr>
            <p:xfrm>
              <a:off x="197168" y="901676"/>
              <a:ext cx="11629072" cy="4920005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4572154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7056918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783338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>
                              <a:solidFill>
                                <a:schemeClr val="bg1"/>
                              </a:solidFill>
                              <a:effectLst/>
                            </a:rPr>
                            <a:t>Data</a:t>
                          </a:r>
                          <a:endParaRPr lang="en-IN" sz="2800" b="1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Mode (</a:t>
                          </a:r>
                          <a14:m>
                            <m:oMath xmlns:m="http://schemas.openxmlformats.org/officeDocument/2006/math">
                              <m:r>
                                <a:rPr lang="en-US" sz="2800" b="1" i="0" dirty="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𝐙</m:t>
                              </m:r>
                            </m:oMath>
                          </a14:m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) 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37888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38254180"/>
                      </a:ext>
                    </a:extLst>
                  </a:tr>
                  <a:tr h="137888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Discrete 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51082993"/>
                      </a:ext>
                    </a:extLst>
                  </a:tr>
                  <a:tr h="137888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Continuous 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0802339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2C46B271-0AEE-DF2A-671B-B3DF8B590E6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78690869"/>
                  </p:ext>
                </p:extLst>
              </p:nvPr>
            </p:nvGraphicFramePr>
            <p:xfrm>
              <a:off x="197168" y="901676"/>
              <a:ext cx="11629072" cy="4920005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4572154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7056918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783338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>
                              <a:solidFill>
                                <a:schemeClr val="bg1"/>
                              </a:solidFill>
                              <a:effectLst/>
                            </a:rPr>
                            <a:t>Data</a:t>
                          </a:r>
                          <a:endParaRPr lang="en-IN" sz="2800" b="1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64940" t="-775" r="-345" b="-52945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37888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38254180"/>
                      </a:ext>
                    </a:extLst>
                  </a:tr>
                  <a:tr h="137888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Discrete 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51082993"/>
                      </a:ext>
                    </a:extLst>
                  </a:tr>
                  <a:tr h="137888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8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Continuous Grouped Data</a:t>
                          </a:r>
                          <a:endParaRPr lang="en-IN" sz="28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0000"/>
                            </a:lnSpc>
                            <a:tabLst>
                              <a:tab pos="447675" algn="l"/>
                            </a:tabLst>
                          </a:pPr>
                          <a:endParaRPr lang="en-IN" sz="2800" dirty="0">
                            <a:solidFill>
                              <a:srgbClr val="002060"/>
                            </a:solidFill>
                            <a:effectLst/>
                            <a:latin typeface="Cambria" panose="02040503050406030204" pitchFamily="18" charset="0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08023396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654A3AA1-8BB5-4642-9137-886E9F0FB6E7}"/>
              </a:ext>
            </a:extLst>
          </p:cNvPr>
          <p:cNvSpPr txBox="1"/>
          <p:nvPr/>
        </p:nvSpPr>
        <p:spPr>
          <a:xfrm>
            <a:off x="4937534" y="2084763"/>
            <a:ext cx="67056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tabLst>
                <a:tab pos="447675" algn="l"/>
              </a:tabLst>
            </a:pPr>
            <a:r>
              <a:rPr lang="en-US" sz="2800" dirty="0">
                <a:solidFill>
                  <a:srgbClr val="002060"/>
                </a:solidFill>
                <a:effectLst/>
              </a:rPr>
              <a:t>Most repeated observation among given data</a:t>
            </a:r>
            <a:endParaRPr lang="en-IN" sz="2800" dirty="0">
              <a:solidFill>
                <a:srgbClr val="002060"/>
              </a:solidFill>
              <a:effectLst/>
              <a:latin typeface="+mn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83A9639-ECF1-43AE-850A-DAD422280730}"/>
              </a:ext>
            </a:extLst>
          </p:cNvPr>
          <p:cNvSpPr txBox="1"/>
          <p:nvPr/>
        </p:nvSpPr>
        <p:spPr>
          <a:xfrm>
            <a:off x="4937534" y="3468500"/>
            <a:ext cx="67056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00000"/>
              </a:lnSpc>
              <a:tabLst>
                <a:tab pos="447675" algn="l"/>
              </a:tabLst>
            </a:pPr>
            <a:r>
              <a:rPr lang="en-GB" sz="2800" dirty="0">
                <a:solidFill>
                  <a:srgbClr val="002060"/>
                </a:solidFill>
              </a:rPr>
              <a:t>Observation against the highest frequency</a:t>
            </a:r>
            <a:endParaRPr lang="en-IN" sz="2800" dirty="0">
              <a:solidFill>
                <a:srgbClr val="002060"/>
              </a:solidFill>
              <a:effectLst/>
              <a:latin typeface="+mn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77686C5-5C4C-48C1-996D-8193BD5195DD}"/>
                  </a:ext>
                </a:extLst>
              </p:cNvPr>
              <p:cNvSpPr txBox="1"/>
              <p:nvPr/>
            </p:nvSpPr>
            <p:spPr>
              <a:xfrm>
                <a:off x="5928360" y="4588125"/>
                <a:ext cx="4723948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lnSpc>
                    <a:spcPct val="100000"/>
                  </a:lnSpc>
                  <a:tabLst>
                    <a:tab pos="4476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effectLst/>
                  <a:latin typeface="Cambria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77686C5-5C4C-48C1-996D-8193BD5195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28360" y="4588125"/>
                <a:ext cx="4723948" cy="106048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06597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9" grpId="0"/>
      <p:bldP spid="10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Mode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6246A93-EF01-46A8-B7FF-E84B7FB0855D}"/>
                  </a:ext>
                </a:extLst>
              </p:cNvPr>
              <p:cNvSpPr txBox="1"/>
              <p:nvPr/>
            </p:nvSpPr>
            <p:spPr>
              <a:xfrm>
                <a:off x="419100" y="879307"/>
                <a:ext cx="4723948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lnSpc>
                    <a:spcPct val="100000"/>
                  </a:lnSpc>
                  <a:tabLst>
                    <a:tab pos="4476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6246A93-EF01-46A8-B7FF-E84B7FB085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100" y="879307"/>
                <a:ext cx="4723948" cy="106048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D4ADD5EF-B01E-42A5-AB35-158E35A96D59}"/>
              </a:ext>
            </a:extLst>
          </p:cNvPr>
          <p:cNvSpPr txBox="1"/>
          <p:nvPr/>
        </p:nvSpPr>
        <p:spPr>
          <a:xfrm>
            <a:off x="131180" y="2033548"/>
            <a:ext cx="127852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>
              <a:buNone/>
            </a:pPr>
            <a:r>
              <a:rPr lang="en-US" sz="2800" dirty="0">
                <a:solidFill>
                  <a:srgbClr val="002060"/>
                </a:solidFill>
              </a:rPr>
              <a:t>Where,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411E1A5-28A5-43A1-B465-97D0F43B6D0C}"/>
                  </a:ext>
                </a:extLst>
              </p:cNvPr>
              <p:cNvSpPr txBox="1"/>
              <p:nvPr/>
            </p:nvSpPr>
            <p:spPr>
              <a:xfrm>
                <a:off x="419100" y="2635469"/>
                <a:ext cx="75247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0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Modal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class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A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class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with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highest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b="1" i="0" dirty="0" smtClean="0">
                          <a:solidFill>
                            <a:srgbClr val="FF0000"/>
                          </a:solidFill>
                          <a:latin typeface="+mj-lt"/>
                        </a:rPr>
                        <m:t>frequency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411E1A5-28A5-43A1-B465-97D0F43B6D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100" y="2635469"/>
                <a:ext cx="752475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49CC7DE3-9BFA-4252-A73F-1F4DA687E4EE}"/>
                  </a:ext>
                </a:extLst>
              </p:cNvPr>
              <p:cNvSpPr txBox="1"/>
              <p:nvPr/>
            </p:nvSpPr>
            <p:spPr>
              <a:xfrm>
                <a:off x="419100" y="3247644"/>
                <a:ext cx="75247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1">
                  <a:buNone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L</m:t>
                    </m:r>
                    <m:r>
                      <a:rPr lang="en-US" sz="280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= </m:t>
                    </m:r>
                  </m:oMath>
                </a14:m>
                <a:r>
                  <a:rPr lang="en-US" sz="2800" b="1" dirty="0">
                    <a:solidFill>
                      <a:srgbClr val="FF0000"/>
                    </a:solidFill>
                  </a:rPr>
                  <a:t>Lower boundary</a:t>
                </a:r>
                <a:r>
                  <a:rPr lang="en-US" sz="2800" dirty="0">
                    <a:solidFill>
                      <a:srgbClr val="002060"/>
                    </a:solidFill>
                  </a:rPr>
                  <a:t> of </a:t>
                </a:r>
                <a:r>
                  <a:rPr lang="en-US" sz="2800" b="1" dirty="0">
                    <a:solidFill>
                      <a:srgbClr val="002060"/>
                    </a:solidFill>
                  </a:rPr>
                  <a:t>modal class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49CC7DE3-9BFA-4252-A73F-1F4DA687E4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100" y="3247644"/>
                <a:ext cx="7524750" cy="523220"/>
              </a:xfrm>
              <a:prstGeom prst="rect">
                <a:avLst/>
              </a:prstGeom>
              <a:blipFill>
                <a:blip r:embed="rId4"/>
                <a:stretch>
                  <a:fillRect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1EE3CCC-F240-41AE-885E-C6CB67CD56BC}"/>
                  </a:ext>
                </a:extLst>
              </p:cNvPr>
              <p:cNvSpPr txBox="1"/>
              <p:nvPr/>
            </p:nvSpPr>
            <p:spPr>
              <a:xfrm>
                <a:off x="419100" y="5696345"/>
                <a:ext cx="28575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1">
                  <a:buNone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sz="280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= 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Class length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1EE3CCC-F240-41AE-885E-C6CB67CD56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100" y="5696345"/>
                <a:ext cx="2857500" cy="523220"/>
              </a:xfrm>
              <a:prstGeom prst="rect">
                <a:avLst/>
              </a:prstGeom>
              <a:blipFill>
                <a:blip r:embed="rId5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2DCE54E-2370-4521-8C7D-273F47E01ADE}"/>
                  </a:ext>
                </a:extLst>
              </p:cNvPr>
              <p:cNvSpPr txBox="1"/>
              <p:nvPr/>
            </p:nvSpPr>
            <p:spPr>
              <a:xfrm>
                <a:off x="419100" y="3859819"/>
                <a:ext cx="53111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1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f</m:t>
                        </m:r>
                      </m:e>
                      <m:sub>
                        <m:r>
                          <a:rPr lang="en-US" sz="2800" b="1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sub>
                    </m:sSub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:r>
                  <a:rPr lang="en-US" sz="2800" b="1" dirty="0">
                    <a:solidFill>
                      <a:srgbClr val="FF0000"/>
                    </a:solidFill>
                  </a:rPr>
                  <a:t>Frequency</a:t>
                </a:r>
                <a:r>
                  <a:rPr lang="en-US" sz="2800" dirty="0">
                    <a:solidFill>
                      <a:srgbClr val="002060"/>
                    </a:solidFill>
                  </a:rPr>
                  <a:t> of the </a:t>
                </a:r>
                <a:r>
                  <a:rPr lang="en-US" sz="2800" b="1" dirty="0">
                    <a:solidFill>
                      <a:srgbClr val="002060"/>
                    </a:solidFill>
                  </a:rPr>
                  <a:t>modal class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2DCE54E-2370-4521-8C7D-273F47E01A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100" y="3859819"/>
                <a:ext cx="5311140" cy="523220"/>
              </a:xfrm>
              <a:prstGeom prst="rect">
                <a:avLst/>
              </a:prstGeom>
              <a:blipFill>
                <a:blip r:embed="rId6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3723F1A-7F23-4C8B-900B-BA647AFE3714}"/>
                  </a:ext>
                </a:extLst>
              </p:cNvPr>
              <p:cNvSpPr txBox="1"/>
              <p:nvPr/>
            </p:nvSpPr>
            <p:spPr>
              <a:xfrm>
                <a:off x="419100" y="4471994"/>
                <a:ext cx="75247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1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f</m:t>
                        </m:r>
                      </m:e>
                      <m:sub>
                        <m:r>
                          <a:rPr lang="en-US" sz="2800" b="1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𝟎</m:t>
                        </m:r>
                      </m:sub>
                    </m:sSub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Frequency of the class </a:t>
                </a:r>
                <a:r>
                  <a:rPr lang="en-US" sz="2800" b="1" dirty="0">
                    <a:solidFill>
                      <a:srgbClr val="FF0000"/>
                    </a:solidFill>
                  </a:rPr>
                  <a:t>before</a:t>
                </a:r>
                <a:r>
                  <a:rPr lang="en-US" sz="2800" dirty="0">
                    <a:solidFill>
                      <a:srgbClr val="002060"/>
                    </a:solidFill>
                  </a:rPr>
                  <a:t> the </a:t>
                </a:r>
                <a:r>
                  <a:rPr lang="en-US" sz="2800" b="1" dirty="0">
                    <a:solidFill>
                      <a:srgbClr val="002060"/>
                    </a:solidFill>
                  </a:rPr>
                  <a:t>modal class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3723F1A-7F23-4C8B-900B-BA647AFE37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100" y="4471994"/>
                <a:ext cx="7524750" cy="523220"/>
              </a:xfrm>
              <a:prstGeom prst="rect">
                <a:avLst/>
              </a:prstGeom>
              <a:blipFill>
                <a:blip r:embed="rId7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1FC80E0-EEC9-473E-B3B7-D6A9C1819001}"/>
                  </a:ext>
                </a:extLst>
              </p:cNvPr>
              <p:cNvSpPr txBox="1"/>
              <p:nvPr/>
            </p:nvSpPr>
            <p:spPr>
              <a:xfrm>
                <a:off x="419100" y="5084169"/>
                <a:ext cx="75247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lvl="1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f</m:t>
                        </m:r>
                      </m:e>
                      <m:sub>
                        <m:r>
                          <a:rPr lang="en-US" sz="2800" b="1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sz="2800" dirty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2800" dirty="0">
                    <a:solidFill>
                      <a:srgbClr val="002060"/>
                    </a:solidFill>
                  </a:rPr>
                  <a:t> Frequency of the class </a:t>
                </a:r>
                <a:r>
                  <a:rPr lang="en-US" sz="2800" b="1" dirty="0">
                    <a:solidFill>
                      <a:srgbClr val="FF0000"/>
                    </a:solidFill>
                  </a:rPr>
                  <a:t>after</a:t>
                </a:r>
                <a:r>
                  <a:rPr lang="en-US" sz="2800" dirty="0">
                    <a:solidFill>
                      <a:srgbClr val="002060"/>
                    </a:solidFill>
                  </a:rPr>
                  <a:t> the </a:t>
                </a:r>
                <a:r>
                  <a:rPr lang="en-US" sz="2800" b="1" dirty="0">
                    <a:solidFill>
                      <a:srgbClr val="002060"/>
                    </a:solidFill>
                  </a:rPr>
                  <a:t>modal class</a:t>
                </a:r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1FC80E0-EEC9-473E-B3B7-D6A9C18190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9100" y="5084169"/>
                <a:ext cx="7524750" cy="523220"/>
              </a:xfrm>
              <a:prstGeom prst="rect">
                <a:avLst/>
              </a:prstGeom>
              <a:blipFill>
                <a:blip r:embed="rId8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>
            <a:extLst>
              <a:ext uri="{FF2B5EF4-FFF2-40B4-BE49-F238E27FC236}">
                <a16:creationId xmlns:a16="http://schemas.microsoft.com/office/drawing/2014/main" id="{9F245E4A-2263-43B4-8E09-AB82B443EACB}"/>
              </a:ext>
            </a:extLst>
          </p:cNvPr>
          <p:cNvSpPr txBox="1"/>
          <p:nvPr/>
        </p:nvSpPr>
        <p:spPr>
          <a:xfrm>
            <a:off x="5311140" y="3859819"/>
            <a:ext cx="299466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1">
              <a:buNone/>
            </a:pPr>
            <a:r>
              <a:rPr lang="en-IN" sz="2800" b="1" dirty="0">
                <a:solidFill>
                  <a:srgbClr val="0070C0"/>
                </a:solidFill>
              </a:rPr>
              <a:t>(Highest frequency)</a:t>
            </a:r>
          </a:p>
        </p:txBody>
      </p:sp>
    </p:spTree>
    <p:extLst>
      <p:ext uri="{BB962C8B-B14F-4D97-AF65-F5344CB8AC3E}">
        <p14:creationId xmlns:p14="http://schemas.microsoft.com/office/powerpoint/2010/main" val="178017760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Relation Between Mean, Median, and Mode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GB" dirty="0"/>
                  <a:t>The relation between the mean, median, and mode is given by the formula:</a:t>
                </a:r>
              </a:p>
              <a:p>
                <a:pPr marL="261938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𝐙</m:t>
                      </m:r>
                      <m:r>
                        <a:rPr lang="en-US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𝟑𝐌</m:t>
                      </m:r>
                      <m:r>
                        <a:rPr lang="en-US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acc>
                        <m:accPr>
                          <m:chr m:val="̅"/>
                          <m:ctrlPr>
                            <a:rPr lang="en-IN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𝐱</m:t>
                          </m:r>
                        </m:e>
                      </m:acc>
                    </m:oMath>
                  </m:oMathPara>
                </a14:m>
                <a:endParaRPr lang="en-US" dirty="0">
                  <a:solidFill>
                    <a:srgbClr val="FF0000"/>
                  </a:solidFill>
                </a:endParaRPr>
              </a:p>
              <a:p>
                <a:pPr marL="261938" indent="0">
                  <a:buNone/>
                </a:pPr>
                <a:r>
                  <a:rPr lang="en-US" dirty="0"/>
                  <a:t>Where,</a:t>
                </a:r>
              </a:p>
              <a:p>
                <a:pPr marL="261938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acc>
                        <m:accPr>
                          <m:chr m:val="̅"/>
                          <m:ctrlPr>
                            <a:rPr lang="en-IN" i="1" dirty="0" smtClean="0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m:rPr>
                              <m:sty m:val="p"/>
                            </m:rPr>
                            <a:rPr lang="en-US" dirty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acc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= </m:t>
                      </m:r>
                      <m:r>
                        <m:rPr>
                          <m:sty m:val="p"/>
                        </m:rPr>
                        <a:rPr lang="en-US" dirty="0" smtClean="0">
                          <a:latin typeface="Cambria Math" panose="02040503050406030204" pitchFamily="18" charset="0"/>
                        </a:rPr>
                        <m:t>Mean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,  </m:t>
                      </m:r>
                      <m:r>
                        <m:rPr>
                          <m:sty m:val="p"/>
                        </m:rPr>
                        <a:rPr lang="en-US" dirty="0" smtClean="0"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= </m:t>
                      </m:r>
                      <m:r>
                        <m:rPr>
                          <m:sty m:val="p"/>
                        </m:rPr>
                        <a:rPr lang="en-US" dirty="0" smtClean="0">
                          <a:latin typeface="Cambria Math" panose="02040503050406030204" pitchFamily="18" charset="0"/>
                        </a:rPr>
                        <m:t>Median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,  </m:t>
                      </m:r>
                      <m:r>
                        <m:rPr>
                          <m:sty m:val="p"/>
                        </m:rPr>
                        <a:rPr lang="en-US" dirty="0" smtClean="0"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dirty="0" smtClean="0">
                          <a:latin typeface="Cambria Math" panose="02040503050406030204" pitchFamily="18" charset="0"/>
                        </a:rPr>
                        <m:t>= </m:t>
                      </m:r>
                      <m:r>
                        <m:rPr>
                          <m:sty m:val="p"/>
                        </m:rPr>
                        <a:rPr lang="en-US" dirty="0">
                          <a:latin typeface="Cambria Math" panose="02040503050406030204" pitchFamily="18" charset="0"/>
                        </a:rPr>
                        <m:t>Mode</m:t>
                      </m:r>
                    </m:oMath>
                  </m:oMathPara>
                </a14:m>
                <a:endParaRPr lang="en-IN" dirty="0"/>
              </a:p>
              <a:p>
                <a:pPr lvl="1"/>
                <a:r>
                  <a:rPr lang="en-GB" dirty="0"/>
                  <a:t>It helps estimate one measure of central tendency when the other two are known.</a:t>
                </a:r>
              </a:p>
              <a:p>
                <a:pPr lvl="1"/>
                <a:r>
                  <a:rPr lang="en-GB" dirty="0"/>
                  <a:t>This relation is useful for unimodal frequency distributions.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449404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1584661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6ADCE63-B661-900D-BAA7-A490E96DDB1C}"/>
                  </a:ext>
                </a:extLst>
              </p:cNvPr>
              <p:cNvSpPr txBox="1"/>
              <p:nvPr/>
            </p:nvSpPr>
            <p:spPr>
              <a:xfrm>
                <a:off x="2004207" y="3592570"/>
                <a:ext cx="230320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6ADCE63-B661-900D-BAA7-A490E96DDB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4207" y="3592570"/>
                <a:ext cx="230320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Content Placeholder 2">
                <a:extLst>
                  <a:ext uri="{FF2B5EF4-FFF2-40B4-BE49-F238E27FC236}">
                    <a16:creationId xmlns:a16="http://schemas.microsoft.com/office/drawing/2014/main" id="{8116180C-9451-9601-BAA9-12CEB7844CC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40"/>
                <a:ext cx="11930400" cy="560182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spcAft>
                    <a:spcPts val="300"/>
                  </a:spcAft>
                </a:pPr>
                <a:r>
                  <a:rPr lang="en-US" dirty="0"/>
                  <a:t>If mean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16</m:t>
                    </m:r>
                  </m:oMath>
                </a14:m>
                <a:r>
                  <a:rPr lang="en-US" dirty="0"/>
                  <a:t> and median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20</m:t>
                    </m:r>
                  </m:oMath>
                </a14:m>
                <a:r>
                  <a:rPr lang="en-US" dirty="0"/>
                  <a:t>. Calculate the mode.</a:t>
                </a:r>
                <a:endParaRPr lang="en-IN" dirty="0"/>
              </a:p>
            </p:txBody>
          </p:sp>
        </mc:Choice>
        <mc:Fallback xmlns="">
          <p:sp>
            <p:nvSpPr>
              <p:cNvPr id="24" name="Content Placeholder 2">
                <a:extLst>
                  <a:ext uri="{FF2B5EF4-FFF2-40B4-BE49-F238E27FC236}">
                    <a16:creationId xmlns:a16="http://schemas.microsoft.com/office/drawing/2014/main" id="{8116180C-9451-9601-BAA9-12CEB7844C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40"/>
                <a:ext cx="11930400" cy="560182"/>
              </a:xfrm>
              <a:prstGeom prst="rect">
                <a:avLst/>
              </a:prstGeom>
              <a:blipFill>
                <a:blip r:embed="rId4"/>
                <a:stretch>
                  <a:fillRect l="-1073" t="-9783" b="-2391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F9B4B39-55F4-2C5B-5A96-301CD3B796F7}"/>
                  </a:ext>
                </a:extLst>
              </p:cNvPr>
              <p:cNvSpPr txBox="1"/>
              <p:nvPr/>
            </p:nvSpPr>
            <p:spPr>
              <a:xfrm>
                <a:off x="1594216" y="2185822"/>
                <a:ext cx="15125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M</m:t>
                    </m:r>
                    <m:r>
                      <a:rPr lang="en-IN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=20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,</a:t>
                </a:r>
                <a:r>
                  <a:rPr lang="en-IN" sz="2800" dirty="0">
                    <a:solidFill>
                      <a:srgbClr val="002060"/>
                    </a:solidFill>
                    <a:uFill>
                      <a:solidFill>
                        <a:srgbClr val="0070C0"/>
                      </a:solidFill>
                    </a:uFill>
                    <a:ea typeface="Calibri" panose="020F0502020204030204" pitchFamily="34" charset="0"/>
                    <a:cs typeface="Shruti" panose="020B0502040204020203" pitchFamily="34" charset="0"/>
                  </a:rPr>
                  <a:t> 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F9B4B39-55F4-2C5B-5A96-301CD3B796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185822"/>
                <a:ext cx="1512570" cy="523220"/>
              </a:xfrm>
              <a:prstGeom prst="rect">
                <a:avLst/>
              </a:prstGeom>
              <a:blipFill>
                <a:blip r:embed="rId5"/>
                <a:stretch>
                  <a:fillRect t="-11765" r="-403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D44EF26-D355-FFB5-7A8C-97B2A1F8F2FF}"/>
                  </a:ext>
                </a:extLst>
              </p:cNvPr>
              <p:cNvSpPr txBox="1"/>
              <p:nvPr/>
            </p:nvSpPr>
            <p:spPr>
              <a:xfrm>
                <a:off x="2004207" y="429888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D44EF26-D355-FFB5-7A8C-97B2A1F8F2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4207" y="4298881"/>
                <a:ext cx="50623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001F416-E146-EDAB-F128-9DC797716436}"/>
                  </a:ext>
                </a:extLst>
              </p:cNvPr>
              <p:cNvSpPr txBox="1"/>
              <p:nvPr/>
            </p:nvSpPr>
            <p:spPr>
              <a:xfrm>
                <a:off x="1977514" y="5011729"/>
                <a:ext cx="133990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001F416-E146-EDAB-F128-9DC7977164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7514" y="5011729"/>
                <a:ext cx="133990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2342AF12-4F5C-92F6-A1CF-03D621DD324C}"/>
                  </a:ext>
                </a:extLst>
              </p:cNvPr>
              <p:cNvSpPr txBox="1"/>
              <p:nvPr/>
            </p:nvSpPr>
            <p:spPr>
              <a:xfrm>
                <a:off x="1471279" y="429888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2342AF12-4F5C-92F6-A1CF-03D621DD32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1279" y="4298881"/>
                <a:ext cx="5062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9B18D19-46E0-DB98-ABAF-149634DE26DE}"/>
                  </a:ext>
                </a:extLst>
              </p:cNvPr>
              <p:cNvSpPr txBox="1"/>
              <p:nvPr/>
            </p:nvSpPr>
            <p:spPr>
              <a:xfrm>
                <a:off x="1471279" y="501172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9B18D19-46E0-DB98-ABAF-149634DE26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1279" y="5011729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81515C6A-83FE-4143-8B90-2E85C53E6B98}"/>
              </a:ext>
            </a:extLst>
          </p:cNvPr>
          <p:cNvSpPr txBox="1"/>
          <p:nvPr/>
        </p:nvSpPr>
        <p:spPr>
          <a:xfrm>
            <a:off x="1594215" y="1584661"/>
            <a:ext cx="195670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Given that,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89BE2869-2504-48CF-83EC-997F3F6431F7}"/>
                  </a:ext>
                </a:extLst>
              </p:cNvPr>
              <p:cNvSpPr txBox="1"/>
              <p:nvPr/>
            </p:nvSpPr>
            <p:spPr>
              <a:xfrm>
                <a:off x="3155811" y="2185822"/>
                <a:ext cx="151257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89BE2869-2504-48CF-83EC-997F3F6431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55811" y="2185822"/>
                <a:ext cx="151257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3C831E84-2A55-4012-A149-0E9A8110BF09}"/>
              </a:ext>
            </a:extLst>
          </p:cNvPr>
          <p:cNvSpPr txBox="1"/>
          <p:nvPr/>
        </p:nvSpPr>
        <p:spPr>
          <a:xfrm>
            <a:off x="1594215" y="2974624"/>
            <a:ext cx="230320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We know that,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2DF3B94-2EFA-4177-92C3-A6F0456A6406}"/>
                  </a:ext>
                </a:extLst>
              </p:cNvPr>
              <p:cNvSpPr txBox="1"/>
              <p:nvPr/>
            </p:nvSpPr>
            <p:spPr>
              <a:xfrm>
                <a:off x="2350501" y="4298881"/>
                <a:ext cx="15469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=3(20)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2DF3B94-2EFA-4177-92C3-A6F0456A64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0501" y="4298881"/>
                <a:ext cx="154692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8194736-E5BD-421A-8473-04F983A017C6}"/>
                  </a:ext>
                </a:extLst>
              </p:cNvPr>
              <p:cNvSpPr txBox="1"/>
              <p:nvPr/>
            </p:nvSpPr>
            <p:spPr>
              <a:xfrm>
                <a:off x="3719561" y="4298881"/>
                <a:ext cx="154692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2(16)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8194736-E5BD-421A-8473-04F983A017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19561" y="4298881"/>
                <a:ext cx="154692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7172851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8" grpId="0"/>
      <p:bldP spid="5" grpId="0"/>
      <p:bldP spid="6" grpId="0"/>
      <p:bldP spid="7" grpId="0"/>
      <p:bldP spid="8" grpId="0"/>
      <p:bldP spid="9" grpId="0"/>
      <p:bldP spid="12" grpId="0"/>
      <p:bldP spid="13" grpId="0"/>
      <p:bldP spid="14" grpId="0"/>
      <p:bldP spid="15" grpId="0"/>
      <p:bldP spid="16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/>
              <p:cNvSpPr txBox="1">
                <a:spLocks/>
              </p:cNvSpPr>
              <p:nvPr/>
            </p:nvSpPr>
            <p:spPr>
              <a:xfrm>
                <a:off x="131176" y="867840"/>
                <a:ext cx="11776121" cy="1617986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US" dirty="0"/>
                  <a:t>Find the mode of following data:</a:t>
                </a:r>
                <a:endParaRPr lang="en-IN" dirty="0"/>
              </a:p>
              <a:p>
                <a:pPr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a</m:t>
                          </m:r>
                        </m:e>
                      </m:d>
                      <m:r>
                        <a:rPr lang="en-US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7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9.</m:t>
                      </m:r>
                    </m:oMath>
                  </m:oMathPara>
                </a14:m>
                <a:endParaRPr lang="en-IN" dirty="0"/>
              </a:p>
              <a:p>
                <a:pPr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</m:d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 2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10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12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8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14</m:t>
                      </m:r>
                      <m:r>
                        <a:rPr lang="en-IN"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 </m:t>
                      </m:r>
                      <m:r>
                        <a:rPr lang="en-US">
                          <a:latin typeface="Cambria Math" panose="02040503050406030204" pitchFamily="18" charset="0"/>
                        </a:rPr>
                        <m:t>16.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9" name="Content Placeholder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40"/>
                <a:ext cx="11776121" cy="1617986"/>
              </a:xfrm>
              <a:prstGeom prst="rect">
                <a:avLst/>
              </a:prstGeom>
              <a:blipFill>
                <a:blip r:embed="rId3"/>
                <a:stretch>
                  <a:fillRect l="-1088" t="-75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2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64246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3B3FBFF-3278-46C7-A030-BC307935F251}"/>
                  </a:ext>
                </a:extLst>
              </p:cNvPr>
              <p:cNvSpPr txBox="1"/>
              <p:nvPr/>
            </p:nvSpPr>
            <p:spPr>
              <a:xfrm>
                <a:off x="1594215" y="2641854"/>
                <a:ext cx="568727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𝐚</m:t>
                          </m:r>
                        </m:e>
                      </m:d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𝟒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𝟓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𝟕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𝟖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en-US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𝟗</m:t>
                      </m:r>
                    </m:oMath>
                  </m:oMathPara>
                </a14:m>
                <a:endParaRPr lang="en-IN" sz="2800" b="1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3B3FBFF-3278-46C7-A030-BC307935F2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5" y="2641854"/>
                <a:ext cx="5687277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Box 14">
            <a:extLst>
              <a:ext uri="{FF2B5EF4-FFF2-40B4-BE49-F238E27FC236}">
                <a16:creationId xmlns:a16="http://schemas.microsoft.com/office/drawing/2014/main" id="{B30BD113-5274-4BD3-8E4E-C9252D863659}"/>
              </a:ext>
            </a:extLst>
          </p:cNvPr>
          <p:cNvSpPr txBox="1"/>
          <p:nvPr/>
        </p:nvSpPr>
        <p:spPr>
          <a:xfrm>
            <a:off x="2112376" y="3164050"/>
            <a:ext cx="94488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3F708542-11E0-4926-B038-98270D66F1E0}"/>
                  </a:ext>
                </a:extLst>
              </p:cNvPr>
              <p:cNvSpPr txBox="1"/>
              <p:nvPr/>
            </p:nvSpPr>
            <p:spPr>
              <a:xfrm>
                <a:off x="2887668" y="3164049"/>
                <a:ext cx="3827457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r>
                  <a:rPr lang="en-US" sz="2800" dirty="0">
                    <a:solidFill>
                      <a:srgbClr val="002060"/>
                    </a:solidFill>
                  </a:rPr>
                  <a:t>Observation </a:t>
                </a:r>
                <a14:m>
                  <m:oMath xmlns:m="http://schemas.openxmlformats.org/officeDocument/2006/math">
                    <m:r>
                      <a:rPr lang="en-US" sz="2800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𝟐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repeated </a:t>
                </a: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3F708542-11E0-4926-B038-98270D66F1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7668" y="3164049"/>
                <a:ext cx="3827457" cy="523220"/>
              </a:xfrm>
              <a:prstGeom prst="rect">
                <a:avLst/>
              </a:prstGeom>
              <a:blipFill>
                <a:blip r:embed="rId5"/>
                <a:stretch>
                  <a:fillRect l="-3344" t="-10465" r="-2866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TextBox 17">
            <a:extLst>
              <a:ext uri="{FF2B5EF4-FFF2-40B4-BE49-F238E27FC236}">
                <a16:creationId xmlns:a16="http://schemas.microsoft.com/office/drawing/2014/main" id="{B34D9347-D231-455D-80AC-20685DA712ED}"/>
              </a:ext>
            </a:extLst>
          </p:cNvPr>
          <p:cNvSpPr txBox="1"/>
          <p:nvPr/>
        </p:nvSpPr>
        <p:spPr>
          <a:xfrm>
            <a:off x="2112376" y="3698866"/>
            <a:ext cx="63082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effectLst/>
              </a:rPr>
              <a:t>So,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2E7279DD-F2F6-4271-8894-14D89F3552FA}"/>
                  </a:ext>
                </a:extLst>
              </p:cNvPr>
              <p:cNvSpPr txBox="1"/>
              <p:nvPr/>
            </p:nvSpPr>
            <p:spPr>
              <a:xfrm>
                <a:off x="2754768" y="3698865"/>
                <a:ext cx="1193785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2E7279DD-F2F6-4271-8894-14D89F3552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4768" y="3698865"/>
                <a:ext cx="119378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78F9717-4842-4A59-A8C7-2F508C74C46E}"/>
                  </a:ext>
                </a:extLst>
              </p:cNvPr>
              <p:cNvSpPr txBox="1"/>
              <p:nvPr/>
            </p:nvSpPr>
            <p:spPr>
              <a:xfrm>
                <a:off x="1594216" y="4375727"/>
                <a:ext cx="7710116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pl-PL" sz="2800" b="1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pl-PL" sz="2800" b="1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𝐛</m:t>
                          </m:r>
                        </m:e>
                      </m:d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b="1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𝟐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𝟖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𝟒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𝟔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𝟏𝟎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𝟏𝟐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𝟒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𝟖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𝟏𝟒</m:t>
                      </m:r>
                      <m:r>
                        <a:rPr lang="en-IN" sz="2800" b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,   </m:t>
                      </m:r>
                      <m:r>
                        <a:rPr lang="pl-PL" sz="2800" b="1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𝟏𝟔</m:t>
                      </m:r>
                    </m:oMath>
                  </m:oMathPara>
                </a14:m>
                <a:endParaRPr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78F9717-4842-4A59-A8C7-2F508C74C4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375727"/>
                <a:ext cx="771011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TextBox 23">
            <a:extLst>
              <a:ext uri="{FF2B5EF4-FFF2-40B4-BE49-F238E27FC236}">
                <a16:creationId xmlns:a16="http://schemas.microsoft.com/office/drawing/2014/main" id="{7494E1CC-69B6-4B5C-B1AC-924FD1822CE0}"/>
              </a:ext>
            </a:extLst>
          </p:cNvPr>
          <p:cNvSpPr txBox="1"/>
          <p:nvPr/>
        </p:nvSpPr>
        <p:spPr>
          <a:xfrm>
            <a:off x="2112376" y="4997621"/>
            <a:ext cx="94488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1A4379C-94AD-4069-9F99-F9434F59C67B}"/>
              </a:ext>
            </a:extLst>
          </p:cNvPr>
          <p:cNvSpPr txBox="1"/>
          <p:nvPr/>
        </p:nvSpPr>
        <p:spPr>
          <a:xfrm>
            <a:off x="2112376" y="6054773"/>
            <a:ext cx="63082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2800">
                <a:solidFill>
                  <a:srgbClr val="002060"/>
                </a:solidFill>
                <a:effectLst/>
              </a:rPr>
              <a:t>So,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6226E19-3AA7-4907-A021-F6AFC50C24BD}"/>
                  </a:ext>
                </a:extLst>
              </p:cNvPr>
              <p:cNvSpPr txBox="1"/>
              <p:nvPr/>
            </p:nvSpPr>
            <p:spPr>
              <a:xfrm>
                <a:off x="2743200" y="6054246"/>
                <a:ext cx="174735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=4,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6226E19-3AA7-4907-A021-F6AFC50C24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43200" y="6054246"/>
                <a:ext cx="1747358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1C77E4D-A5A7-4595-BBD8-0B96A88A209D}"/>
                  </a:ext>
                </a:extLst>
              </p:cNvPr>
              <p:cNvSpPr txBox="1"/>
              <p:nvPr/>
            </p:nvSpPr>
            <p:spPr>
              <a:xfrm>
                <a:off x="3964015" y="6054247"/>
                <a:ext cx="40304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1C77E4D-A5A7-4595-BBD8-0B96A88A20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64015" y="6054247"/>
                <a:ext cx="40304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Oval 10">
            <a:extLst>
              <a:ext uri="{FF2B5EF4-FFF2-40B4-BE49-F238E27FC236}">
                <a16:creationId xmlns:a16="http://schemas.microsoft.com/office/drawing/2014/main" id="{72922450-64DE-4A40-B3E5-C62DC20372E1}"/>
              </a:ext>
            </a:extLst>
          </p:cNvPr>
          <p:cNvSpPr/>
          <p:nvPr/>
        </p:nvSpPr>
        <p:spPr>
          <a:xfrm>
            <a:off x="2196955" y="2654187"/>
            <a:ext cx="461665" cy="46166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201100B0-7064-4365-8D41-D55F03760253}"/>
              </a:ext>
            </a:extLst>
          </p:cNvPr>
          <p:cNvSpPr/>
          <p:nvPr/>
        </p:nvSpPr>
        <p:spPr>
          <a:xfrm>
            <a:off x="3440102" y="2654187"/>
            <a:ext cx="461665" cy="46166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5FFB1430-DC9B-4C98-9B4D-6BD00554D1FA}"/>
              </a:ext>
            </a:extLst>
          </p:cNvPr>
          <p:cNvSpPr/>
          <p:nvPr/>
        </p:nvSpPr>
        <p:spPr>
          <a:xfrm>
            <a:off x="5269641" y="2654187"/>
            <a:ext cx="461665" cy="46166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41038997-BD06-49F1-8654-31A04F8C8045}"/>
              </a:ext>
            </a:extLst>
          </p:cNvPr>
          <p:cNvSpPr/>
          <p:nvPr/>
        </p:nvSpPr>
        <p:spPr>
          <a:xfrm>
            <a:off x="2849283" y="4406505"/>
            <a:ext cx="461665" cy="46166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519E1D14-4904-4045-B2A2-871820E5A92B}"/>
              </a:ext>
            </a:extLst>
          </p:cNvPr>
          <p:cNvSpPr/>
          <p:nvPr/>
        </p:nvSpPr>
        <p:spPr>
          <a:xfrm>
            <a:off x="6941947" y="4406505"/>
            <a:ext cx="461665" cy="46166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27F42F41-AF01-485C-9568-FEAF9E872BA5}"/>
              </a:ext>
            </a:extLst>
          </p:cNvPr>
          <p:cNvSpPr/>
          <p:nvPr/>
        </p:nvSpPr>
        <p:spPr>
          <a:xfrm>
            <a:off x="3471728" y="4406505"/>
            <a:ext cx="461665" cy="46166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F35CC825-0C26-48E9-B970-C8F839F17426}"/>
              </a:ext>
            </a:extLst>
          </p:cNvPr>
          <p:cNvSpPr/>
          <p:nvPr/>
        </p:nvSpPr>
        <p:spPr>
          <a:xfrm>
            <a:off x="6355494" y="4406505"/>
            <a:ext cx="461665" cy="46166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E1C3742-4047-42E2-96AE-17A33A2EF878}"/>
                  </a:ext>
                </a:extLst>
              </p:cNvPr>
              <p:cNvSpPr txBox="1"/>
              <p:nvPr/>
            </p:nvSpPr>
            <p:spPr>
              <a:xfrm>
                <a:off x="2887668" y="5001590"/>
                <a:ext cx="465976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r>
                  <a:rPr lang="en-US" sz="2800" dirty="0">
                    <a:solidFill>
                      <a:srgbClr val="002060"/>
                    </a:solidFill>
                  </a:rPr>
                  <a:t>Observation </a:t>
                </a:r>
                <a14:m>
                  <m:oMath xmlns:m="http://schemas.openxmlformats.org/officeDocument/2006/math">
                    <m:r>
                      <a:rPr lang="en-IN" sz="2800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𝟖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repeated </a:t>
                </a: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E1C3742-4047-42E2-96AE-17A33A2EF8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7668" y="5001590"/>
                <a:ext cx="4659761" cy="523220"/>
              </a:xfrm>
              <a:prstGeom prst="rect">
                <a:avLst/>
              </a:prstGeom>
              <a:blipFill>
                <a:blip r:embed="rId10"/>
                <a:stretch>
                  <a:fillRect l="-2749" t="-10465" b="-3372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37A5A5B-4659-4EA2-8BBB-A703E62E1B7F}"/>
                  </a:ext>
                </a:extLst>
              </p:cNvPr>
              <p:cNvSpPr txBox="1"/>
              <p:nvPr/>
            </p:nvSpPr>
            <p:spPr>
              <a:xfrm>
                <a:off x="2887668" y="5527057"/>
                <a:ext cx="4659761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r>
                  <a:rPr lang="en-US" sz="2800" dirty="0">
                    <a:solidFill>
                      <a:srgbClr val="002060"/>
                    </a:solidFill>
                  </a:rPr>
                  <a:t>Observation </a:t>
                </a:r>
                <a14:m>
                  <m:oMath xmlns:m="http://schemas.openxmlformats.org/officeDocument/2006/math">
                    <m:r>
                      <a:rPr lang="en-IN" sz="2800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𝟒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repeated </a:t>
                </a: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37A5A5B-4659-4EA2-8BBB-A703E62E1B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7668" y="5527057"/>
                <a:ext cx="4659761" cy="523220"/>
              </a:xfrm>
              <a:prstGeom prst="rect">
                <a:avLst/>
              </a:prstGeom>
              <a:blipFill>
                <a:blip r:embed="rId11"/>
                <a:stretch>
                  <a:fillRect l="-2749" t="-10588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4" name="TextBox 43">
            <a:extLst>
              <a:ext uri="{FF2B5EF4-FFF2-40B4-BE49-F238E27FC236}">
                <a16:creationId xmlns:a16="http://schemas.microsoft.com/office/drawing/2014/main" id="{86237DEE-9DE7-4113-A4C7-32686F28098F}"/>
              </a:ext>
            </a:extLst>
          </p:cNvPr>
          <p:cNvSpPr txBox="1"/>
          <p:nvPr/>
        </p:nvSpPr>
        <p:spPr>
          <a:xfrm>
            <a:off x="2112376" y="5518223"/>
            <a:ext cx="94488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Also,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AFD4FA0-03DE-4F25-98FD-523ED327A9C6}"/>
              </a:ext>
            </a:extLst>
          </p:cNvPr>
          <p:cNvSpPr txBox="1"/>
          <p:nvPr/>
        </p:nvSpPr>
        <p:spPr>
          <a:xfrm>
            <a:off x="7667986" y="3164049"/>
            <a:ext cx="315241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Unimodal dataset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ECC32CC-6409-42F6-8A14-A125C32F5415}"/>
              </a:ext>
            </a:extLst>
          </p:cNvPr>
          <p:cNvSpPr txBox="1"/>
          <p:nvPr/>
        </p:nvSpPr>
        <p:spPr>
          <a:xfrm>
            <a:off x="7667986" y="5518223"/>
            <a:ext cx="315241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Bimodal dataset</a:t>
            </a:r>
          </a:p>
        </p:txBody>
      </p:sp>
    </p:spTree>
    <p:extLst>
      <p:ext uri="{BB962C8B-B14F-4D97-AF65-F5344CB8AC3E}">
        <p14:creationId xmlns:p14="http://schemas.microsoft.com/office/powerpoint/2010/main" val="3914223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5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8" dur="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1" dur="7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6" dur="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9" dur="7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2" dur="7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5" dur="7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5" grpId="0"/>
      <p:bldP spid="16" grpId="0"/>
      <p:bldP spid="18" grpId="0"/>
      <p:bldP spid="22" grpId="0"/>
      <p:bldP spid="23" grpId="0"/>
      <p:bldP spid="24" grpId="0"/>
      <p:bldP spid="27" grpId="0"/>
      <p:bldP spid="29" grpId="0"/>
      <p:bldP spid="32" grpId="0"/>
      <p:bldP spid="11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/>
      <p:bldP spid="43" grpId="0"/>
      <p:bldP spid="44" grpId="0"/>
      <p:bldP spid="45" grpId="0"/>
      <p:bldP spid="46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67838"/>
            <a:ext cx="11929645" cy="1836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the mode of following data:</a:t>
            </a:r>
            <a:endParaRPr lang="en-IN" dirty="0"/>
          </a:p>
          <a:p>
            <a:r>
              <a:rPr lang="en-US" dirty="0"/>
              <a:t> </a:t>
            </a:r>
          </a:p>
          <a:p>
            <a:endParaRPr lang="en-IN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3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86047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A5DBCFC-C44A-BF38-C288-779CB92E97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8421378"/>
              </p:ext>
            </p:extLst>
          </p:nvPr>
        </p:nvGraphicFramePr>
        <p:xfrm>
          <a:off x="245933" y="1450904"/>
          <a:ext cx="8828600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65720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11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22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33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44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15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19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3414C121-8436-43A9-A841-B517ABE788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0420960"/>
              </p:ext>
            </p:extLst>
          </p:nvPr>
        </p:nvGraphicFramePr>
        <p:xfrm>
          <a:off x="1827083" y="2860475"/>
          <a:ext cx="8828600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65720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765720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11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22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33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44</a:t>
                      </a:r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15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20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19</a:t>
                      </a:r>
                      <a:endParaRPr lang="en-IN" sz="28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</a:t>
                      </a:r>
                      <a:endParaRPr lang="en-IN" sz="28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28" name="TextBox 27">
            <a:extLst>
              <a:ext uri="{FF2B5EF4-FFF2-40B4-BE49-F238E27FC236}">
                <a16:creationId xmlns:a16="http://schemas.microsoft.com/office/drawing/2014/main" id="{078EBFB8-AD12-450A-91F5-9D5C302DD64B}"/>
              </a:ext>
            </a:extLst>
          </p:cNvPr>
          <p:cNvSpPr txBox="1"/>
          <p:nvPr/>
        </p:nvSpPr>
        <p:spPr>
          <a:xfrm>
            <a:off x="1827083" y="4092912"/>
            <a:ext cx="390606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For Discrete Grouped Data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0C4E71E-B57C-4199-9D20-4F02B135B1EA}"/>
                  </a:ext>
                </a:extLst>
              </p:cNvPr>
              <p:cNvSpPr txBox="1"/>
              <p:nvPr/>
            </p:nvSpPr>
            <p:spPr>
              <a:xfrm>
                <a:off x="1827083" y="4616132"/>
                <a:ext cx="15837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dirty="0">
                    <a:solidFill>
                      <a:srgbClr val="002060"/>
                    </a:solidFill>
                  </a:rPr>
                  <a:t>Mode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en-IN" sz="2800" b="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Z</m:t>
                        </m:r>
                      </m:e>
                    </m:d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0C4E71E-B57C-4199-9D20-4F02B135B1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27083" y="4616132"/>
                <a:ext cx="1583774" cy="523220"/>
              </a:xfrm>
              <a:prstGeom prst="rect">
                <a:avLst/>
              </a:prstGeom>
              <a:blipFill>
                <a:blip r:embed="rId3"/>
                <a:stretch>
                  <a:fillRect l="-8077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F81C98A-891F-4320-9863-6879E7DF0A71}"/>
                  </a:ext>
                </a:extLst>
              </p:cNvPr>
              <p:cNvSpPr txBox="1"/>
              <p:nvPr/>
            </p:nvSpPr>
            <p:spPr>
              <a:xfrm>
                <a:off x="3227976" y="4616132"/>
                <a:ext cx="67542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IN" sz="2800" b="0" i="1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  <a:r>
                  <a:rPr lang="en-GB" sz="2800" dirty="0">
                    <a:solidFill>
                      <a:srgbClr val="002060"/>
                    </a:solidFill>
                  </a:rPr>
                  <a:t>Observation against the highest frequency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F81C98A-891F-4320-9863-6879E7DF0A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7976" y="4616132"/>
                <a:ext cx="6754224" cy="523220"/>
              </a:xfrm>
              <a:prstGeom prst="rect">
                <a:avLst/>
              </a:prstGeom>
              <a:blipFill>
                <a:blip r:embed="rId4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1" name="TextBox 30">
            <a:extLst>
              <a:ext uri="{FF2B5EF4-FFF2-40B4-BE49-F238E27FC236}">
                <a16:creationId xmlns:a16="http://schemas.microsoft.com/office/drawing/2014/main" id="{D33E8488-4E4A-498D-83AF-304DAD5B1504}"/>
              </a:ext>
            </a:extLst>
          </p:cNvPr>
          <p:cNvSpPr txBox="1"/>
          <p:nvPr/>
        </p:nvSpPr>
        <p:spPr>
          <a:xfrm>
            <a:off x="1827083" y="5234264"/>
            <a:ext cx="96302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 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564314B-03FD-4AFA-B1AE-14E9092F2A51}"/>
              </a:ext>
            </a:extLst>
          </p:cNvPr>
          <p:cNvSpPr txBox="1"/>
          <p:nvPr/>
        </p:nvSpPr>
        <p:spPr>
          <a:xfrm>
            <a:off x="2612206" y="5234264"/>
            <a:ext cx="493159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highest frequently in given data is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3DA05115-EDCC-4A26-AA77-B13204AFAB39}"/>
                  </a:ext>
                </a:extLst>
              </p:cNvPr>
              <p:cNvSpPr txBox="1"/>
              <p:nvPr/>
            </p:nvSpPr>
            <p:spPr>
              <a:xfrm>
                <a:off x="7406640" y="5234264"/>
                <a:ext cx="65532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3DA05115-EDCC-4A26-AA77-B13204AFAB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06640" y="5234264"/>
                <a:ext cx="65532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A19B9F71-FA75-4194-A2EE-28BE6628439D}"/>
                  </a:ext>
                </a:extLst>
              </p:cNvPr>
              <p:cNvSpPr txBox="1"/>
              <p:nvPr/>
            </p:nvSpPr>
            <p:spPr>
              <a:xfrm>
                <a:off x="1827083" y="5852396"/>
                <a:ext cx="5808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A19B9F71-FA75-4194-A2EE-28BE662843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27083" y="5852396"/>
                <a:ext cx="580837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Oval 35">
            <a:extLst>
              <a:ext uri="{FF2B5EF4-FFF2-40B4-BE49-F238E27FC236}">
                <a16:creationId xmlns:a16="http://schemas.microsoft.com/office/drawing/2014/main" id="{875037BF-DE49-45C6-A2EF-0288B0BBDF16}"/>
              </a:ext>
            </a:extLst>
          </p:cNvPr>
          <p:cNvSpPr/>
          <p:nvPr/>
        </p:nvSpPr>
        <p:spPr>
          <a:xfrm>
            <a:off x="5960521" y="3443618"/>
            <a:ext cx="561724" cy="561722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BCA5FA9-FB00-4B13-81D9-54AD525DE07D}"/>
                  </a:ext>
                </a:extLst>
              </p:cNvPr>
              <p:cNvSpPr txBox="1"/>
              <p:nvPr/>
            </p:nvSpPr>
            <p:spPr>
              <a:xfrm>
                <a:off x="2308595" y="5852396"/>
                <a:ext cx="140996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3BCA5FA9-FB00-4B13-81D9-54AD525DE0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8595" y="5852396"/>
                <a:ext cx="140996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Rectangle: Diagonal Corners Rounded 37">
            <a:extLst>
              <a:ext uri="{FF2B5EF4-FFF2-40B4-BE49-F238E27FC236}">
                <a16:creationId xmlns:a16="http://schemas.microsoft.com/office/drawing/2014/main" id="{8ECB27CD-9F65-4EE1-8164-768169305695}"/>
              </a:ext>
            </a:extLst>
          </p:cNvPr>
          <p:cNvSpPr/>
          <p:nvPr/>
        </p:nvSpPr>
        <p:spPr>
          <a:xfrm>
            <a:off x="5864232" y="2955320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784063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9" dur="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6" grpId="0" animBg="1"/>
      <p:bldP spid="37" grpId="0"/>
      <p:bldP spid="38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85458"/>
            <a:ext cx="11930400" cy="3060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the mode of following data:</a:t>
            </a:r>
            <a:endParaRPr lang="en-IN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4 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411971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91D07898-55A4-6C71-4259-598EFD174E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7102183"/>
              </p:ext>
            </p:extLst>
          </p:nvPr>
        </p:nvGraphicFramePr>
        <p:xfrm>
          <a:off x="265026" y="1486540"/>
          <a:ext cx="11603124" cy="1152000"/>
        </p:xfrm>
        <a:graphic>
          <a:graphicData uri="http://schemas.openxmlformats.org/drawingml/2006/table">
            <a:tbl>
              <a:tblPr firstRow="1" firstCol="1" bandRow="1">
                <a:tableStyleId>{5940675A-B579-460E-94D1-54222C63F5DA}</a:tableStyleId>
              </a:tblPr>
              <a:tblGrid>
                <a:gridCol w="1933854">
                  <a:extLst>
                    <a:ext uri="{9D8B030D-6E8A-4147-A177-3AD203B41FA5}">
                      <a16:colId xmlns:a16="http://schemas.microsoft.com/office/drawing/2014/main" val="512344190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3980445245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3245100154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133909041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3902432090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1427169838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Class</a:t>
                      </a:r>
                      <a:endParaRPr lang="en-IN" sz="280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1321215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a:t>f</a:t>
                      </a:r>
                      <a:endParaRPr lang="en-IN" sz="280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0673568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E888CEB-DA24-40A5-B82E-CFB9316833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7906630"/>
              </p:ext>
            </p:extLst>
          </p:nvPr>
        </p:nvGraphicFramePr>
        <p:xfrm>
          <a:off x="2198880" y="2715999"/>
          <a:ext cx="9669270" cy="1152000"/>
        </p:xfrm>
        <a:graphic>
          <a:graphicData uri="http://schemas.openxmlformats.org/drawingml/2006/table">
            <a:tbl>
              <a:tblPr firstRow="1" firstCol="1" bandRow="1">
                <a:tableStyleId>{5940675A-B579-460E-94D1-54222C63F5DA}</a:tableStyleId>
              </a:tblPr>
              <a:tblGrid>
                <a:gridCol w="1933854">
                  <a:extLst>
                    <a:ext uri="{9D8B030D-6E8A-4147-A177-3AD203B41FA5}">
                      <a16:colId xmlns:a16="http://schemas.microsoft.com/office/drawing/2014/main" val="2787741866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1978940400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2435977822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668179388"/>
                    </a:ext>
                  </a:extLst>
                </a:gridCol>
                <a:gridCol w="1933854">
                  <a:extLst>
                    <a:ext uri="{9D8B030D-6E8A-4147-A177-3AD203B41FA5}">
                      <a16:colId xmlns:a16="http://schemas.microsoft.com/office/drawing/2014/main" val="349375681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4644808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Cambria Math" panose="020405030504060302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3899215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EBF0C2B-5217-4A85-B559-31D89A85C55D}"/>
                  </a:ext>
                </a:extLst>
              </p:cNvPr>
              <p:cNvSpPr/>
              <p:nvPr/>
            </p:nvSpPr>
            <p:spPr>
              <a:xfrm>
                <a:off x="2353128" y="1518675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EBF0C2B-5217-4A85-B559-31D89A85C5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128" y="1518675"/>
                <a:ext cx="1620000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07203BE-342B-4D04-AE2F-F79C7F78891B}"/>
                  </a:ext>
                </a:extLst>
              </p:cNvPr>
              <p:cNvSpPr/>
              <p:nvPr/>
            </p:nvSpPr>
            <p:spPr>
              <a:xfrm>
                <a:off x="4286879" y="1518675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07203BE-342B-4D04-AE2F-F79C7F7889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6879" y="1518675"/>
                <a:ext cx="162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9509620D-C9E5-47D6-B339-6A43ECB11B08}"/>
                  </a:ext>
                </a:extLst>
              </p:cNvPr>
              <p:cNvSpPr/>
              <p:nvPr/>
            </p:nvSpPr>
            <p:spPr>
              <a:xfrm>
                <a:off x="6220630" y="1518675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9509620D-C9E5-47D6-B339-6A43ECB11B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20630" y="1518675"/>
                <a:ext cx="162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B41222F-4EB5-4677-AA49-4A0D3CA1252A}"/>
                  </a:ext>
                </a:extLst>
              </p:cNvPr>
              <p:cNvSpPr/>
              <p:nvPr/>
            </p:nvSpPr>
            <p:spPr>
              <a:xfrm>
                <a:off x="8154381" y="1518675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B41222F-4EB5-4677-AA49-4A0D3CA125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4381" y="1518675"/>
                <a:ext cx="162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F741EACD-61CD-4E97-903D-CCDC6504486A}"/>
                  </a:ext>
                </a:extLst>
              </p:cNvPr>
              <p:cNvSpPr/>
              <p:nvPr/>
            </p:nvSpPr>
            <p:spPr>
              <a:xfrm>
                <a:off x="10088132" y="1518675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F741EACD-61CD-4E97-903D-CCDC650448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88132" y="1518675"/>
                <a:ext cx="162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19B3486D-AAB3-4BD5-A027-83BD56C777F6}"/>
                  </a:ext>
                </a:extLst>
              </p:cNvPr>
              <p:cNvSpPr/>
              <p:nvPr/>
            </p:nvSpPr>
            <p:spPr>
              <a:xfrm>
                <a:off x="2353128" y="274154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50−60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19B3486D-AAB3-4BD5-A027-83BD56C777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53128" y="2741543"/>
                <a:ext cx="162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729B2AA-2696-463D-9718-73C5814B0839}"/>
                  </a:ext>
                </a:extLst>
              </p:cNvPr>
              <p:cNvSpPr/>
              <p:nvPr/>
            </p:nvSpPr>
            <p:spPr>
              <a:xfrm>
                <a:off x="4288709" y="274154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60−70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729B2AA-2696-463D-9718-73C5814B083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8709" y="2741543"/>
                <a:ext cx="162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E116EBF-8747-4F6E-8349-5D6ECB2005F6}"/>
                  </a:ext>
                </a:extLst>
              </p:cNvPr>
              <p:cNvSpPr/>
              <p:nvPr/>
            </p:nvSpPr>
            <p:spPr>
              <a:xfrm>
                <a:off x="6224290" y="274154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70−80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E116EBF-8747-4F6E-8349-5D6ECB2005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24290" y="2741543"/>
                <a:ext cx="162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F9FDD9E4-3B9C-4862-B6FF-7697B4A25F4C}"/>
                  </a:ext>
                </a:extLst>
              </p:cNvPr>
              <p:cNvSpPr/>
              <p:nvPr/>
            </p:nvSpPr>
            <p:spPr>
              <a:xfrm>
                <a:off x="8159871" y="274154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80−90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F9FDD9E4-3B9C-4862-B6FF-7697B4A25F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9871" y="2741543"/>
                <a:ext cx="162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6523288-E341-4831-9C22-A704C942F33C}"/>
                  </a:ext>
                </a:extLst>
              </p:cNvPr>
              <p:cNvSpPr/>
              <p:nvPr/>
            </p:nvSpPr>
            <p:spPr>
              <a:xfrm>
                <a:off x="10095451" y="274154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90−100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6523288-E341-4831-9C22-A704C942F33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5451" y="2741543"/>
                <a:ext cx="162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F89652FD-B624-4351-90E9-D4A26FB8F56C}"/>
                  </a:ext>
                </a:extLst>
              </p:cNvPr>
              <p:cNvSpPr/>
              <p:nvPr/>
            </p:nvSpPr>
            <p:spPr>
              <a:xfrm>
                <a:off x="2803128" y="20903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F89652FD-B624-4351-90E9-D4A26FB8F5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3128" y="2090322"/>
                <a:ext cx="72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4A63EFE-8EEB-4A2B-A169-2B05979E0144}"/>
                  </a:ext>
                </a:extLst>
              </p:cNvPr>
              <p:cNvSpPr/>
              <p:nvPr/>
            </p:nvSpPr>
            <p:spPr>
              <a:xfrm>
                <a:off x="4736879" y="20903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4A63EFE-8EEB-4A2B-A169-2B05979E01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36879" y="2090322"/>
                <a:ext cx="72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06F883C9-A2E6-432F-A6CA-14A2FBE96457}"/>
                  </a:ext>
                </a:extLst>
              </p:cNvPr>
              <p:cNvSpPr/>
              <p:nvPr/>
            </p:nvSpPr>
            <p:spPr>
              <a:xfrm>
                <a:off x="6670630" y="20903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06F883C9-A2E6-432F-A6CA-14A2FBE964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70630" y="2090322"/>
                <a:ext cx="72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1A653E90-E8B2-4A53-AD5D-265FD1E8627D}"/>
                  </a:ext>
                </a:extLst>
              </p:cNvPr>
              <p:cNvSpPr/>
              <p:nvPr/>
            </p:nvSpPr>
            <p:spPr>
              <a:xfrm>
                <a:off x="8604381" y="20903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1A653E90-E8B2-4A53-AD5D-265FD1E862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04381" y="2090322"/>
                <a:ext cx="720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788B6189-ADBD-4EB2-B361-12B19EDF3836}"/>
                  </a:ext>
                </a:extLst>
              </p:cNvPr>
              <p:cNvSpPr/>
              <p:nvPr/>
            </p:nvSpPr>
            <p:spPr>
              <a:xfrm>
                <a:off x="10538132" y="20903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788B6189-ADBD-4EB2-B361-12B19EDF38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38132" y="2090322"/>
                <a:ext cx="720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92DDEA7A-2C03-4E2B-B9BA-4751928F6A21}"/>
                  </a:ext>
                </a:extLst>
              </p:cNvPr>
              <p:cNvSpPr/>
              <p:nvPr/>
            </p:nvSpPr>
            <p:spPr>
              <a:xfrm>
                <a:off x="2815335" y="3319035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92DDEA7A-2C03-4E2B-B9BA-4751928F6A2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15335" y="3319035"/>
                <a:ext cx="72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1B580588-58DD-4D1C-A042-C2917B2820D1}"/>
                  </a:ext>
                </a:extLst>
              </p:cNvPr>
              <p:cNvSpPr/>
              <p:nvPr/>
            </p:nvSpPr>
            <p:spPr>
              <a:xfrm>
                <a:off x="4747864" y="3319035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1B580588-58DD-4D1C-A042-C2917B2820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47864" y="3319035"/>
                <a:ext cx="72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7386BA71-CC16-4DB0-A27B-7697ED04DB1E}"/>
                  </a:ext>
                </a:extLst>
              </p:cNvPr>
              <p:cNvSpPr/>
              <p:nvPr/>
            </p:nvSpPr>
            <p:spPr>
              <a:xfrm>
                <a:off x="6680393" y="3319035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7386BA71-CC16-4DB0-A27B-7697ED04DB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80393" y="3319035"/>
                <a:ext cx="72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A3FEDB52-F247-4A43-9A96-7DB0A4EDA1C6}"/>
                  </a:ext>
                </a:extLst>
              </p:cNvPr>
              <p:cNvSpPr/>
              <p:nvPr/>
            </p:nvSpPr>
            <p:spPr>
              <a:xfrm>
                <a:off x="8612922" y="3319035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A3FEDB52-F247-4A43-9A96-7DB0A4EDA1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12922" y="3319035"/>
                <a:ext cx="72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DD189297-B794-403F-94EC-F2C5F8802F99}"/>
                  </a:ext>
                </a:extLst>
              </p:cNvPr>
              <p:cNvSpPr/>
              <p:nvPr/>
            </p:nvSpPr>
            <p:spPr>
              <a:xfrm>
                <a:off x="10545451" y="3319035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DD189297-B794-403F-94EC-F2C5F8802F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45451" y="3319035"/>
                <a:ext cx="72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080B48C2-DA90-46EF-89B9-46685C59B9CB}"/>
              </a:ext>
            </a:extLst>
          </p:cNvPr>
          <p:cNvSpPr txBox="1"/>
          <p:nvPr/>
        </p:nvSpPr>
        <p:spPr>
          <a:xfrm>
            <a:off x="1682895" y="4119715"/>
            <a:ext cx="340345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Formula for the Mode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8CC3ECEA-95E6-4880-9158-9ED13A79092F}"/>
                  </a:ext>
                </a:extLst>
              </p:cNvPr>
              <p:cNvSpPr txBox="1"/>
              <p:nvPr/>
            </p:nvSpPr>
            <p:spPr>
              <a:xfrm>
                <a:off x="1594216" y="4841218"/>
                <a:ext cx="5157684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8CC3ECEA-95E6-4880-9158-9ED13A7909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841218"/>
                <a:ext cx="5157684" cy="1060483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0173002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2" grpId="0"/>
      <p:bldP spid="34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4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19999564"/>
                  </p:ext>
                </p:extLst>
              </p:nvPr>
            </p:nvGraphicFramePr>
            <p:xfrm>
              <a:off x="212904" y="836776"/>
              <a:ext cx="3192448" cy="572060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615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556292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041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11083567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7905336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" name="Table 7">
                <a:extLst>
                  <a:ext uri="{FF2B5EF4-FFF2-40B4-BE49-F238E27FC236}">
                    <a16:creationId xmlns:a16="http://schemas.microsoft.com/office/drawing/2014/main" id="{5DADDE0F-4AF2-FBEF-43E1-0AB6D2A97C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19999564"/>
                  </p:ext>
                </p:extLst>
              </p:nvPr>
            </p:nvGraphicFramePr>
            <p:xfrm>
              <a:off x="212904" y="836776"/>
              <a:ext cx="3192448" cy="572060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6156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556292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041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72" t="-2353" r="-96283" b="-100823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05469" t="-2353" r="-1172" b="-100823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19244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11083567"/>
                      </a:ext>
                    </a:extLst>
                  </a:tr>
                  <a:tr h="52035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7905336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B594508C-299A-B880-4C7B-628BB101894F}"/>
                  </a:ext>
                </a:extLst>
              </p:cNvPr>
              <p:cNvSpPr/>
              <p:nvPr/>
            </p:nvSpPr>
            <p:spPr>
              <a:xfrm>
                <a:off x="223562" y="1366280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B594508C-299A-B880-4C7B-628BB10189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1366280"/>
                <a:ext cx="162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92E08D8-EE22-7022-486B-21BDBBF0B675}"/>
                  </a:ext>
                </a:extLst>
              </p:cNvPr>
              <p:cNvSpPr/>
              <p:nvPr/>
            </p:nvSpPr>
            <p:spPr>
              <a:xfrm>
                <a:off x="223562" y="1880214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992E08D8-EE22-7022-486B-21BDBBF0B6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1880214"/>
                <a:ext cx="162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4DB52C9-C781-3010-7956-352BABBA6A9A}"/>
                  </a:ext>
                </a:extLst>
              </p:cNvPr>
              <p:cNvSpPr/>
              <p:nvPr/>
            </p:nvSpPr>
            <p:spPr>
              <a:xfrm>
                <a:off x="223562" y="2398909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64DB52C9-C781-3010-7956-352BABBA6A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2398909"/>
                <a:ext cx="162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961E13A-1800-FCD6-AACE-BF8AEEDA4F0D}"/>
                  </a:ext>
                </a:extLst>
              </p:cNvPr>
              <p:cNvSpPr/>
              <p:nvPr/>
            </p:nvSpPr>
            <p:spPr>
              <a:xfrm>
                <a:off x="223562" y="2917604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961E13A-1800-FCD6-AACE-BF8AEEDA4F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2917604"/>
                <a:ext cx="162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7DF50EA-FCED-D48B-9468-4EE94D4B8B42}"/>
                  </a:ext>
                </a:extLst>
              </p:cNvPr>
              <p:cNvSpPr/>
              <p:nvPr/>
            </p:nvSpPr>
            <p:spPr>
              <a:xfrm>
                <a:off x="223562" y="3436299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7DF50EA-FCED-D48B-9468-4EE94D4B8B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3436299"/>
                <a:ext cx="162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8972E7F-A2BA-7D6D-66A4-55E646F12296}"/>
                  </a:ext>
                </a:extLst>
              </p:cNvPr>
              <p:cNvSpPr/>
              <p:nvPr/>
            </p:nvSpPr>
            <p:spPr>
              <a:xfrm>
                <a:off x="223562" y="3954994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8972E7F-A2BA-7D6D-66A4-55E646F122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3954994"/>
                <a:ext cx="162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62AC0A1-911F-ECE3-A110-808A0F2E4FC8}"/>
                  </a:ext>
                </a:extLst>
              </p:cNvPr>
              <p:cNvSpPr/>
              <p:nvPr/>
            </p:nvSpPr>
            <p:spPr>
              <a:xfrm>
                <a:off x="223562" y="4473689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60−70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62AC0A1-911F-ECE3-A110-808A0F2E4F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4473689"/>
                <a:ext cx="162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1578676C-0259-DC35-9A9D-8358C3530372}"/>
                  </a:ext>
                </a:extLst>
              </p:cNvPr>
              <p:cNvSpPr/>
              <p:nvPr/>
            </p:nvSpPr>
            <p:spPr>
              <a:xfrm>
                <a:off x="223562" y="4992384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70−80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1578676C-0259-DC35-9A9D-8358C35303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4992384"/>
                <a:ext cx="162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4254273-CFA3-82ED-6C0A-9BA6AD56BCDA}"/>
                  </a:ext>
                </a:extLst>
              </p:cNvPr>
              <p:cNvSpPr/>
              <p:nvPr/>
            </p:nvSpPr>
            <p:spPr>
              <a:xfrm>
                <a:off x="223562" y="5511079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80−90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4254273-CFA3-82ED-6C0A-9BA6AD56BC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5511079"/>
                <a:ext cx="162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E3D5147-4209-F9C1-4666-2F2C594E62F9}"/>
                  </a:ext>
                </a:extLst>
              </p:cNvPr>
              <p:cNvSpPr/>
              <p:nvPr/>
            </p:nvSpPr>
            <p:spPr>
              <a:xfrm>
                <a:off x="223562" y="6029770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90−100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E3D5147-4209-F9C1-4666-2F2C594E62F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562" y="6029770"/>
                <a:ext cx="162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EAC60276-FB51-056F-7567-FB2454E97C50}"/>
                  </a:ext>
                </a:extLst>
              </p:cNvPr>
              <p:cNvSpPr/>
              <p:nvPr/>
            </p:nvSpPr>
            <p:spPr>
              <a:xfrm>
                <a:off x="2265017" y="136628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EAC60276-FB51-056F-7567-FB2454E97C5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1366280"/>
                <a:ext cx="72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7FCF547A-69F2-EF6E-6A9D-81577522D61B}"/>
                  </a:ext>
                </a:extLst>
              </p:cNvPr>
              <p:cNvSpPr/>
              <p:nvPr/>
            </p:nvSpPr>
            <p:spPr>
              <a:xfrm>
                <a:off x="2265017" y="188507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7FCF547A-69F2-EF6E-6A9D-81577522D6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1885070"/>
                <a:ext cx="72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DCC1E472-EFA1-D95F-BE87-9EA4B934C0DE}"/>
                  </a:ext>
                </a:extLst>
              </p:cNvPr>
              <p:cNvSpPr/>
              <p:nvPr/>
            </p:nvSpPr>
            <p:spPr>
              <a:xfrm>
                <a:off x="2265017" y="240386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DCC1E472-EFA1-D95F-BE87-9EA4B934C0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2403860"/>
                <a:ext cx="720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2FEB06F-5485-B0AB-3FF9-34C6AD658C1A}"/>
                  </a:ext>
                </a:extLst>
              </p:cNvPr>
              <p:cNvSpPr/>
              <p:nvPr/>
            </p:nvSpPr>
            <p:spPr>
              <a:xfrm>
                <a:off x="2265017" y="292265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2FEB06F-5485-B0AB-3FF9-34C6AD658C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2922650"/>
                <a:ext cx="720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6FE87EED-E3AB-EEC3-E550-38EB66F8C3A5}"/>
                  </a:ext>
                </a:extLst>
              </p:cNvPr>
              <p:cNvSpPr/>
              <p:nvPr/>
            </p:nvSpPr>
            <p:spPr>
              <a:xfrm>
                <a:off x="2265017" y="344144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6FE87EED-E3AB-EEC3-E550-38EB66F8C3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3441440"/>
                <a:ext cx="72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39CBC85-2566-56E5-4F28-9C87FC099C0A}"/>
                  </a:ext>
                </a:extLst>
              </p:cNvPr>
              <p:cNvSpPr/>
              <p:nvPr/>
            </p:nvSpPr>
            <p:spPr>
              <a:xfrm>
                <a:off x="2265017" y="396023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39CBC85-2566-56E5-4F28-9C87FC099C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3960230"/>
                <a:ext cx="72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B4F3A4C0-F406-FD38-EB90-E424DFB87F24}"/>
                  </a:ext>
                </a:extLst>
              </p:cNvPr>
              <p:cNvSpPr/>
              <p:nvPr/>
            </p:nvSpPr>
            <p:spPr>
              <a:xfrm>
                <a:off x="2265017" y="447902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B4F3A4C0-F406-FD38-EB90-E424DFB87F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4479020"/>
                <a:ext cx="72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449E0D6B-E45C-7AB5-6F61-D5E7875ADB4D}"/>
                  </a:ext>
                </a:extLst>
              </p:cNvPr>
              <p:cNvSpPr/>
              <p:nvPr/>
            </p:nvSpPr>
            <p:spPr>
              <a:xfrm>
                <a:off x="2265017" y="499781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449E0D6B-E45C-7AB5-6F61-D5E7875ADB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4997810"/>
                <a:ext cx="72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DDE365CD-E654-0C86-F9AA-4E52D16364C3}"/>
                  </a:ext>
                </a:extLst>
              </p:cNvPr>
              <p:cNvSpPr/>
              <p:nvPr/>
            </p:nvSpPr>
            <p:spPr>
              <a:xfrm>
                <a:off x="2265017" y="551660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DDE365CD-E654-0C86-F9AA-4E52D16364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5516600"/>
                <a:ext cx="72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B262A9D8-EF66-F43F-6F29-9C61CDDD1C86}"/>
                  </a:ext>
                </a:extLst>
              </p:cNvPr>
              <p:cNvSpPr/>
              <p:nvPr/>
            </p:nvSpPr>
            <p:spPr>
              <a:xfrm>
                <a:off x="2265017" y="603538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B262A9D8-EF66-F43F-6F29-9C61CDDD1C8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5017" y="6035386"/>
                <a:ext cx="720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AF79187-89E0-D7E5-1598-06CC42A19664}"/>
                  </a:ext>
                </a:extLst>
              </p:cNvPr>
              <p:cNvSpPr txBox="1"/>
              <p:nvPr/>
            </p:nvSpPr>
            <p:spPr>
              <a:xfrm>
                <a:off x="6368627" y="955172"/>
                <a:ext cx="5157684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AF79187-89E0-D7E5-1598-06CC42A196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8627" y="955172"/>
                <a:ext cx="5157684" cy="106048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FA8A6E73-C363-E6B5-2E1B-9DD972C2CD11}"/>
                  </a:ext>
                </a:extLst>
              </p:cNvPr>
              <p:cNvSpPr/>
              <p:nvPr/>
            </p:nvSpPr>
            <p:spPr>
              <a:xfrm>
                <a:off x="3936224" y="4221230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FA8A6E73-C363-E6B5-2E1B-9DD972C2CD1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6224" y="4221230"/>
                <a:ext cx="1476661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4632559-6C46-F815-3CFC-814AD22A9084}"/>
                  </a:ext>
                </a:extLst>
              </p:cNvPr>
              <p:cNvSpPr txBox="1"/>
              <p:nvPr/>
            </p:nvSpPr>
            <p:spPr>
              <a:xfrm>
                <a:off x="6368627" y="2380350"/>
                <a:ext cx="5707630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50+</m:t>
                      </m:r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15−12</m:t>
                              </m:r>
                            </m:num>
                            <m:den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d>
                                <m:d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15</m:t>
                                  </m:r>
                                </m:e>
                              </m:d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−12−12</m:t>
                              </m:r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4632559-6C46-F815-3CFC-814AD22A90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8627" y="2380350"/>
                <a:ext cx="5707630" cy="106048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D008A5CC-EE86-54F7-DDEA-5B8F2F7E3E65}"/>
                  </a:ext>
                </a:extLst>
              </p:cNvPr>
              <p:cNvSpPr/>
              <p:nvPr/>
            </p:nvSpPr>
            <p:spPr>
              <a:xfrm>
                <a:off x="6368627" y="5947258"/>
                <a:ext cx="158665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D008A5CC-EE86-54F7-DDEA-5B8F2F7E3E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8627" y="5947258"/>
                <a:ext cx="1586653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4E1BF0A5-A223-9565-C694-64235D13BEB9}"/>
              </a:ext>
            </a:extLst>
          </p:cNvPr>
          <p:cNvCxnSpPr>
            <a:cxnSpLocks/>
          </p:cNvCxnSpPr>
          <p:nvPr/>
        </p:nvCxnSpPr>
        <p:spPr>
          <a:xfrm>
            <a:off x="5583635" y="900902"/>
            <a:ext cx="0" cy="5568356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C061F5C3-4460-DB4A-0E5A-39E59D1E865C}"/>
              </a:ext>
            </a:extLst>
          </p:cNvPr>
          <p:cNvSpPr/>
          <p:nvPr/>
        </p:nvSpPr>
        <p:spPr>
          <a:xfrm>
            <a:off x="327661" y="3943381"/>
            <a:ext cx="3007092" cy="5220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F09B722-A1C1-B7B1-0205-92FDE97512CD}"/>
                  </a:ext>
                </a:extLst>
              </p:cNvPr>
              <p:cNvSpPr txBox="1"/>
              <p:nvPr/>
            </p:nvSpPr>
            <p:spPr>
              <a:xfrm>
                <a:off x="5867946" y="2674320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F09B722-A1C1-B7B1-0205-92FDE97512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7946" y="2674320"/>
                <a:ext cx="506235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4085209-2B64-FBD0-5143-73626791AFFD}"/>
                  </a:ext>
                </a:extLst>
              </p:cNvPr>
              <p:cNvSpPr txBox="1"/>
              <p:nvPr/>
            </p:nvSpPr>
            <p:spPr>
              <a:xfrm>
                <a:off x="5862392" y="5947258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4085209-2B64-FBD0-5143-73626791AF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2392" y="5947258"/>
                <a:ext cx="506235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5" name="Rectangle 54">
            <a:extLst>
              <a:ext uri="{FF2B5EF4-FFF2-40B4-BE49-F238E27FC236}">
                <a16:creationId xmlns:a16="http://schemas.microsoft.com/office/drawing/2014/main" id="{34D0384C-7F1B-442A-AEC8-B9D9385A9F9D}"/>
              </a:ext>
            </a:extLst>
          </p:cNvPr>
          <p:cNvSpPr/>
          <p:nvPr/>
        </p:nvSpPr>
        <p:spPr>
          <a:xfrm>
            <a:off x="3536836" y="900902"/>
            <a:ext cx="1933936" cy="522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IN" sz="2800" dirty="0">
                <a:solidFill>
                  <a:srgbClr val="002060"/>
                </a:solidFill>
              </a:rPr>
              <a:t>Modal class: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84CC0D67-AA7D-40BB-8CDF-B787F7DC8002}"/>
                  </a:ext>
                </a:extLst>
              </p:cNvPr>
              <p:cNvSpPr/>
              <p:nvPr/>
            </p:nvSpPr>
            <p:spPr>
              <a:xfrm>
                <a:off x="3693804" y="138418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84CC0D67-AA7D-40BB-8CDF-B787F7DC80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3804" y="1384183"/>
                <a:ext cx="1620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89202CA2-5202-4EEB-91CF-9A32D1924B7F}"/>
                  </a:ext>
                </a:extLst>
              </p:cNvPr>
              <p:cNvSpPr/>
              <p:nvPr/>
            </p:nvSpPr>
            <p:spPr>
              <a:xfrm>
                <a:off x="3895541" y="1930251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89202CA2-5202-4EEB-91CF-9A32D1924B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95541" y="1930251"/>
                <a:ext cx="1476661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0" name="Rectangle: Diagonal Corners Rounded 59">
            <a:extLst>
              <a:ext uri="{FF2B5EF4-FFF2-40B4-BE49-F238E27FC236}">
                <a16:creationId xmlns:a16="http://schemas.microsoft.com/office/drawing/2014/main" id="{B8CF125A-6D52-4B7A-A679-CC65FF5CACC6}"/>
              </a:ext>
            </a:extLst>
          </p:cNvPr>
          <p:cNvSpPr/>
          <p:nvPr/>
        </p:nvSpPr>
        <p:spPr>
          <a:xfrm>
            <a:off x="2247866" y="4002783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5B70023B-0B2C-4DA4-9873-0EE50F8E12B0}"/>
                  </a:ext>
                </a:extLst>
              </p:cNvPr>
              <p:cNvSpPr/>
              <p:nvPr/>
            </p:nvSpPr>
            <p:spPr>
              <a:xfrm>
                <a:off x="3765473" y="2469053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5B70023B-0B2C-4DA4-9873-0EE50F8E12B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5473" y="2469053"/>
                <a:ext cx="577921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3" name="Rectangle: Diagonal Corners Rounded 62">
            <a:extLst>
              <a:ext uri="{FF2B5EF4-FFF2-40B4-BE49-F238E27FC236}">
                <a16:creationId xmlns:a16="http://schemas.microsoft.com/office/drawing/2014/main" id="{459463E4-E6D0-4E6A-A17A-EC3009442AB0}"/>
              </a:ext>
            </a:extLst>
          </p:cNvPr>
          <p:cNvSpPr/>
          <p:nvPr/>
        </p:nvSpPr>
        <p:spPr>
          <a:xfrm>
            <a:off x="2247866" y="3479830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4" name="Rectangle: Diagonal Corners Rounded 63">
            <a:extLst>
              <a:ext uri="{FF2B5EF4-FFF2-40B4-BE49-F238E27FC236}">
                <a16:creationId xmlns:a16="http://schemas.microsoft.com/office/drawing/2014/main" id="{824A80F9-DD12-4FC6-BEAC-65EAB6D13155}"/>
              </a:ext>
            </a:extLst>
          </p:cNvPr>
          <p:cNvSpPr/>
          <p:nvPr/>
        </p:nvSpPr>
        <p:spPr>
          <a:xfrm>
            <a:off x="2247866" y="4525830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5656A732-3C70-4293-9CD4-8E3ECF8A79B9}"/>
                  </a:ext>
                </a:extLst>
              </p:cNvPr>
              <p:cNvSpPr txBox="1"/>
              <p:nvPr/>
            </p:nvSpPr>
            <p:spPr>
              <a:xfrm>
                <a:off x="5867946" y="4074769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5656A732-3C70-4293-9CD4-8E3ECF8A79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7946" y="4074769"/>
                <a:ext cx="506235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4086376-8029-4C15-BDF5-096498D379E5}"/>
                  </a:ext>
                </a:extLst>
              </p:cNvPr>
              <p:cNvSpPr txBox="1"/>
              <p:nvPr/>
            </p:nvSpPr>
            <p:spPr>
              <a:xfrm>
                <a:off x="6368627" y="3805528"/>
                <a:ext cx="5017672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=50+</m:t>
                      </m:r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30−24 </m:t>
                              </m:r>
                            </m:den>
                          </m:f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44086376-8029-4C15-BDF5-096498D379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8627" y="3805528"/>
                <a:ext cx="5017672" cy="1060483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D3AE543A-D97B-45D8-AA5B-13B780F660FE}"/>
                  </a:ext>
                </a:extLst>
              </p:cNvPr>
              <p:cNvSpPr txBox="1"/>
              <p:nvPr/>
            </p:nvSpPr>
            <p:spPr>
              <a:xfrm>
                <a:off x="5867946" y="5126280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D3AE543A-D97B-45D8-AA5B-13B780F660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7946" y="5126280"/>
                <a:ext cx="506235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225FBAC4-C2B0-4C11-AE9B-A710DC09172A}"/>
                  </a:ext>
                </a:extLst>
              </p:cNvPr>
              <p:cNvSpPr txBox="1"/>
              <p:nvPr/>
            </p:nvSpPr>
            <p:spPr>
              <a:xfrm>
                <a:off x="6368627" y="5125670"/>
                <a:ext cx="19498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=50+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225FBAC4-C2B0-4C11-AE9B-A710DC0917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8627" y="5125670"/>
                <a:ext cx="1949872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17D5ED7-A9DD-4671-B87A-D2672521C904}"/>
                  </a:ext>
                </a:extLst>
              </p:cNvPr>
              <p:cNvSpPr/>
              <p:nvPr/>
            </p:nvSpPr>
            <p:spPr>
              <a:xfrm>
                <a:off x="4205533" y="2469053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17D5ED7-A9DD-4671-B87A-D2672521C9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5533" y="2469053"/>
                <a:ext cx="1036602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69923131-CECA-4CC0-8FAA-2E869A0BC35A}"/>
                  </a:ext>
                </a:extLst>
              </p:cNvPr>
              <p:cNvSpPr/>
              <p:nvPr/>
            </p:nvSpPr>
            <p:spPr>
              <a:xfrm>
                <a:off x="3765473" y="3047872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69923131-CECA-4CC0-8FAA-2E869A0BC3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5473" y="3047872"/>
                <a:ext cx="577921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061E34CD-24A1-4C85-9F96-35EE97CFA0AE}"/>
                  </a:ext>
                </a:extLst>
              </p:cNvPr>
              <p:cNvSpPr/>
              <p:nvPr/>
            </p:nvSpPr>
            <p:spPr>
              <a:xfrm>
                <a:off x="4205533" y="3047872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</m:t>
                      </m:r>
                      <m:r>
                        <a:rPr lang="gu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061E34CD-24A1-4C85-9F96-35EE97CFA0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5533" y="3047872"/>
                <a:ext cx="1036602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6BB70848-3410-4282-92A4-A886A028CD94}"/>
                  </a:ext>
                </a:extLst>
              </p:cNvPr>
              <p:cNvSpPr/>
              <p:nvPr/>
            </p:nvSpPr>
            <p:spPr>
              <a:xfrm>
                <a:off x="3765473" y="3626691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6BB70848-3410-4282-92A4-A886A028CD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5473" y="3626691"/>
                <a:ext cx="577921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CED2FF87-7C86-4352-B4AF-728994CB863D}"/>
                  </a:ext>
                </a:extLst>
              </p:cNvPr>
              <p:cNvSpPr/>
              <p:nvPr/>
            </p:nvSpPr>
            <p:spPr>
              <a:xfrm>
                <a:off x="4205533" y="3626691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CED2FF87-7C86-4352-B4AF-728994CB86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5533" y="3626691"/>
                <a:ext cx="1036602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17120805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0" grpId="0"/>
      <p:bldP spid="12" grpId="0"/>
      <p:bldP spid="36" grpId="0" animBg="1"/>
      <p:bldP spid="34" grpId="0"/>
      <p:bldP spid="42" grpId="0"/>
      <p:bldP spid="56" grpId="0"/>
      <p:bldP spid="59" grpId="0"/>
      <p:bldP spid="60" grpId="0" animBg="1"/>
      <p:bldP spid="61" grpId="0"/>
      <p:bldP spid="63" grpId="0" animBg="1"/>
      <p:bldP spid="64" grpId="0" animBg="1"/>
      <p:bldP spid="65" grpId="0"/>
      <p:bldP spid="66" grpId="0"/>
      <p:bldP spid="67" grpId="0"/>
      <p:bldP spid="68" grpId="0"/>
      <p:bldP spid="70" grpId="0"/>
      <p:bldP spid="71" grpId="0"/>
      <p:bldP spid="72" grpId="0"/>
      <p:bldP spid="73" grpId="0"/>
      <p:bldP spid="74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A8E9B7-130E-9131-C52A-85B3BEA8C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A2FEEDC-957A-0672-AB12-6F2198BCDE62}"/>
              </a:ext>
            </a:extLst>
          </p:cNvPr>
          <p:cNvSpPr txBox="1">
            <a:spLocks/>
          </p:cNvSpPr>
          <p:nvPr/>
        </p:nvSpPr>
        <p:spPr>
          <a:xfrm>
            <a:off x="131176" y="867838"/>
            <a:ext cx="11929645" cy="1836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2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Obtain the mean, mode and median for the </a:t>
            </a:r>
            <a:r>
              <a:rPr lang="en-US"/>
              <a:t>following information</a:t>
            </a:r>
            <a:r>
              <a:rPr lang="en-US" dirty="0"/>
              <a:t>:</a:t>
            </a: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80BBADC-79F6-C322-AE60-01C7211214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5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D3EE9B1-9FF0-DFCF-2A99-3E0DCB2617CD}"/>
              </a:ext>
            </a:extLst>
          </p:cNvPr>
          <p:cNvSpPr txBox="1">
            <a:spLocks/>
          </p:cNvSpPr>
          <p:nvPr/>
        </p:nvSpPr>
        <p:spPr>
          <a:xfrm>
            <a:off x="131176" y="285968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1369A817-90EA-8F36-2C7A-738036F9F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4503898"/>
              </p:ext>
            </p:extLst>
          </p:nvPr>
        </p:nvGraphicFramePr>
        <p:xfrm>
          <a:off x="293352" y="1442007"/>
          <a:ext cx="11605293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57899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657899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10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20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30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40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50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&lt; 60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12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30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57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77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94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100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6" name="Table 25">
                <a:extLst>
                  <a:ext uri="{FF2B5EF4-FFF2-40B4-BE49-F238E27FC236}">
                    <a16:creationId xmlns:a16="http://schemas.microsoft.com/office/drawing/2014/main" id="{CCECAB7D-7448-4551-9ECC-C91451AE368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98057747"/>
                  </p:ext>
                </p:extLst>
              </p:nvPr>
            </p:nvGraphicFramePr>
            <p:xfrm>
              <a:off x="1761856" y="2860475"/>
              <a:ext cx="4273484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144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733340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6" name="Table 25">
                <a:extLst>
                  <a:ext uri="{FF2B5EF4-FFF2-40B4-BE49-F238E27FC236}">
                    <a16:creationId xmlns:a16="http://schemas.microsoft.com/office/drawing/2014/main" id="{CCECAB7D-7448-4551-9ECC-C91451AE368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98057747"/>
                  </p:ext>
                </p:extLst>
              </p:nvPr>
            </p:nvGraphicFramePr>
            <p:xfrm>
              <a:off x="1761856" y="2860475"/>
              <a:ext cx="4273484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144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2733340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91" t="-2247" r="-178656" b="-58427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6793" t="-2247" r="-668" b="-58427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5728D430-4175-468A-AC2E-B539D2DE120E}"/>
                  </a:ext>
                </a:extLst>
              </p:cNvPr>
              <p:cNvSpPr/>
              <p:nvPr/>
            </p:nvSpPr>
            <p:spPr>
              <a:xfrm>
                <a:off x="1797893" y="339229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5728D430-4175-468A-AC2E-B539D2DE120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97893" y="3392298"/>
                <a:ext cx="144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53997ACE-4C27-407C-AFBF-21B9B13B0A3B}"/>
                  </a:ext>
                </a:extLst>
              </p:cNvPr>
              <p:cNvSpPr/>
              <p:nvPr/>
            </p:nvSpPr>
            <p:spPr>
              <a:xfrm>
                <a:off x="1805036" y="3915567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53997ACE-4C27-407C-AFBF-21B9B13B0A3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5036" y="3915567"/>
                <a:ext cx="144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11A9DA49-969B-4446-8FC5-641C0708B09C}"/>
                  </a:ext>
                </a:extLst>
              </p:cNvPr>
              <p:cNvSpPr/>
              <p:nvPr/>
            </p:nvSpPr>
            <p:spPr>
              <a:xfrm>
                <a:off x="1805036" y="4438836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11A9DA49-969B-4446-8FC5-641C0708B0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5036" y="4438836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EFDE8395-92FB-4F68-A9A5-6A8412F06F82}"/>
                  </a:ext>
                </a:extLst>
              </p:cNvPr>
              <p:cNvSpPr/>
              <p:nvPr/>
            </p:nvSpPr>
            <p:spPr>
              <a:xfrm>
                <a:off x="1805036" y="4962105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EFDE8395-92FB-4F68-A9A5-6A8412F06F8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5036" y="4962105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E8D06ED-6D09-48CB-9AD2-BBC2EF94BD2D}"/>
                  </a:ext>
                </a:extLst>
              </p:cNvPr>
              <p:cNvSpPr/>
              <p:nvPr/>
            </p:nvSpPr>
            <p:spPr>
              <a:xfrm>
                <a:off x="1805036" y="5485374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FE8D06ED-6D09-48CB-9AD2-BBC2EF94BD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5036" y="5485374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ED86B7D-E4A2-421C-9C56-BEDB22D16717}"/>
                  </a:ext>
                </a:extLst>
              </p:cNvPr>
              <p:cNvSpPr/>
              <p:nvPr/>
            </p:nvSpPr>
            <p:spPr>
              <a:xfrm>
                <a:off x="1797893" y="600864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ED86B7D-E4A2-421C-9C56-BEDB22D167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97893" y="6008642"/>
                <a:ext cx="144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6C012A92-C9B4-411F-9162-52D745194E38}"/>
                  </a:ext>
                </a:extLst>
              </p:cNvPr>
              <p:cNvSpPr/>
              <p:nvPr/>
            </p:nvSpPr>
            <p:spPr>
              <a:xfrm>
                <a:off x="4277633" y="339373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6C012A92-C9B4-411F-9162-52D745194E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77633" y="3393732"/>
                <a:ext cx="72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F0EA6039-24A9-4912-8949-38FF2E6A006A}"/>
                  </a:ext>
                </a:extLst>
              </p:cNvPr>
              <p:cNvSpPr/>
              <p:nvPr/>
            </p:nvSpPr>
            <p:spPr>
              <a:xfrm>
                <a:off x="3399688" y="3916714"/>
                <a:ext cx="155404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F0EA6039-24A9-4912-8949-38FF2E6A00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9688" y="3916714"/>
                <a:ext cx="1554044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02A78465-2D1C-46C9-9D80-D28D2EDEDD47}"/>
                  </a:ext>
                </a:extLst>
              </p:cNvPr>
              <p:cNvSpPr/>
              <p:nvPr/>
            </p:nvSpPr>
            <p:spPr>
              <a:xfrm>
                <a:off x="5305105" y="443969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02A78465-2D1C-46C9-9D80-D28D2EDEDD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5105" y="4439696"/>
                <a:ext cx="72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30BC94FC-7974-4E29-97EC-8C2D6C062E29}"/>
                  </a:ext>
                </a:extLst>
              </p:cNvPr>
              <p:cNvSpPr/>
              <p:nvPr/>
            </p:nvSpPr>
            <p:spPr>
              <a:xfrm>
                <a:off x="5305105" y="496267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30BC94FC-7974-4E29-97EC-8C2D6C062E2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5105" y="4962678"/>
                <a:ext cx="72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4949579-733A-45F2-A81D-6E583E3D4CB8}"/>
                  </a:ext>
                </a:extLst>
              </p:cNvPr>
              <p:cNvSpPr/>
              <p:nvPr/>
            </p:nvSpPr>
            <p:spPr>
              <a:xfrm>
                <a:off x="5305105" y="548566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4949579-733A-45F2-A81D-6E583E3D4C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5105" y="5485660"/>
                <a:ext cx="72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911A930D-D7A7-45E7-9B1B-B7EA75A70F74}"/>
                  </a:ext>
                </a:extLst>
              </p:cNvPr>
              <p:cNvSpPr/>
              <p:nvPr/>
            </p:nvSpPr>
            <p:spPr>
              <a:xfrm>
                <a:off x="5305105" y="600864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911A930D-D7A7-45E7-9B1B-B7EA75A70F7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5105" y="6008642"/>
                <a:ext cx="72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9" name="Table 38">
                <a:extLst>
                  <a:ext uri="{FF2B5EF4-FFF2-40B4-BE49-F238E27FC236}">
                    <a16:creationId xmlns:a16="http://schemas.microsoft.com/office/drawing/2014/main" id="{EE397FFC-5FDF-4B19-BFCD-FD1D5A2A8CC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27595596"/>
                  </p:ext>
                </p:extLst>
              </p:nvPr>
            </p:nvGraphicFramePr>
            <p:xfrm>
              <a:off x="6035340" y="2859688"/>
              <a:ext cx="1548000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8000">
                      <a:extLst>
                        <a:ext uri="{9D8B030D-6E8A-4147-A177-3AD203B41FA5}">
                          <a16:colId xmlns:a16="http://schemas.microsoft.com/office/drawing/2014/main" val="304673578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5160151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4644515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5192994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849528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1400132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81261266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7696404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9" name="Table 38">
                <a:extLst>
                  <a:ext uri="{FF2B5EF4-FFF2-40B4-BE49-F238E27FC236}">
                    <a16:creationId xmlns:a16="http://schemas.microsoft.com/office/drawing/2014/main" id="{EE397FFC-5FDF-4B19-BFCD-FD1D5A2A8CC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27595596"/>
                  </p:ext>
                </p:extLst>
              </p:nvPr>
            </p:nvGraphicFramePr>
            <p:xfrm>
              <a:off x="6035340" y="2859688"/>
              <a:ext cx="1548000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8000">
                      <a:extLst>
                        <a:ext uri="{9D8B030D-6E8A-4147-A177-3AD203B41FA5}">
                          <a16:colId xmlns:a16="http://schemas.microsoft.com/office/drawing/2014/main" val="304673578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6"/>
                          <a:stretch>
                            <a:fillRect l="-787" t="-2247" r="-1575" b="-583146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5160151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4644515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5192994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849528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1400132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81261266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7696404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96F81D65-1EAF-484D-8CF2-0BFDAFB595F7}"/>
                  </a:ext>
                </a:extLst>
              </p:cNvPr>
              <p:cNvSpPr/>
              <p:nvPr/>
            </p:nvSpPr>
            <p:spPr>
              <a:xfrm>
                <a:off x="6332577" y="3405225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96F81D65-1EAF-484D-8CF2-0BFDAFB595F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2577" y="3405225"/>
                <a:ext cx="900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E592FD84-C1CB-4455-B822-9B7C4BFB3599}"/>
                  </a:ext>
                </a:extLst>
              </p:cNvPr>
              <p:cNvSpPr/>
              <p:nvPr/>
            </p:nvSpPr>
            <p:spPr>
              <a:xfrm>
                <a:off x="6332577" y="3926404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E592FD84-C1CB-4455-B822-9B7C4BFB35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2577" y="3926404"/>
                <a:ext cx="90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3FB28F67-DB28-4B24-B7BC-B8D3BB991755}"/>
                  </a:ext>
                </a:extLst>
              </p:cNvPr>
              <p:cNvSpPr/>
              <p:nvPr/>
            </p:nvSpPr>
            <p:spPr>
              <a:xfrm>
                <a:off x="6332577" y="4447583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3FB28F67-DB28-4B24-B7BC-B8D3BB99175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2577" y="4447583"/>
                <a:ext cx="90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FE318745-A353-4C18-AEF3-B5EE59766BD7}"/>
                  </a:ext>
                </a:extLst>
              </p:cNvPr>
              <p:cNvSpPr/>
              <p:nvPr/>
            </p:nvSpPr>
            <p:spPr>
              <a:xfrm>
                <a:off x="6332577" y="4968762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FE318745-A353-4C18-AEF3-B5EE59766B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2577" y="4968762"/>
                <a:ext cx="90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3A96CB01-B0DB-48AD-BC7E-D90B048FC9A8}"/>
                  </a:ext>
                </a:extLst>
              </p:cNvPr>
              <p:cNvSpPr/>
              <p:nvPr/>
            </p:nvSpPr>
            <p:spPr>
              <a:xfrm>
                <a:off x="6332577" y="5489941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3A96CB01-B0DB-48AD-BC7E-D90B048FC9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2577" y="5489941"/>
                <a:ext cx="90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46DAB25A-ECC4-42A3-B7C6-32E430C25952}"/>
                  </a:ext>
                </a:extLst>
              </p:cNvPr>
              <p:cNvSpPr/>
              <p:nvPr/>
            </p:nvSpPr>
            <p:spPr>
              <a:xfrm>
                <a:off x="6332577" y="6011122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46DAB25A-ECC4-42A3-B7C6-32E430C259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2577" y="6011122"/>
                <a:ext cx="90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E5A8F7A-8FC8-482A-A556-D75B2A177A69}"/>
                  </a:ext>
                </a:extLst>
              </p:cNvPr>
              <p:cNvSpPr/>
              <p:nvPr/>
            </p:nvSpPr>
            <p:spPr>
              <a:xfrm>
                <a:off x="4953449" y="3916714"/>
                <a:ext cx="49176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E5A8F7A-8FC8-482A-A556-D75B2A177A6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3449" y="3916714"/>
                <a:ext cx="491769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C1D16E6-3145-4D47-90F9-D4336BC3EA59}"/>
                  </a:ext>
                </a:extLst>
              </p:cNvPr>
              <p:cNvSpPr/>
              <p:nvPr/>
            </p:nvSpPr>
            <p:spPr>
              <a:xfrm>
                <a:off x="5305105" y="391671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C1D16E6-3145-4D47-90F9-D4336BC3EA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5105" y="3916714"/>
                <a:ext cx="720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34B5EB60-0AFD-4044-A6D7-6F371EB1D2C1}"/>
                  </a:ext>
                </a:extLst>
              </p:cNvPr>
              <p:cNvSpPr/>
              <p:nvPr/>
            </p:nvSpPr>
            <p:spPr>
              <a:xfrm>
                <a:off x="4953449" y="4439696"/>
                <a:ext cx="49176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34B5EB60-0AFD-4044-A6D7-6F371EB1D2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3449" y="4439696"/>
                <a:ext cx="491769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BAE9C74E-5AB1-4891-B554-6B0BF6E9505B}"/>
                  </a:ext>
                </a:extLst>
              </p:cNvPr>
              <p:cNvSpPr/>
              <p:nvPr/>
            </p:nvSpPr>
            <p:spPr>
              <a:xfrm>
                <a:off x="4953449" y="4962678"/>
                <a:ext cx="49176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BAE9C74E-5AB1-4891-B554-6B0BF6E950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3449" y="4962678"/>
                <a:ext cx="491769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B921B321-CC31-4272-8236-37B4B9B05471}"/>
                  </a:ext>
                </a:extLst>
              </p:cNvPr>
              <p:cNvSpPr/>
              <p:nvPr/>
            </p:nvSpPr>
            <p:spPr>
              <a:xfrm>
                <a:off x="4953449" y="5485660"/>
                <a:ext cx="49176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B921B321-CC31-4272-8236-37B4B9B054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3449" y="5485660"/>
                <a:ext cx="491769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7CED5E29-403F-4101-B67A-2C74D07109C9}"/>
                  </a:ext>
                </a:extLst>
              </p:cNvPr>
              <p:cNvSpPr/>
              <p:nvPr/>
            </p:nvSpPr>
            <p:spPr>
              <a:xfrm>
                <a:off x="4953449" y="6008642"/>
                <a:ext cx="491769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7CED5E29-403F-4101-B67A-2C74D07109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3449" y="6008642"/>
                <a:ext cx="491769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3E3EF8FD-3EB0-4140-98B5-B3379354872A}"/>
                  </a:ext>
                </a:extLst>
              </p:cNvPr>
              <p:cNvSpPr/>
              <p:nvPr/>
            </p:nvSpPr>
            <p:spPr>
              <a:xfrm>
                <a:off x="3399688" y="4439696"/>
                <a:ext cx="155404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57−30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3E3EF8FD-3EB0-4140-98B5-B337935487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9688" y="4439696"/>
                <a:ext cx="1554044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53B6D278-036B-4D09-8C3C-9B9D9158D0CA}"/>
                  </a:ext>
                </a:extLst>
              </p:cNvPr>
              <p:cNvSpPr/>
              <p:nvPr/>
            </p:nvSpPr>
            <p:spPr>
              <a:xfrm>
                <a:off x="3399688" y="4962678"/>
                <a:ext cx="155404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77−57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53B6D278-036B-4D09-8C3C-9B9D9158D0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9688" y="4962678"/>
                <a:ext cx="1554044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C56624B8-663E-430F-98D5-C3EA23FA4606}"/>
                  </a:ext>
                </a:extLst>
              </p:cNvPr>
              <p:cNvSpPr/>
              <p:nvPr/>
            </p:nvSpPr>
            <p:spPr>
              <a:xfrm>
                <a:off x="3399688" y="5485660"/>
                <a:ext cx="155404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94−77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C56624B8-663E-430F-98D5-C3EA23FA4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99688" y="5485660"/>
                <a:ext cx="1554044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79EB9229-333B-4B4A-A2F2-54C7AF0605C9}"/>
                  </a:ext>
                </a:extLst>
              </p:cNvPr>
              <p:cNvSpPr/>
              <p:nvPr/>
            </p:nvSpPr>
            <p:spPr>
              <a:xfrm>
                <a:off x="3319272" y="6008642"/>
                <a:ext cx="1714594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100−94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79EB9229-333B-4B4A-A2F2-54C7AF0605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19272" y="6008642"/>
                <a:ext cx="1714594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0" name="TextBox 69">
            <a:extLst>
              <a:ext uri="{FF2B5EF4-FFF2-40B4-BE49-F238E27FC236}">
                <a16:creationId xmlns:a16="http://schemas.microsoft.com/office/drawing/2014/main" id="{5AB5933A-B4A6-461A-9DCC-33BC6123ACCE}"/>
              </a:ext>
            </a:extLst>
          </p:cNvPr>
          <p:cNvSpPr txBox="1"/>
          <p:nvPr/>
        </p:nvSpPr>
        <p:spPr>
          <a:xfrm>
            <a:off x="8189226" y="3405225"/>
            <a:ext cx="35125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Firstly we will calculate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C7BEF757-76DA-4CE2-9E49-92CCB4B8EA50}"/>
              </a:ext>
            </a:extLst>
          </p:cNvPr>
          <p:cNvSpPr txBox="1"/>
          <p:nvPr/>
        </p:nvSpPr>
        <p:spPr>
          <a:xfrm>
            <a:off x="8189226" y="3926404"/>
            <a:ext cx="120577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Median</a:t>
            </a:r>
          </a:p>
        </p:txBody>
      </p:sp>
    </p:spTree>
    <p:extLst>
      <p:ext uri="{BB962C8B-B14F-4D97-AF65-F5344CB8AC3E}">
        <p14:creationId xmlns:p14="http://schemas.microsoft.com/office/powerpoint/2010/main" val="3832769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6" grpId="0"/>
      <p:bldP spid="47" grpId="0"/>
      <p:bldP spid="48" grpId="0"/>
      <p:bldP spid="49" grpId="0"/>
      <p:bldP spid="50" grpId="0"/>
      <p:bldP spid="51" grpId="0"/>
      <p:bldP spid="54" grpId="0"/>
      <p:bldP spid="55" grpId="0"/>
      <p:bldP spid="57" grpId="0"/>
      <p:bldP spid="61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C0FB5B-BFB7-4BCB-8588-04293733C9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08725E-9533-5559-C5C4-76C9EA6798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9A72328-FCA8-4C47-884D-80BA94F87256}"/>
              </a:ext>
            </a:extLst>
          </p:cNvPr>
          <p:cNvSpPr txBox="1"/>
          <p:nvPr/>
        </p:nvSpPr>
        <p:spPr>
          <a:xfrm>
            <a:off x="218667" y="731603"/>
            <a:ext cx="130533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Median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2" name="Table 51">
                <a:extLst>
                  <a:ext uri="{FF2B5EF4-FFF2-40B4-BE49-F238E27FC236}">
                    <a16:creationId xmlns:a16="http://schemas.microsoft.com/office/drawing/2014/main" id="{0234551F-B694-476C-B045-6AEEAF75D1D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02800095"/>
                  </p:ext>
                </p:extLst>
              </p:nvPr>
            </p:nvGraphicFramePr>
            <p:xfrm>
              <a:off x="218667" y="1279325"/>
              <a:ext cx="3105558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56475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2" name="Table 51">
                <a:extLst>
                  <a:ext uri="{FF2B5EF4-FFF2-40B4-BE49-F238E27FC236}">
                    <a16:creationId xmlns:a16="http://schemas.microsoft.com/office/drawing/2014/main" id="{0234551F-B694-476C-B045-6AEEAF75D1D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02800095"/>
                  </p:ext>
                </p:extLst>
              </p:nvPr>
            </p:nvGraphicFramePr>
            <p:xfrm>
              <a:off x="218667" y="1279325"/>
              <a:ext cx="3105558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56475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94" t="-1124" r="-102362" b="-58427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9222" t="-1124" r="-1167" b="-58427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023F67F-FA19-4F9A-BA0C-46C0EC1E1E4A}"/>
                  </a:ext>
                </a:extLst>
              </p:cNvPr>
              <p:cNvSpPr/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023F67F-FA19-4F9A-BA0C-46C0EC1E1E4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0B0FFB25-756A-419E-B02D-839FAFF050FD}"/>
                  </a:ext>
                </a:extLst>
              </p:cNvPr>
              <p:cNvSpPr/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0B0FFB25-756A-419E-B02D-839FAFF050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E19DA91-779D-455E-AF88-22FCDB7A7261}"/>
                  </a:ext>
                </a:extLst>
              </p:cNvPr>
              <p:cNvSpPr/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E19DA91-779D-455E-AF88-22FCDB7A72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28CC51E-599A-4D9A-A4D3-A019CD05C6CE}"/>
                  </a:ext>
                </a:extLst>
              </p:cNvPr>
              <p:cNvSpPr/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28CC51E-599A-4D9A-A4D3-A019CD05C6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935D4C8B-1074-45A1-B44B-9A9D19870730}"/>
                  </a:ext>
                </a:extLst>
              </p:cNvPr>
              <p:cNvSpPr/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935D4C8B-1074-45A1-B44B-9A9D198707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053E35B0-A08B-43D3-BFE7-9599473D34BA}"/>
                  </a:ext>
                </a:extLst>
              </p:cNvPr>
              <p:cNvSpPr/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053E35B0-A08B-43D3-BFE7-9599473D34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3D624189-5F5E-471F-B4D4-4DBFC3FEB2C0}"/>
                  </a:ext>
                </a:extLst>
              </p:cNvPr>
              <p:cNvSpPr/>
              <p:nvPr/>
            </p:nvSpPr>
            <p:spPr>
              <a:xfrm>
                <a:off x="2155732" y="181621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3D624189-5F5E-471F-B4D4-4DBFC3FEB2C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1816210"/>
                <a:ext cx="72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DC74C2A-9AF8-4DBE-8E99-8FEAC0B2F444}"/>
                  </a:ext>
                </a:extLst>
              </p:cNvPr>
              <p:cNvSpPr/>
              <p:nvPr/>
            </p:nvSpPr>
            <p:spPr>
              <a:xfrm>
                <a:off x="2155732" y="28607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DC74C2A-9AF8-4DBE-8E99-8FEAC0B2F4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2860722"/>
                <a:ext cx="72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1E327AFE-093F-41B8-A228-2E1138BE17C8}"/>
                  </a:ext>
                </a:extLst>
              </p:cNvPr>
              <p:cNvSpPr/>
              <p:nvPr/>
            </p:nvSpPr>
            <p:spPr>
              <a:xfrm>
                <a:off x="2155732" y="338297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1E327AFE-093F-41B8-A228-2E1138BE1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3382978"/>
                <a:ext cx="72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DE565815-6046-4709-83E2-59BC1B13F88F}"/>
                  </a:ext>
                </a:extLst>
              </p:cNvPr>
              <p:cNvSpPr/>
              <p:nvPr/>
            </p:nvSpPr>
            <p:spPr>
              <a:xfrm>
                <a:off x="2155732" y="390523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DE565815-6046-4709-83E2-59BC1B13F8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3905234"/>
                <a:ext cx="72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874A33CC-F28A-4A6E-B83F-C3677B3381B8}"/>
                  </a:ext>
                </a:extLst>
              </p:cNvPr>
              <p:cNvSpPr/>
              <p:nvPr/>
            </p:nvSpPr>
            <p:spPr>
              <a:xfrm>
                <a:off x="2155732" y="442749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874A33CC-F28A-4A6E-B83F-C3677B3381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4427492"/>
                <a:ext cx="72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0" name="Table 69">
                <a:extLst>
                  <a:ext uri="{FF2B5EF4-FFF2-40B4-BE49-F238E27FC236}">
                    <a16:creationId xmlns:a16="http://schemas.microsoft.com/office/drawing/2014/main" id="{FA59B289-47AA-4775-A16B-8077262C677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272217968"/>
                  </p:ext>
                </p:extLst>
              </p:nvPr>
            </p:nvGraphicFramePr>
            <p:xfrm>
              <a:off x="3324225" y="1278538"/>
              <a:ext cx="1548000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8000">
                      <a:extLst>
                        <a:ext uri="{9D8B030D-6E8A-4147-A177-3AD203B41FA5}">
                          <a16:colId xmlns:a16="http://schemas.microsoft.com/office/drawing/2014/main" val="304673578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5160151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4644515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5192994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849528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1400132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81261266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7696404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0" name="Table 69">
                <a:extLst>
                  <a:ext uri="{FF2B5EF4-FFF2-40B4-BE49-F238E27FC236}">
                    <a16:creationId xmlns:a16="http://schemas.microsoft.com/office/drawing/2014/main" id="{FA59B289-47AA-4775-A16B-8077262C677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272217968"/>
                  </p:ext>
                </p:extLst>
              </p:nvPr>
            </p:nvGraphicFramePr>
            <p:xfrm>
              <a:off x="3324225" y="1278538"/>
              <a:ext cx="1548000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8000">
                      <a:extLst>
                        <a:ext uri="{9D8B030D-6E8A-4147-A177-3AD203B41FA5}">
                          <a16:colId xmlns:a16="http://schemas.microsoft.com/office/drawing/2014/main" val="304673578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5"/>
                          <a:stretch>
                            <a:fillRect l="-784" t="-1124" r="-1176" b="-58427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5160151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4644515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51929943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849528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1400132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081261266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7696404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40C08586-0ADD-42F8-BA53-A5CB130FCA1E}"/>
                  </a:ext>
                </a:extLst>
              </p:cNvPr>
              <p:cNvSpPr/>
              <p:nvPr/>
            </p:nvSpPr>
            <p:spPr>
              <a:xfrm>
                <a:off x="3671284" y="1827703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40C08586-0ADD-42F8-BA53-A5CB130FCA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1284" y="1827703"/>
                <a:ext cx="900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1ABD6F11-E990-4A7E-8DBF-DA257D73E478}"/>
                  </a:ext>
                </a:extLst>
              </p:cNvPr>
              <p:cNvSpPr/>
              <p:nvPr/>
            </p:nvSpPr>
            <p:spPr>
              <a:xfrm>
                <a:off x="3671284" y="2348157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1ABD6F11-E990-4A7E-8DBF-DA257D73E47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1284" y="2348157"/>
                <a:ext cx="900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5CE8C443-3EA5-4999-9000-ED521FDDF3DA}"/>
                  </a:ext>
                </a:extLst>
              </p:cNvPr>
              <p:cNvSpPr/>
              <p:nvPr/>
            </p:nvSpPr>
            <p:spPr>
              <a:xfrm>
                <a:off x="3671284" y="2868611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5CE8C443-3EA5-4999-9000-ED521FDDF3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1284" y="2868611"/>
                <a:ext cx="90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16D34AC-68F5-4710-86DD-0168FFBA2008}"/>
                  </a:ext>
                </a:extLst>
              </p:cNvPr>
              <p:cNvSpPr/>
              <p:nvPr/>
            </p:nvSpPr>
            <p:spPr>
              <a:xfrm>
                <a:off x="3671284" y="3389065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16D34AC-68F5-4710-86DD-0168FFBA20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1284" y="3389065"/>
                <a:ext cx="90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8D3304DE-0158-4377-91B4-EEC873313E08}"/>
                  </a:ext>
                </a:extLst>
              </p:cNvPr>
              <p:cNvSpPr/>
              <p:nvPr/>
            </p:nvSpPr>
            <p:spPr>
              <a:xfrm>
                <a:off x="3671284" y="3909519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8D3304DE-0158-4377-91B4-EEC873313E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1284" y="3909519"/>
                <a:ext cx="90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64432BDF-45FF-4BEC-B185-58C63A2A70CB}"/>
                  </a:ext>
                </a:extLst>
              </p:cNvPr>
              <p:cNvSpPr/>
              <p:nvPr/>
            </p:nvSpPr>
            <p:spPr>
              <a:xfrm>
                <a:off x="3671284" y="4429972"/>
                <a:ext cx="90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64432BDF-45FF-4BEC-B185-58C63A2A70C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1284" y="4429972"/>
                <a:ext cx="90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7011CBE6-C5E2-42AD-BE21-2C3DE57A066B}"/>
                  </a:ext>
                </a:extLst>
              </p:cNvPr>
              <p:cNvSpPr/>
              <p:nvPr/>
            </p:nvSpPr>
            <p:spPr>
              <a:xfrm>
                <a:off x="2155732" y="233846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7011CBE6-C5E2-42AD-BE21-2C3DE57A06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2338466"/>
                <a:ext cx="72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108E5E5A-AFC5-4ABB-BF7D-A0F3E3C25B65}"/>
                  </a:ext>
                </a:extLst>
              </p:cNvPr>
              <p:cNvSpPr txBox="1"/>
              <p:nvPr/>
            </p:nvSpPr>
            <p:spPr>
              <a:xfrm>
                <a:off x="1023130" y="5549563"/>
                <a:ext cx="4319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108E5E5A-AFC5-4ABB-BF7D-A0F3E3C25B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3130" y="5549563"/>
                <a:ext cx="431984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E4B73EBB-7B27-49C2-A250-A38BC7FCBDBD}"/>
                  </a:ext>
                </a:extLst>
              </p:cNvPr>
              <p:cNvSpPr txBox="1"/>
              <p:nvPr/>
            </p:nvSpPr>
            <p:spPr>
              <a:xfrm>
                <a:off x="2862612" y="5560879"/>
                <a:ext cx="506235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E4B73EBB-7B27-49C2-A250-A38BC7FCBD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2612" y="5560879"/>
                <a:ext cx="506235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2B6B17E0-3CBD-43AB-A312-08353572A944}"/>
                  </a:ext>
                </a:extLst>
              </p:cNvPr>
              <p:cNvSpPr txBox="1"/>
              <p:nvPr/>
            </p:nvSpPr>
            <p:spPr>
              <a:xfrm>
                <a:off x="3324225" y="5408143"/>
                <a:ext cx="1577391" cy="827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2B6B17E0-3CBD-43AB-A312-08353572A9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24225" y="5408143"/>
                <a:ext cx="1577391" cy="827471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0" name="Rectangle: Rounded Corners 89">
            <a:extLst>
              <a:ext uri="{FF2B5EF4-FFF2-40B4-BE49-F238E27FC236}">
                <a16:creationId xmlns:a16="http://schemas.microsoft.com/office/drawing/2014/main" id="{065D415F-23F4-42C2-92EE-64FC03660DBE}"/>
              </a:ext>
            </a:extLst>
          </p:cNvPr>
          <p:cNvSpPr/>
          <p:nvPr/>
        </p:nvSpPr>
        <p:spPr>
          <a:xfrm>
            <a:off x="273754" y="2888762"/>
            <a:ext cx="4539546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22A67D3B-B4A7-4E3A-81C1-3F03F8A2D305}"/>
                  </a:ext>
                </a:extLst>
              </p:cNvPr>
              <p:cNvSpPr txBox="1"/>
              <p:nvPr/>
            </p:nvSpPr>
            <p:spPr>
              <a:xfrm>
                <a:off x="5356360" y="3582897"/>
                <a:ext cx="42833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22A67D3B-B4A7-4E3A-81C1-3F03F8A2D3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6360" y="3582897"/>
                <a:ext cx="428332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2F1FD549-00A4-4565-B843-EEE89FE28589}"/>
                  </a:ext>
                </a:extLst>
              </p:cNvPr>
              <p:cNvSpPr txBox="1"/>
              <p:nvPr/>
            </p:nvSpPr>
            <p:spPr>
              <a:xfrm>
                <a:off x="5356360" y="2957014"/>
                <a:ext cx="41658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2F1FD549-00A4-4565-B843-EEE89FE285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6360" y="2957014"/>
                <a:ext cx="416584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3" name="TextBox 92">
            <a:extLst>
              <a:ext uri="{FF2B5EF4-FFF2-40B4-BE49-F238E27FC236}">
                <a16:creationId xmlns:a16="http://schemas.microsoft.com/office/drawing/2014/main" id="{4DF27F0D-B6AF-4D03-91EB-2E465913558F}"/>
              </a:ext>
            </a:extLst>
          </p:cNvPr>
          <p:cNvSpPr txBox="1"/>
          <p:nvPr/>
        </p:nvSpPr>
        <p:spPr>
          <a:xfrm>
            <a:off x="5013050" y="1340912"/>
            <a:ext cx="237640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Median class 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76AC0250-EFA1-497F-92D1-E5EDBB2C45A5}"/>
                  </a:ext>
                </a:extLst>
              </p:cNvPr>
              <p:cNvSpPr txBox="1"/>
              <p:nvPr/>
            </p:nvSpPr>
            <p:spPr>
              <a:xfrm>
                <a:off x="5356360" y="1828804"/>
                <a:ext cx="16231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76AC0250-EFA1-497F-92D1-E5EDBB2C45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6360" y="1828804"/>
                <a:ext cx="1623117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B50E479-B20D-48CA-8FA1-03E001597444}"/>
                  </a:ext>
                </a:extLst>
              </p:cNvPr>
              <p:cNvSpPr txBox="1"/>
              <p:nvPr/>
            </p:nvSpPr>
            <p:spPr>
              <a:xfrm>
                <a:off x="5356360" y="2350313"/>
                <a:ext cx="1467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B50E479-B20D-48CA-8FA1-03E0015974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6360" y="2350313"/>
                <a:ext cx="1467946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11276981-A6B1-4304-A6EF-9F0B4AF4FFEB}"/>
                  </a:ext>
                </a:extLst>
              </p:cNvPr>
              <p:cNvSpPr txBox="1"/>
              <p:nvPr/>
            </p:nvSpPr>
            <p:spPr>
              <a:xfrm>
                <a:off x="5681888" y="2957014"/>
                <a:ext cx="106847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11276981-A6B1-4304-A6EF-9F0B4AF4FF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81888" y="2957014"/>
                <a:ext cx="1068477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29138151-88B7-4EB2-A039-008DA1DF15D8}"/>
                  </a:ext>
                </a:extLst>
              </p:cNvPr>
              <p:cNvSpPr txBox="1"/>
              <p:nvPr/>
            </p:nvSpPr>
            <p:spPr>
              <a:xfrm>
                <a:off x="5694924" y="3582897"/>
                <a:ext cx="104240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29138151-88B7-4EB2-A039-008DA1DF15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94924" y="3582897"/>
                <a:ext cx="1042404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9" name="Rectangle: Diagonal Corners Rounded 98">
            <a:extLst>
              <a:ext uri="{FF2B5EF4-FFF2-40B4-BE49-F238E27FC236}">
                <a16:creationId xmlns:a16="http://schemas.microsoft.com/office/drawing/2014/main" id="{BF1124A6-FA29-4CBC-B0E6-01A31429D704}"/>
              </a:ext>
            </a:extLst>
          </p:cNvPr>
          <p:cNvSpPr/>
          <p:nvPr/>
        </p:nvSpPr>
        <p:spPr>
          <a:xfrm>
            <a:off x="2167465" y="2931374"/>
            <a:ext cx="684000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00" name="Rectangle: Diagonal Corners Rounded 99">
            <a:extLst>
              <a:ext uri="{FF2B5EF4-FFF2-40B4-BE49-F238E27FC236}">
                <a16:creationId xmlns:a16="http://schemas.microsoft.com/office/drawing/2014/main" id="{C951E99D-E37F-41C5-8027-CDACAB90CC44}"/>
              </a:ext>
            </a:extLst>
          </p:cNvPr>
          <p:cNvSpPr/>
          <p:nvPr/>
        </p:nvSpPr>
        <p:spPr>
          <a:xfrm>
            <a:off x="3772384" y="2404454"/>
            <a:ext cx="684000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D517D1B0-75DE-478A-B402-484E1CF465EB}"/>
                  </a:ext>
                </a:extLst>
              </p:cNvPr>
              <p:cNvSpPr txBox="1"/>
              <p:nvPr/>
            </p:nvSpPr>
            <p:spPr>
              <a:xfrm>
                <a:off x="5460155" y="4165338"/>
                <a:ext cx="1315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D517D1B0-75DE-478A-B402-484E1CF465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60155" y="4165338"/>
                <a:ext cx="1315968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DEAA476E-3F68-4EB9-BD9D-DD80CD4D6502}"/>
                  </a:ext>
                </a:extLst>
              </p:cNvPr>
              <p:cNvSpPr txBox="1"/>
              <p:nvPr/>
            </p:nvSpPr>
            <p:spPr>
              <a:xfrm>
                <a:off x="1703542" y="5549563"/>
                <a:ext cx="126101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DEAA476E-3F68-4EB9-BD9D-DD80CD4D65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03542" y="5549563"/>
                <a:ext cx="1261010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5576BF2D-9461-454C-8EFD-73572D40A5E5}"/>
                  </a:ext>
                </a:extLst>
              </p:cNvPr>
              <p:cNvSpPr txBox="1"/>
              <p:nvPr/>
            </p:nvSpPr>
            <p:spPr>
              <a:xfrm>
                <a:off x="1381826" y="554956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5576BF2D-9461-454C-8EFD-73572D40A5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1826" y="5549563"/>
                <a:ext cx="506235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2CDBE8D-B01A-4EB6-9FA8-95A0483AA5B7}"/>
                  </a:ext>
                </a:extLst>
              </p:cNvPr>
              <p:cNvSpPr txBox="1"/>
              <p:nvPr/>
            </p:nvSpPr>
            <p:spPr>
              <a:xfrm>
                <a:off x="170773" y="5257059"/>
                <a:ext cx="1056047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2CDBE8D-B01A-4EB6-9FA8-95A0483AA5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0773" y="5257059"/>
                <a:ext cx="1056047" cy="1135696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467DC25B-F0FB-4DE0-B6EE-60F3E2F5D550}"/>
                  </a:ext>
                </a:extLst>
              </p:cNvPr>
              <p:cNvSpPr txBox="1"/>
              <p:nvPr/>
            </p:nvSpPr>
            <p:spPr>
              <a:xfrm>
                <a:off x="7977386" y="2733544"/>
                <a:ext cx="4384783" cy="9278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50−30</m:t>
                              </m:r>
                            </m:e>
                          </m:d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27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467DC25B-F0FB-4DE0-B6EE-60F3E2F5D5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7386" y="2733544"/>
                <a:ext cx="4384783" cy="927883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4347C4BE-852D-43EE-969A-6C2B29A293D0}"/>
                  </a:ext>
                </a:extLst>
              </p:cNvPr>
              <p:cNvSpPr txBox="1"/>
              <p:nvPr/>
            </p:nvSpPr>
            <p:spPr>
              <a:xfrm>
                <a:off x="7977386" y="1456146"/>
                <a:ext cx="4062839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d>
                            <m:d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IN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4347C4BE-852D-43EE-969A-6C2B29A293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7386" y="1456146"/>
                <a:ext cx="4062839" cy="1134093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27C72333-49F2-480B-A285-36B3922E0C6E}"/>
                  </a:ext>
                </a:extLst>
              </p:cNvPr>
              <p:cNvSpPr txBox="1"/>
              <p:nvPr/>
            </p:nvSpPr>
            <p:spPr>
              <a:xfrm>
                <a:off x="7431490" y="293587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27C72333-49F2-480B-A285-36B3922E0C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31490" y="2935875"/>
                <a:ext cx="506235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AEC0F8ED-0371-43B8-A55C-FD9A2A463D5F}"/>
                  </a:ext>
                </a:extLst>
              </p:cNvPr>
              <p:cNvSpPr txBox="1"/>
              <p:nvPr/>
            </p:nvSpPr>
            <p:spPr>
              <a:xfrm>
                <a:off x="7977386" y="3886313"/>
                <a:ext cx="29037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=20+7.41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AEC0F8ED-0371-43B8-A55C-FD9A2A463D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7386" y="3886313"/>
                <a:ext cx="2903701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B8B0D84A-DDBD-4DD3-89F7-62484004EFA9}"/>
                  </a:ext>
                </a:extLst>
              </p:cNvPr>
              <p:cNvSpPr txBox="1"/>
              <p:nvPr/>
            </p:nvSpPr>
            <p:spPr>
              <a:xfrm>
                <a:off x="7431490" y="388426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B8B0D84A-DDBD-4DD3-89F7-62484004EF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31490" y="3884269"/>
                <a:ext cx="506235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3244A02C-8449-42D6-9F0F-419385B34FBF}"/>
                  </a:ext>
                </a:extLst>
              </p:cNvPr>
              <p:cNvSpPr txBox="1"/>
              <p:nvPr/>
            </p:nvSpPr>
            <p:spPr>
              <a:xfrm>
                <a:off x="7428065" y="464593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3244A02C-8449-42D6-9F0F-419385B34F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8065" y="4645937"/>
                <a:ext cx="506235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D9E50EF9-E42D-49B4-A0CE-2F1C10587960}"/>
                  </a:ext>
                </a:extLst>
              </p:cNvPr>
              <p:cNvSpPr txBox="1"/>
              <p:nvPr/>
            </p:nvSpPr>
            <p:spPr>
              <a:xfrm>
                <a:off x="7977386" y="4645937"/>
                <a:ext cx="200939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=27.41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D9E50EF9-E42D-49B4-A0CE-2F1C105879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77386" y="4645937"/>
                <a:ext cx="2009399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6C6CAECC-E408-4FDD-8056-F4638AFDB6EA}"/>
              </a:ext>
            </a:extLst>
          </p:cNvPr>
          <p:cNvCxnSpPr>
            <a:cxnSpLocks/>
          </p:cNvCxnSpPr>
          <p:nvPr/>
        </p:nvCxnSpPr>
        <p:spPr>
          <a:xfrm>
            <a:off x="7296150" y="895350"/>
            <a:ext cx="0" cy="5570431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97ED2C62-1309-451B-B6DD-B94490B9853C}"/>
              </a:ext>
            </a:extLst>
          </p:cNvPr>
          <p:cNvSpPr txBox="1"/>
          <p:nvPr/>
        </p:nvSpPr>
        <p:spPr>
          <a:xfrm>
            <a:off x="-3419733" y="731603"/>
            <a:ext cx="341973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(Direct Method)</a:t>
            </a:r>
          </a:p>
        </p:txBody>
      </p:sp>
    </p:spTree>
    <p:extLst>
      <p:ext uri="{BB962C8B-B14F-4D97-AF65-F5344CB8AC3E}">
        <p14:creationId xmlns:p14="http://schemas.microsoft.com/office/powerpoint/2010/main" val="129287654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/>
      <p:bldP spid="88" grpId="0"/>
      <p:bldP spid="89" grpId="0"/>
      <p:bldP spid="90" grpId="0" animBg="1"/>
      <p:bldP spid="91" grpId="0"/>
      <p:bldP spid="92" grpId="0"/>
      <p:bldP spid="93" grpId="0"/>
      <p:bldP spid="94" grpId="0"/>
      <p:bldP spid="96" grpId="0"/>
      <p:bldP spid="97" grpId="0"/>
      <p:bldP spid="98" grpId="0"/>
      <p:bldP spid="99" grpId="0" animBg="1"/>
      <p:bldP spid="100" grpId="0" animBg="1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  <p:bldP spid="111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C0FB5B-BFB7-4BCB-8588-04293733C9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08725E-9533-5559-C5C4-76C9EA6798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9A72328-FCA8-4C47-884D-80BA94F87256}"/>
              </a:ext>
            </a:extLst>
          </p:cNvPr>
          <p:cNvSpPr txBox="1"/>
          <p:nvPr/>
        </p:nvSpPr>
        <p:spPr>
          <a:xfrm>
            <a:off x="218667" y="731603"/>
            <a:ext cx="34202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(Direct Method)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2" name="Table 51">
                <a:extLst>
                  <a:ext uri="{FF2B5EF4-FFF2-40B4-BE49-F238E27FC236}">
                    <a16:creationId xmlns:a16="http://schemas.microsoft.com/office/drawing/2014/main" id="{0234551F-B694-476C-B045-6AEEAF75D1D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18667" y="1279325"/>
              <a:ext cx="3105558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56475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2" name="Table 51">
                <a:extLst>
                  <a:ext uri="{FF2B5EF4-FFF2-40B4-BE49-F238E27FC236}">
                    <a16:creationId xmlns:a16="http://schemas.microsoft.com/office/drawing/2014/main" id="{0234551F-B694-476C-B045-6AEEAF75D1D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18667" y="1279325"/>
              <a:ext cx="3105558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56475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94" t="-1124" r="-102362" b="-58427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9222" t="-1124" r="-1167" b="-58427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023F67F-FA19-4F9A-BA0C-46C0EC1E1E4A}"/>
                  </a:ext>
                </a:extLst>
              </p:cNvPr>
              <p:cNvSpPr/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023F67F-FA19-4F9A-BA0C-46C0EC1E1E4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0B0FFB25-756A-419E-B02D-839FAFF050FD}"/>
                  </a:ext>
                </a:extLst>
              </p:cNvPr>
              <p:cNvSpPr/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0B0FFB25-756A-419E-B02D-839FAFF050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E19DA91-779D-455E-AF88-22FCDB7A7261}"/>
                  </a:ext>
                </a:extLst>
              </p:cNvPr>
              <p:cNvSpPr/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3E19DA91-779D-455E-AF88-22FCDB7A72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28CC51E-599A-4D9A-A4D3-A019CD05C6CE}"/>
                  </a:ext>
                </a:extLst>
              </p:cNvPr>
              <p:cNvSpPr/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28CC51E-599A-4D9A-A4D3-A019CD05C6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935D4C8B-1074-45A1-B44B-9A9D19870730}"/>
                  </a:ext>
                </a:extLst>
              </p:cNvPr>
              <p:cNvSpPr/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935D4C8B-1074-45A1-B44B-9A9D198707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053E35B0-A08B-43D3-BFE7-9599473D34BA}"/>
                  </a:ext>
                </a:extLst>
              </p:cNvPr>
              <p:cNvSpPr/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053E35B0-A08B-43D3-BFE7-9599473D34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3D624189-5F5E-471F-B4D4-4DBFC3FEB2C0}"/>
                  </a:ext>
                </a:extLst>
              </p:cNvPr>
              <p:cNvSpPr/>
              <p:nvPr/>
            </p:nvSpPr>
            <p:spPr>
              <a:xfrm>
                <a:off x="2155732" y="181792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3D624189-5F5E-471F-B4D4-4DBFC3FEB2C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1817920"/>
                <a:ext cx="72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DC74C2A-9AF8-4DBE-8E99-8FEAC0B2F444}"/>
                  </a:ext>
                </a:extLst>
              </p:cNvPr>
              <p:cNvSpPr/>
              <p:nvPr/>
            </p:nvSpPr>
            <p:spPr>
              <a:xfrm>
                <a:off x="2155732" y="28607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DC74C2A-9AF8-4DBE-8E99-8FEAC0B2F4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2860722"/>
                <a:ext cx="72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1E327AFE-093F-41B8-A228-2E1138BE17C8}"/>
                  </a:ext>
                </a:extLst>
              </p:cNvPr>
              <p:cNvSpPr/>
              <p:nvPr/>
            </p:nvSpPr>
            <p:spPr>
              <a:xfrm>
                <a:off x="2155732" y="338297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1E327AFE-093F-41B8-A228-2E1138BE1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3382978"/>
                <a:ext cx="72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DE565815-6046-4709-83E2-59BC1B13F88F}"/>
                  </a:ext>
                </a:extLst>
              </p:cNvPr>
              <p:cNvSpPr/>
              <p:nvPr/>
            </p:nvSpPr>
            <p:spPr>
              <a:xfrm>
                <a:off x="2155732" y="390523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DE565815-6046-4709-83E2-59BC1B13F8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3905234"/>
                <a:ext cx="72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874A33CC-F28A-4A6E-B83F-C3677B3381B8}"/>
                  </a:ext>
                </a:extLst>
              </p:cNvPr>
              <p:cNvSpPr/>
              <p:nvPr/>
            </p:nvSpPr>
            <p:spPr>
              <a:xfrm>
                <a:off x="2155732" y="442749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874A33CC-F28A-4A6E-B83F-C3677B3381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4427492"/>
                <a:ext cx="72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7011CBE6-C5E2-42AD-BE21-2C3DE57A066B}"/>
                  </a:ext>
                </a:extLst>
              </p:cNvPr>
              <p:cNvSpPr/>
              <p:nvPr/>
            </p:nvSpPr>
            <p:spPr>
              <a:xfrm>
                <a:off x="2155732" y="233846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7011CBE6-C5E2-42AD-BE21-2C3DE57A06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2338466"/>
                <a:ext cx="72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DEAA476E-3F68-4EB9-BD9D-DD80CD4D6502}"/>
                  </a:ext>
                </a:extLst>
              </p:cNvPr>
              <p:cNvSpPr txBox="1"/>
              <p:nvPr/>
            </p:nvSpPr>
            <p:spPr>
              <a:xfrm>
                <a:off x="989856" y="5549563"/>
                <a:ext cx="126101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DEAA476E-3F68-4EB9-BD9D-DD80CD4D65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856" y="5549563"/>
                <a:ext cx="126101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2CDBE8D-B01A-4EB6-9FA8-95A0483AA5B7}"/>
                  </a:ext>
                </a:extLst>
              </p:cNvPr>
              <p:cNvSpPr txBox="1"/>
              <p:nvPr/>
            </p:nvSpPr>
            <p:spPr>
              <a:xfrm>
                <a:off x="170773" y="5257059"/>
                <a:ext cx="1056047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2CDBE8D-B01A-4EB6-9FA8-95A0483AA5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0773" y="5257059"/>
                <a:ext cx="1056047" cy="1135696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635444B2-9169-48FE-9A28-CC887CDD0F4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95159635"/>
                  </p:ext>
                </p:extLst>
              </p:nvPr>
            </p:nvGraphicFramePr>
            <p:xfrm>
              <a:off x="3324225" y="1280450"/>
              <a:ext cx="3944039" cy="368207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77109">
                      <a:extLst>
                        <a:ext uri="{9D8B030D-6E8A-4147-A177-3AD203B41FA5}">
                          <a16:colId xmlns:a16="http://schemas.microsoft.com/office/drawing/2014/main" val="825888703"/>
                        </a:ext>
                      </a:extLst>
                    </a:gridCol>
                    <a:gridCol w="2566930">
                      <a:extLst>
                        <a:ext uri="{9D8B030D-6E8A-4147-A177-3AD203B41FA5}">
                          <a16:colId xmlns:a16="http://schemas.microsoft.com/office/drawing/2014/main" val="501132493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856965418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25660127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33603947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69331259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60147070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50184756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3676963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635444B2-9169-48FE-9A28-CC887CDD0F4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95159635"/>
                  </p:ext>
                </p:extLst>
              </p:nvPr>
            </p:nvGraphicFramePr>
            <p:xfrm>
              <a:off x="3324225" y="1280450"/>
              <a:ext cx="3944039" cy="3682074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77109">
                      <a:extLst>
                        <a:ext uri="{9D8B030D-6E8A-4147-A177-3AD203B41FA5}">
                          <a16:colId xmlns:a16="http://schemas.microsoft.com/office/drawing/2014/main" val="825888703"/>
                        </a:ext>
                      </a:extLst>
                    </a:gridCol>
                    <a:gridCol w="2566930">
                      <a:extLst>
                        <a:ext uri="{9D8B030D-6E8A-4147-A177-3AD203B41FA5}">
                          <a16:colId xmlns:a16="http://schemas.microsoft.com/office/drawing/2014/main" val="501132493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8"/>
                          <a:stretch>
                            <a:fillRect l="-885" t="-2247" r="-188053" b="-58314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8"/>
                          <a:stretch>
                            <a:fillRect l="-54028" t="-2247" r="-711" b="-583146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856965418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25660127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33603947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69331259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60147070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50184756"/>
                      </a:ext>
                    </a:extLst>
                  </a:tr>
                  <a:tr h="523679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3676963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BA47EAF7-3185-4DB6-B168-A01F3745A152}"/>
                  </a:ext>
                </a:extLst>
              </p:cNvPr>
              <p:cNvSpPr/>
              <p:nvPr/>
            </p:nvSpPr>
            <p:spPr>
              <a:xfrm>
                <a:off x="3638912" y="181792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BA47EAF7-3185-4DB6-B168-A01F3745A1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38912" y="1817920"/>
                <a:ext cx="72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834C2381-AE03-4D18-BF22-F9C5D0F527A9}"/>
                  </a:ext>
                </a:extLst>
              </p:cNvPr>
              <p:cNvSpPr/>
              <p:nvPr/>
            </p:nvSpPr>
            <p:spPr>
              <a:xfrm>
                <a:off x="3667290" y="233972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834C2381-AE03-4D18-BF22-F9C5D0F527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7290" y="2339726"/>
                <a:ext cx="72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C785690-AC1A-4198-9AD9-F7EBD1459334}"/>
                  </a:ext>
                </a:extLst>
              </p:cNvPr>
              <p:cNvSpPr/>
              <p:nvPr/>
            </p:nvSpPr>
            <p:spPr>
              <a:xfrm>
                <a:off x="3667290" y="286153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C785690-AC1A-4198-9AD9-F7EBD14593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7290" y="2861532"/>
                <a:ext cx="72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FD297257-0EF6-473F-9450-7EC9F4F48602}"/>
                  </a:ext>
                </a:extLst>
              </p:cNvPr>
              <p:cNvSpPr/>
              <p:nvPr/>
            </p:nvSpPr>
            <p:spPr>
              <a:xfrm>
                <a:off x="3667290" y="338333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FD297257-0EF6-473F-9450-7EC9F4F486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7290" y="3383338"/>
                <a:ext cx="72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EECA870B-73C8-4CCD-BE38-3545E8224912}"/>
                  </a:ext>
                </a:extLst>
              </p:cNvPr>
              <p:cNvSpPr/>
              <p:nvPr/>
            </p:nvSpPr>
            <p:spPr>
              <a:xfrm>
                <a:off x="3667290" y="390514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EECA870B-73C8-4CCD-BE38-3545E822491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7290" y="3905144"/>
                <a:ext cx="720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439B7ED1-432E-473B-A32B-60436048A288}"/>
                  </a:ext>
                </a:extLst>
              </p:cNvPr>
              <p:cNvSpPr/>
              <p:nvPr/>
            </p:nvSpPr>
            <p:spPr>
              <a:xfrm>
                <a:off x="5474949" y="1817920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439B7ED1-432E-473B-A32B-60436048A2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74949" y="1817920"/>
                <a:ext cx="1080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3D1D4EFE-634B-4AEA-A97A-E6226B2E9B70}"/>
                  </a:ext>
                </a:extLst>
              </p:cNvPr>
              <p:cNvSpPr/>
              <p:nvPr/>
            </p:nvSpPr>
            <p:spPr>
              <a:xfrm>
                <a:off x="5474949" y="2339726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3D1D4EFE-634B-4AEA-A97A-E6226B2E9B7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74949" y="2339726"/>
                <a:ext cx="1080000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AA6F5EC4-9598-4BFF-8638-D8E26D5D7983}"/>
                  </a:ext>
                </a:extLst>
              </p:cNvPr>
              <p:cNvSpPr/>
              <p:nvPr/>
            </p:nvSpPr>
            <p:spPr>
              <a:xfrm>
                <a:off x="5474949" y="2861532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AA6F5EC4-9598-4BFF-8638-D8E26D5D79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74949" y="2861532"/>
                <a:ext cx="1080000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646E4D77-B5E2-4DF9-A443-2A094F003394}"/>
                  </a:ext>
                </a:extLst>
              </p:cNvPr>
              <p:cNvSpPr/>
              <p:nvPr/>
            </p:nvSpPr>
            <p:spPr>
              <a:xfrm>
                <a:off x="5474949" y="3383338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646E4D77-B5E2-4DF9-A443-2A094F0033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74949" y="3383338"/>
                <a:ext cx="1080000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B6A84E7C-15D8-4BE3-A600-03D826E8CB5F}"/>
                  </a:ext>
                </a:extLst>
              </p:cNvPr>
              <p:cNvSpPr/>
              <p:nvPr/>
            </p:nvSpPr>
            <p:spPr>
              <a:xfrm>
                <a:off x="5474949" y="3905144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B6A84E7C-15D8-4BE3-A600-03D826E8CB5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74949" y="3905144"/>
                <a:ext cx="1080000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746D34E0-A2D4-44DA-8877-2F5E15FB41D7}"/>
                  </a:ext>
                </a:extLst>
              </p:cNvPr>
              <p:cNvSpPr/>
              <p:nvPr/>
            </p:nvSpPr>
            <p:spPr>
              <a:xfrm>
                <a:off x="3667290" y="442694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746D34E0-A2D4-44DA-8877-2F5E15FB41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7290" y="4426948"/>
                <a:ext cx="720000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669609CD-FA50-471D-9C0A-06CF617BFD75}"/>
                  </a:ext>
                </a:extLst>
              </p:cNvPr>
              <p:cNvSpPr/>
              <p:nvPr/>
            </p:nvSpPr>
            <p:spPr>
              <a:xfrm>
                <a:off x="5474949" y="4426948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669609CD-FA50-471D-9C0A-06CF617BFD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74949" y="4426948"/>
                <a:ext cx="1080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1AED5793-18CB-4ED3-81DE-BC0C56D660BF}"/>
                  </a:ext>
                </a:extLst>
              </p:cNvPr>
              <p:cNvSpPr txBox="1"/>
              <p:nvPr/>
            </p:nvSpPr>
            <p:spPr>
              <a:xfrm>
                <a:off x="9021254" y="1223603"/>
                <a:ext cx="207141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1AED5793-18CB-4ED3-81DE-BC0C56D660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1254" y="1223603"/>
                <a:ext cx="2071413" cy="995978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EEB7FE37-7F0B-4A3D-92B4-09A20447128F}"/>
                  </a:ext>
                </a:extLst>
              </p:cNvPr>
              <p:cNvSpPr txBox="1"/>
              <p:nvPr/>
            </p:nvSpPr>
            <p:spPr>
              <a:xfrm>
                <a:off x="9021254" y="2431778"/>
                <a:ext cx="2071413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2800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EEB7FE37-7F0B-4A3D-92B4-09A2044712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1254" y="2431778"/>
                <a:ext cx="2071413" cy="901785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A5C8FE4F-502F-48B6-840A-02E5F5ABB063}"/>
                  </a:ext>
                </a:extLst>
              </p:cNvPr>
              <p:cNvSpPr txBox="1"/>
              <p:nvPr/>
            </p:nvSpPr>
            <p:spPr>
              <a:xfrm>
                <a:off x="9021254" y="3545759"/>
                <a:ext cx="155051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A5C8FE4F-502F-48B6-840A-02E5F5ABB0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1254" y="3545759"/>
                <a:ext cx="1550518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553CBA94-2D15-4D47-96CA-E831E53666EC}"/>
                  </a:ext>
                </a:extLst>
              </p:cNvPr>
              <p:cNvSpPr txBox="1"/>
              <p:nvPr/>
            </p:nvSpPr>
            <p:spPr>
              <a:xfrm>
                <a:off x="8437328" y="2621060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553CBA94-2D15-4D47-96CA-E831E53666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37328" y="2621060"/>
                <a:ext cx="506235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CE7582A0-0AF4-478C-BF77-DA7BDC43BB38}"/>
                  </a:ext>
                </a:extLst>
              </p:cNvPr>
              <p:cNvSpPr txBox="1"/>
              <p:nvPr/>
            </p:nvSpPr>
            <p:spPr>
              <a:xfrm>
                <a:off x="8437327" y="354575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CE7582A0-0AF4-478C-BF77-DA7BDC43BB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37327" y="3545759"/>
                <a:ext cx="506235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113" name="Table 112">
            <a:extLst>
              <a:ext uri="{FF2B5EF4-FFF2-40B4-BE49-F238E27FC236}">
                <a16:creationId xmlns:a16="http://schemas.microsoft.com/office/drawing/2014/main" id="{8C15696F-A0B9-46B2-A65C-400DCA7908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5526922"/>
              </p:ext>
            </p:extLst>
          </p:nvPr>
        </p:nvGraphicFramePr>
        <p:xfrm>
          <a:off x="4702791" y="4962524"/>
          <a:ext cx="2565473" cy="100883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65473">
                  <a:extLst>
                    <a:ext uri="{9D8B030D-6E8A-4147-A177-3AD203B41FA5}">
                      <a16:colId xmlns:a16="http://schemas.microsoft.com/office/drawing/2014/main" val="1871424704"/>
                    </a:ext>
                  </a:extLst>
                </a:gridCol>
              </a:tblGrid>
              <a:tr h="1008831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rgbClr val="002060"/>
                        </a:solidFill>
                      </a:endParaRPr>
                    </a:p>
                  </a:txBody>
                  <a:tcPr marL="38100" marR="38100" marT="38100" marB="3810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717986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3BE5777D-981A-4813-9477-8382EA648663}"/>
                  </a:ext>
                </a:extLst>
              </p:cNvPr>
              <p:cNvSpPr/>
              <p:nvPr/>
            </p:nvSpPr>
            <p:spPr>
              <a:xfrm>
                <a:off x="4720110" y="5016909"/>
                <a:ext cx="2589678" cy="99667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=2800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3BE5777D-981A-4813-9477-8382EA6486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20110" y="5016909"/>
                <a:ext cx="2589678" cy="996675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4" name="TextBox 113">
            <a:extLst>
              <a:ext uri="{FF2B5EF4-FFF2-40B4-BE49-F238E27FC236}">
                <a16:creationId xmlns:a16="http://schemas.microsoft.com/office/drawing/2014/main" id="{3AB5548A-C59E-4EC1-A67C-03432E987986}"/>
              </a:ext>
            </a:extLst>
          </p:cNvPr>
          <p:cNvSpPr txBox="1"/>
          <p:nvPr/>
        </p:nvSpPr>
        <p:spPr>
          <a:xfrm>
            <a:off x="-1215557" y="731603"/>
            <a:ext cx="11154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Mode</a:t>
            </a:r>
          </a:p>
        </p:txBody>
      </p:sp>
      <p:cxnSp>
        <p:nvCxnSpPr>
          <p:cNvPr id="116" name="Straight Connector 115">
            <a:extLst>
              <a:ext uri="{FF2B5EF4-FFF2-40B4-BE49-F238E27FC236}">
                <a16:creationId xmlns:a16="http://schemas.microsoft.com/office/drawing/2014/main" id="{1700EDF0-B85C-4198-A097-3868E5B49EFC}"/>
              </a:ext>
            </a:extLst>
          </p:cNvPr>
          <p:cNvCxnSpPr>
            <a:cxnSpLocks/>
          </p:cNvCxnSpPr>
          <p:nvPr/>
        </p:nvCxnSpPr>
        <p:spPr>
          <a:xfrm>
            <a:off x="7791450" y="895350"/>
            <a:ext cx="0" cy="5570431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28046580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51" grpId="0"/>
      <p:bldP spid="54" grpId="0"/>
      <p:bldP spid="55" grpId="0"/>
      <p:bldP spid="56" grpId="0"/>
      <p:bldP spid="57" grpId="0"/>
      <p:bldP spid="58" grpId="0"/>
      <p:bldP spid="65" grpId="0"/>
      <p:bldP spid="77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95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C0FB5B-BFB7-4BCB-8588-04293733C9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08725E-9533-5559-C5C4-76C9EA6798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2.3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9A72328-FCA8-4C47-884D-80BA94F87256}"/>
              </a:ext>
            </a:extLst>
          </p:cNvPr>
          <p:cNvSpPr txBox="1"/>
          <p:nvPr/>
        </p:nvSpPr>
        <p:spPr>
          <a:xfrm>
            <a:off x="218667" y="731603"/>
            <a:ext cx="11154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Mode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EDF3B229-F615-4ECE-8599-6EC13F100944}"/>
                  </a:ext>
                </a:extLst>
              </p:cNvPr>
              <p:cNvSpPr txBox="1"/>
              <p:nvPr/>
            </p:nvSpPr>
            <p:spPr>
              <a:xfrm>
                <a:off x="6440517" y="1075697"/>
                <a:ext cx="4684680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b>
                                <m:sSub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EDF3B229-F615-4ECE-8599-6EC13F1009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0517" y="1075697"/>
                <a:ext cx="4684680" cy="106048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62CDCD0-811F-4D6C-95DA-5F104D533A03}"/>
                  </a:ext>
                </a:extLst>
              </p:cNvPr>
              <p:cNvSpPr txBox="1"/>
              <p:nvPr/>
            </p:nvSpPr>
            <p:spPr>
              <a:xfrm>
                <a:off x="6440517" y="2336870"/>
                <a:ext cx="5573769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27−18</m:t>
                              </m:r>
                            </m:num>
                            <m:den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d>
                                <m:d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27</m:t>
                                  </m:r>
                                </m:e>
                              </m:d>
                              <m: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−18−20</m:t>
                              </m:r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62CDCD0-811F-4D6C-95DA-5F104D533A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0517" y="2336870"/>
                <a:ext cx="5573769" cy="106048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3B291394-BC16-4937-BF52-1B3E61FB11AF}"/>
                  </a:ext>
                </a:extLst>
              </p:cNvPr>
              <p:cNvSpPr txBox="1"/>
              <p:nvPr/>
            </p:nvSpPr>
            <p:spPr>
              <a:xfrm>
                <a:off x="6440516" y="3598043"/>
                <a:ext cx="4532283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num>
                            <m:den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54−38 </m:t>
                              </m:r>
                            </m:den>
                          </m:f>
                        </m:e>
                      </m:d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3B291394-BC16-4937-BF52-1B3E61FB11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0516" y="3598043"/>
                <a:ext cx="4532283" cy="106048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9744A5C0-335A-43B8-B5D2-C8E3C7A5822E}"/>
                  </a:ext>
                </a:extLst>
              </p:cNvPr>
              <p:cNvSpPr txBox="1"/>
              <p:nvPr/>
            </p:nvSpPr>
            <p:spPr>
              <a:xfrm>
                <a:off x="6440517" y="6015256"/>
                <a:ext cx="170267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25.63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9744A5C0-335A-43B8-B5D2-C8E3C7A582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0517" y="6015256"/>
                <a:ext cx="170267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4DBC6728-2C0A-4B70-BD9B-2B8AAEBFDB14}"/>
                  </a:ext>
                </a:extLst>
              </p:cNvPr>
              <p:cNvSpPr txBox="1"/>
              <p:nvPr/>
            </p:nvSpPr>
            <p:spPr>
              <a:xfrm>
                <a:off x="5931794" y="265440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4DBC6728-2C0A-4B70-BD9B-2B8AAEBFDB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1794" y="2654403"/>
                <a:ext cx="50623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F021A439-9380-4AE0-B8EF-3D0ABA61F9A0}"/>
                  </a:ext>
                </a:extLst>
              </p:cNvPr>
              <p:cNvSpPr txBox="1"/>
              <p:nvPr/>
            </p:nvSpPr>
            <p:spPr>
              <a:xfrm>
                <a:off x="5931794" y="396517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F021A439-9380-4AE0-B8EF-3D0ABA61F9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1794" y="3965176"/>
                <a:ext cx="5062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EC69BB34-2AE2-46F7-BE2E-251D01E5DA31}"/>
                  </a:ext>
                </a:extLst>
              </p:cNvPr>
              <p:cNvSpPr txBox="1"/>
              <p:nvPr/>
            </p:nvSpPr>
            <p:spPr>
              <a:xfrm>
                <a:off x="5934282" y="601525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EC69BB34-2AE2-46F7-BE2E-251D01E5DA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4282" y="6015256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1C751ECD-CD95-4828-9369-CA5207FDDBD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18667" y="1279325"/>
              <a:ext cx="3105558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56475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1C751ECD-CD95-4828-9369-CA5207FDDBD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18667" y="1279325"/>
              <a:ext cx="3105558" cy="368653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0800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564758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0"/>
                          <a:stretch>
                            <a:fillRect l="-394" t="-1124" r="-102362" b="-58427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0"/>
                          <a:stretch>
                            <a:fillRect l="-99222" t="-1124" r="-1167" b="-58427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24422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51972264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7607F948-1626-46D4-92BA-C9B8E2DF0FC4}"/>
                  </a:ext>
                </a:extLst>
              </p:cNvPr>
              <p:cNvSpPr/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7607F948-1626-46D4-92BA-C9B8E2DF0FC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1814776"/>
                <a:ext cx="144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7ABEAF22-C596-45D1-B022-31CABAEB307E}"/>
                  </a:ext>
                </a:extLst>
              </p:cNvPr>
              <p:cNvSpPr/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7ABEAF22-C596-45D1-B022-31CABAEB30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337319"/>
                <a:ext cx="144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360F79F-1B4A-4AA9-8A8D-BE6B85157E93}"/>
                  </a:ext>
                </a:extLst>
              </p:cNvPr>
              <p:cNvSpPr/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360F79F-1B4A-4AA9-8A8D-BE6B85157E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2859862"/>
                <a:ext cx="144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C15311CC-969F-45D7-A41C-5E8DD0EDD687}"/>
                  </a:ext>
                </a:extLst>
              </p:cNvPr>
              <p:cNvSpPr/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C15311CC-969F-45D7-A41C-5E8DD0EDD68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382405"/>
                <a:ext cx="144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042E3B3F-8A9B-46C1-AB8D-808F66FEDDFB}"/>
                  </a:ext>
                </a:extLst>
              </p:cNvPr>
              <p:cNvSpPr/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042E3B3F-8A9B-46C1-AB8D-808F66FEDD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847" y="3904948"/>
                <a:ext cx="144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14D2E228-CE84-4781-8CDD-C852C39CEF0C}"/>
                  </a:ext>
                </a:extLst>
              </p:cNvPr>
              <p:cNvSpPr/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14D2E228-CE84-4781-8CDD-C852C39CEF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704" y="4427492"/>
                <a:ext cx="1440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949C8B5E-E61D-459D-8C52-71CB9DA9C017}"/>
                  </a:ext>
                </a:extLst>
              </p:cNvPr>
              <p:cNvSpPr/>
              <p:nvPr/>
            </p:nvSpPr>
            <p:spPr>
              <a:xfrm>
                <a:off x="2155732" y="181792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949C8B5E-E61D-459D-8C52-71CB9DA9C0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1817920"/>
                <a:ext cx="720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0D90E2B-DFCD-49F1-939A-8EB1F16F53AF}"/>
                  </a:ext>
                </a:extLst>
              </p:cNvPr>
              <p:cNvSpPr/>
              <p:nvPr/>
            </p:nvSpPr>
            <p:spPr>
              <a:xfrm>
                <a:off x="2155732" y="28607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0D90E2B-DFCD-49F1-939A-8EB1F16F53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2860722"/>
                <a:ext cx="72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63ED490A-A710-4CD2-A3BB-772795849479}"/>
                  </a:ext>
                </a:extLst>
              </p:cNvPr>
              <p:cNvSpPr/>
              <p:nvPr/>
            </p:nvSpPr>
            <p:spPr>
              <a:xfrm>
                <a:off x="2155732" y="338297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63ED490A-A710-4CD2-A3BB-77279584947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3382978"/>
                <a:ext cx="72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152D04A-8358-4B4B-95E1-3D9B68FB202B}"/>
                  </a:ext>
                </a:extLst>
              </p:cNvPr>
              <p:cNvSpPr/>
              <p:nvPr/>
            </p:nvSpPr>
            <p:spPr>
              <a:xfrm>
                <a:off x="2155732" y="390523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152D04A-8358-4B4B-95E1-3D9B68FB20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3905234"/>
                <a:ext cx="72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61FAA9E8-8A6E-44F4-ADFA-0E23A9BA6FB6}"/>
                  </a:ext>
                </a:extLst>
              </p:cNvPr>
              <p:cNvSpPr/>
              <p:nvPr/>
            </p:nvSpPr>
            <p:spPr>
              <a:xfrm>
                <a:off x="2155732" y="442749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61FAA9E8-8A6E-44F4-ADFA-0E23A9BA6F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4427492"/>
                <a:ext cx="72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BBA666A8-11C2-4063-BB08-BE6D6350BE96}"/>
                  </a:ext>
                </a:extLst>
              </p:cNvPr>
              <p:cNvSpPr/>
              <p:nvPr/>
            </p:nvSpPr>
            <p:spPr>
              <a:xfrm>
                <a:off x="2155732" y="233846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BBA666A8-11C2-4063-BB08-BE6D6350BE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732" y="2338466"/>
                <a:ext cx="72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312FD378-CE9C-4A07-9D93-87EBA97A4041}"/>
                  </a:ext>
                </a:extLst>
              </p:cNvPr>
              <p:cNvSpPr/>
              <p:nvPr/>
            </p:nvSpPr>
            <p:spPr>
              <a:xfrm>
                <a:off x="3936224" y="4221230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312FD378-CE9C-4A07-9D93-87EBA97A40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6224" y="4221230"/>
                <a:ext cx="1476661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8" name="Rectangle: Rounded Corners 77">
            <a:extLst>
              <a:ext uri="{FF2B5EF4-FFF2-40B4-BE49-F238E27FC236}">
                <a16:creationId xmlns:a16="http://schemas.microsoft.com/office/drawing/2014/main" id="{81E464D6-ECF3-4469-8FAD-06A27924249B}"/>
              </a:ext>
            </a:extLst>
          </p:cNvPr>
          <p:cNvSpPr/>
          <p:nvPr/>
        </p:nvSpPr>
        <p:spPr>
          <a:xfrm>
            <a:off x="264161" y="2864480"/>
            <a:ext cx="3007092" cy="5220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7BFABB89-110C-42AD-93E4-9ABE85844B9E}"/>
              </a:ext>
            </a:extLst>
          </p:cNvPr>
          <p:cNvSpPr/>
          <p:nvPr/>
        </p:nvSpPr>
        <p:spPr>
          <a:xfrm>
            <a:off x="3536836" y="900902"/>
            <a:ext cx="1933936" cy="522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IN" sz="2800" dirty="0">
                <a:solidFill>
                  <a:srgbClr val="002060"/>
                </a:solidFill>
              </a:rPr>
              <a:t>Modal class: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915E885D-2120-43F8-A609-384687E52690}"/>
                  </a:ext>
                </a:extLst>
              </p:cNvPr>
              <p:cNvSpPr/>
              <p:nvPr/>
            </p:nvSpPr>
            <p:spPr>
              <a:xfrm>
                <a:off x="3693804" y="1384183"/>
                <a:ext cx="16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915E885D-2120-43F8-A609-384687E5269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3804" y="1384183"/>
                <a:ext cx="1620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44690608-6555-4E55-BFBA-7C2764B19614}"/>
                  </a:ext>
                </a:extLst>
              </p:cNvPr>
              <p:cNvSpPr/>
              <p:nvPr/>
            </p:nvSpPr>
            <p:spPr>
              <a:xfrm>
                <a:off x="3895541" y="1930251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44690608-6555-4E55-BFBA-7C2764B196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95541" y="1930251"/>
                <a:ext cx="1476661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2" name="Rectangle: Diagonal Corners Rounded 81">
            <a:extLst>
              <a:ext uri="{FF2B5EF4-FFF2-40B4-BE49-F238E27FC236}">
                <a16:creationId xmlns:a16="http://schemas.microsoft.com/office/drawing/2014/main" id="{7AFA4B9A-9F36-431C-9042-DC4D6C0C6ACC}"/>
              </a:ext>
            </a:extLst>
          </p:cNvPr>
          <p:cNvSpPr/>
          <p:nvPr/>
        </p:nvSpPr>
        <p:spPr>
          <a:xfrm>
            <a:off x="2136740" y="2923882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056E0644-9C47-4976-9BFB-3E7F9DD89275}"/>
                  </a:ext>
                </a:extLst>
              </p:cNvPr>
              <p:cNvSpPr/>
              <p:nvPr/>
            </p:nvSpPr>
            <p:spPr>
              <a:xfrm>
                <a:off x="3870251" y="2469053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056E0644-9C47-4976-9BFB-3E7F9DD892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70251" y="2469053"/>
                <a:ext cx="577921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Rectangle: Diagonal Corners Rounded 83">
            <a:extLst>
              <a:ext uri="{FF2B5EF4-FFF2-40B4-BE49-F238E27FC236}">
                <a16:creationId xmlns:a16="http://schemas.microsoft.com/office/drawing/2014/main" id="{85BFBFC4-78FE-45AA-869B-07E1EE1E4394}"/>
              </a:ext>
            </a:extLst>
          </p:cNvPr>
          <p:cNvSpPr/>
          <p:nvPr/>
        </p:nvSpPr>
        <p:spPr>
          <a:xfrm>
            <a:off x="2136740" y="2400929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5" name="Rectangle: Diagonal Corners Rounded 84">
            <a:extLst>
              <a:ext uri="{FF2B5EF4-FFF2-40B4-BE49-F238E27FC236}">
                <a16:creationId xmlns:a16="http://schemas.microsoft.com/office/drawing/2014/main" id="{EF878A6A-E567-401A-B23E-6C36BB1A28C9}"/>
              </a:ext>
            </a:extLst>
          </p:cNvPr>
          <p:cNvSpPr/>
          <p:nvPr/>
        </p:nvSpPr>
        <p:spPr>
          <a:xfrm>
            <a:off x="2136740" y="3446929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6FBD803A-BD6B-4940-B19D-5BE595CD5EFF}"/>
                  </a:ext>
                </a:extLst>
              </p:cNvPr>
              <p:cNvSpPr/>
              <p:nvPr/>
            </p:nvSpPr>
            <p:spPr>
              <a:xfrm>
                <a:off x="4205533" y="2469053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6FBD803A-BD6B-4940-B19D-5BE595CD5EF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5533" y="2469053"/>
                <a:ext cx="1036602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8225D4C1-6B79-46E1-BD65-256D1B4D0993}"/>
                  </a:ext>
                </a:extLst>
              </p:cNvPr>
              <p:cNvSpPr/>
              <p:nvPr/>
            </p:nvSpPr>
            <p:spPr>
              <a:xfrm>
                <a:off x="3870251" y="3047872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8225D4C1-6B79-46E1-BD65-256D1B4D09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70251" y="3047872"/>
                <a:ext cx="577921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8ECE6809-EC0F-4052-BDC4-36166D37EB5F}"/>
                  </a:ext>
                </a:extLst>
              </p:cNvPr>
              <p:cNvSpPr/>
              <p:nvPr/>
            </p:nvSpPr>
            <p:spPr>
              <a:xfrm>
                <a:off x="4205533" y="3047872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8ECE6809-EC0F-4052-BDC4-36166D37EB5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5533" y="3047872"/>
                <a:ext cx="1036602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6010C1D9-FC74-4229-A4D6-A4088F5F0CDC}"/>
                  </a:ext>
                </a:extLst>
              </p:cNvPr>
              <p:cNvSpPr/>
              <p:nvPr/>
            </p:nvSpPr>
            <p:spPr>
              <a:xfrm>
                <a:off x="3870251" y="3626691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6010C1D9-FC74-4229-A4D6-A4088F5F0C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70251" y="3626691"/>
                <a:ext cx="577921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48C7DB22-85A0-4F71-A5C0-79B10BBD4042}"/>
                  </a:ext>
                </a:extLst>
              </p:cNvPr>
              <p:cNvSpPr/>
              <p:nvPr/>
            </p:nvSpPr>
            <p:spPr>
              <a:xfrm>
                <a:off x="4205533" y="3626691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48C7DB22-85A0-4F71-A5C0-79B10BBD40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5533" y="3626691"/>
                <a:ext cx="1036602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B110572F-4D01-4F66-9368-A20E12B59566}"/>
              </a:ext>
            </a:extLst>
          </p:cNvPr>
          <p:cNvCxnSpPr>
            <a:cxnSpLocks/>
          </p:cNvCxnSpPr>
          <p:nvPr/>
        </p:nvCxnSpPr>
        <p:spPr>
          <a:xfrm>
            <a:off x="5619750" y="895350"/>
            <a:ext cx="0" cy="5570431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76EFBAF4-0D1B-4BAB-B844-6B0B620DA935}"/>
                  </a:ext>
                </a:extLst>
              </p:cNvPr>
              <p:cNvSpPr txBox="1"/>
              <p:nvPr/>
            </p:nvSpPr>
            <p:spPr>
              <a:xfrm>
                <a:off x="6440517" y="4859215"/>
                <a:ext cx="3595752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20+</m:t>
                      </m:r>
                      <m:d>
                        <m:d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</m:num>
                            <m:den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16 </m:t>
                              </m:r>
                            </m:den>
                          </m:f>
                        </m:e>
                      </m:d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76EFBAF4-0D1B-4BAB-B844-6B0B620DA9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0517" y="4859215"/>
                <a:ext cx="3595752" cy="106048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525FB96-B3D1-4A2A-863E-E00E15FFD28A}"/>
                  </a:ext>
                </a:extLst>
              </p:cNvPr>
              <p:cNvSpPr txBox="1"/>
              <p:nvPr/>
            </p:nvSpPr>
            <p:spPr>
              <a:xfrm>
                <a:off x="5931794" y="512784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525FB96-B3D1-4A2A-863E-E00E15FFD2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31794" y="5127846"/>
                <a:ext cx="506235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3272896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3" grpId="0"/>
      <p:bldP spid="59" grpId="0"/>
      <p:bldP spid="61" grpId="0"/>
      <p:bldP spid="62" grpId="0"/>
      <p:bldP spid="63" grpId="0"/>
      <p:bldP spid="77" grpId="0"/>
      <p:bldP spid="78" grpId="0" animBg="1"/>
      <p:bldP spid="80" grpId="0"/>
      <p:bldP spid="81" grpId="0"/>
      <p:bldP spid="82" grpId="0" animBg="1"/>
      <p:bldP spid="83" grpId="0"/>
      <p:bldP spid="84" grpId="0" animBg="1"/>
      <p:bldP spid="85" grpId="0" animBg="1"/>
      <p:bldP spid="86" grpId="0"/>
      <p:bldP spid="87" grpId="0"/>
      <p:bldP spid="88" grpId="0"/>
      <p:bldP spid="89" grpId="0"/>
      <p:bldP spid="90" grpId="0"/>
      <p:bldP spid="93" grpId="0"/>
      <p:bldP spid="94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Method 3</a:t>
            </a:r>
            <a:br>
              <a:rPr lang="en-US" dirty="0"/>
            </a:br>
            <a:r>
              <a:rPr lang="en-US" dirty="0"/>
              <a:t>Measure of Variability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2AA77D51-4199-4AD4-8CF5-334D2E722ED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53719130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Measure of Variability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Measure of Variability :</a:t>
                </a:r>
                <a:endParaRPr lang="en-IN" dirty="0"/>
              </a:p>
              <a:p>
                <a:pPr lvl="1"/>
                <a:r>
                  <a:rPr lang="en-US" dirty="0"/>
                  <a:t>It refers to the </a:t>
                </a:r>
                <a:r>
                  <a:rPr lang="en-US" b="1" dirty="0">
                    <a:solidFill>
                      <a:srgbClr val="FF0000"/>
                    </a:solidFill>
                  </a:rPr>
                  <a:t>spread</a:t>
                </a:r>
                <a:r>
                  <a:rPr lang="en-US" dirty="0"/>
                  <a:t> of the values around the central tendency. </a:t>
                </a:r>
                <a:endParaRPr lang="en-IN" dirty="0"/>
              </a:p>
              <a:p>
                <a:pPr lvl="1"/>
                <a:r>
                  <a:rPr lang="en-US" dirty="0"/>
                  <a:t>It is known as </a:t>
                </a:r>
                <a:r>
                  <a:rPr lang="en-US" b="1" dirty="0">
                    <a:solidFill>
                      <a:srgbClr val="FF0000"/>
                    </a:solidFill>
                  </a:rPr>
                  <a:t>Measure of Dispersion</a:t>
                </a:r>
                <a:r>
                  <a:rPr lang="en-US" dirty="0"/>
                  <a:t>.</a:t>
                </a:r>
                <a:endParaRPr lang="en-IN" dirty="0"/>
              </a:p>
              <a:p>
                <a:pPr lvl="0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 </a:t>
                </a:r>
                <a:endParaRPr lang="en-IN" b="1" dirty="0">
                  <a:solidFill>
                    <a:schemeClr val="accent6">
                      <a:lumMod val="50000"/>
                    </a:schemeClr>
                  </a:solidFill>
                </a:endParaRPr>
              </a:p>
              <a:p>
                <a:pPr lvl="1"/>
                <a14:m>
                  <m:oMath xmlns:m="http://schemas.openxmlformats.org/officeDocument/2006/math">
                    <m:r>
                      <a:rPr lang="en-US" b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𝟓</m:t>
                    </m:r>
                    <m:r>
                      <a:rPr lang="en-IN" b="1" i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IN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𝟓</m:t>
                    </m:r>
                  </m:oMath>
                </a14:m>
                <a:r>
                  <a:rPr lang="en-US" i="0" dirty="0">
                    <a:latin typeface="+mj-lt"/>
                  </a:rPr>
                  <a:t> and </a:t>
                </a:r>
                <a14:m>
                  <m:oMath xmlns:m="http://schemas.openxmlformats.org/officeDocument/2006/math">
                    <m:r>
                      <a:rPr lang="en-US" b="1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b="1" i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𝟓𝟎</m:t>
                    </m:r>
                    <m:r>
                      <a:rPr lang="en-IN" b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1" i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𝟎</m:t>
                    </m:r>
                    <m:r>
                      <a:rPr lang="en-IN" b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1" i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b="1" i="1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𝟓𝟎</m:t>
                    </m:r>
                  </m:oMath>
                </a14:m>
                <a:r>
                  <a:rPr lang="en-US" dirty="0"/>
                  <a:t> both have the same mean </a:t>
                </a:r>
                <a14:m>
                  <m:oMath xmlns:m="http://schemas.openxmlformats.org/officeDocument/2006/math">
                    <m:r>
                      <a:rPr lang="en-US" b="1" i="0" dirty="0" smtClean="0">
                        <a:latin typeface="Cambria Math" panose="02040503050406030204" pitchFamily="18" charset="0"/>
                      </a:rPr>
                      <m:t>𝟎</m:t>
                    </m:r>
                  </m:oMath>
                </a14:m>
                <a:r>
                  <a:rPr lang="en-US" dirty="0"/>
                  <a:t> but clearly the data given in the second case much more widely dispersed than those in the first case. </a:t>
                </a:r>
                <a:endParaRPr lang="en-IN" dirty="0"/>
              </a:p>
              <a:p>
                <a:pPr lvl="1"/>
                <a:r>
                  <a:rPr lang="en-US" dirty="0"/>
                  <a:t>So, measures of central tendency are not sufficient for having some idea about dispersion. </a:t>
                </a:r>
                <a:endParaRPr lang="en-IN" dirty="0"/>
              </a:p>
              <a:p>
                <a:pPr lvl="0"/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 b="-120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63976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Measure of Variability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pPr lvl="0"/>
                <a:r>
                  <a:rPr lang="en-US" dirty="0"/>
                  <a:t>Measures of dispersion gives the idea about the degree to which numerical data tend to spread about an average life.</a:t>
                </a:r>
                <a:endParaRPr lang="en-IN" dirty="0"/>
              </a:p>
              <a:p>
                <a:pPr lvl="0"/>
                <a:r>
                  <a:rPr lang="en-US" dirty="0"/>
                  <a:t>There are certain measures of variability, </a:t>
                </a:r>
                <a:endParaRPr lang="en-IN" dirty="0"/>
              </a:p>
              <a:p>
                <a:pPr lvl="1"/>
                <a:r>
                  <a:rPr lang="en-US" dirty="0"/>
                  <a:t>Range</a:t>
                </a:r>
                <a:endParaRPr lang="en-IN" dirty="0"/>
              </a:p>
              <a:p>
                <a:pPr lvl="1"/>
                <a:r>
                  <a:rPr lang="en-US" dirty="0"/>
                  <a:t>Standard Deviation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i="1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IN" b="1" i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𝛔</m:t>
                        </m:r>
                        <m:r>
                          <a:rPr lang="en-IN" i="1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d>
                  </m:oMath>
                </a14:m>
                <a:r>
                  <a:rPr lang="en-US" dirty="0"/>
                  <a:t> </a:t>
                </a:r>
                <a:endParaRPr lang="en-IN" dirty="0"/>
              </a:p>
              <a:p>
                <a:pPr lvl="1"/>
                <a:r>
                  <a:rPr lang="en-US" dirty="0"/>
                  <a:t>Mean Deviation</a:t>
                </a:r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759400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Range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Range is simply the </a:t>
                </a:r>
                <a:r>
                  <a:rPr lang="en-US" b="1" dirty="0">
                    <a:solidFill>
                      <a:srgbClr val="FF0000"/>
                    </a:solidFill>
                  </a:rPr>
                  <a:t>highest value minus the lowest value </a:t>
                </a:r>
                <a:r>
                  <a:rPr lang="en-US" dirty="0"/>
                  <a:t>of a set of data values.</a:t>
                </a:r>
                <a:endParaRPr lang="en-IN" dirty="0"/>
              </a:p>
              <a:p>
                <a:pPr lvl="0"/>
                <a:r>
                  <a:rPr lang="en-US" b="1" dirty="0">
                    <a:solidFill>
                      <a:schemeClr val="accent6">
                        <a:lumMod val="50000"/>
                      </a:schemeClr>
                    </a:solidFill>
                  </a:rPr>
                  <a:t>For example:</a:t>
                </a:r>
                <a:endParaRPr lang="en-IN" b="1" dirty="0">
                  <a:solidFill>
                    <a:schemeClr val="accent6">
                      <a:lumMod val="50000"/>
                    </a:schemeClr>
                  </a:solidFill>
                </a:endParaRPr>
              </a:p>
              <a:p>
                <a:pPr lvl="1"/>
                <a:r>
                  <a:rPr lang="en-US" dirty="0"/>
                  <a:t>Range of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−5, 0, 5</m:t>
                    </m:r>
                  </m:oMath>
                </a14:m>
                <a:r>
                  <a:rPr lang="en-US" dirty="0"/>
                  <a:t> is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endParaRPr lang="en-IN" dirty="0"/>
              </a:p>
              <a:p>
                <a:pPr marL="723900" lvl="1" indent="0">
                  <a:buNone/>
                </a:pPr>
                <a:r>
                  <a:rPr lang="en-US" dirty="0"/>
                  <a:t>Reason: </a:t>
                </a:r>
              </a:p>
              <a:p>
                <a:pPr marL="1885950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b="0" i="0" smtClean="0">
                          <a:latin typeface="+mj-lt"/>
                        </a:rPr>
                        <m:t>Range</m:t>
                      </m:r>
                      <m:r>
                        <a:rPr lang="en-US" b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b="0" i="0" smtClean="0">
                          <a:latin typeface="+mj-lt"/>
                        </a:rPr>
                        <m:t>Highest</m:t>
                      </m:r>
                      <m:r>
                        <m:rPr>
                          <m:nor/>
                        </m:rPr>
                        <a:rPr lang="en-US" b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b="0" i="0" smtClean="0">
                          <a:latin typeface="+mj-lt"/>
                        </a:rPr>
                        <m:t>value</m:t>
                      </m:r>
                      <m:r>
                        <a:rPr lang="en-IN" b="0" i="0" smtClean="0">
                          <a:latin typeface="Cambria Math" panose="02040503050406030204" pitchFamily="18" charset="0"/>
                        </a:rPr>
                        <m:t>−</m:t>
                      </m:r>
                      <m:r>
                        <m:rPr>
                          <m:nor/>
                        </m:rPr>
                        <a:rPr lang="en-IN" b="0" i="0" smtClean="0">
                          <a:latin typeface="+mj-lt"/>
                        </a:rPr>
                        <m:t>L</m:t>
                      </m:r>
                      <m:r>
                        <m:rPr>
                          <m:nor/>
                        </m:rPr>
                        <a:rPr lang="en-US" b="0" i="0" smtClean="0">
                          <a:latin typeface="+mj-lt"/>
                        </a:rPr>
                        <m:t>owest</m:t>
                      </m:r>
                      <m:r>
                        <m:rPr>
                          <m:nor/>
                        </m:rPr>
                        <a:rPr lang="en-US" b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b="0" i="0" smtClean="0">
                          <a:latin typeface="+mj-lt"/>
                        </a:rPr>
                        <m:t>value</m:t>
                      </m:r>
                    </m:oMath>
                  </m:oMathPara>
                </a14:m>
                <a:endParaRPr lang="en-IN" b="0" i="1" dirty="0">
                  <a:latin typeface="+mj-lt"/>
                </a:endParaRPr>
              </a:p>
              <a:p>
                <a:pPr marL="2876550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b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b="0" smtClean="0"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ctrlPr>
                            <a:rPr lang="en-IN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b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b="0" i="1">
                              <a:latin typeface="Cambria Math" panose="02040503050406030204" pitchFamily="18" charset="0"/>
                            </a:rPr>
                            <m:t>5</m:t>
                          </m:r>
                        </m:e>
                      </m:d>
                    </m:oMath>
                  </m:oMathPara>
                </a14:m>
                <a:endParaRPr lang="en-IN" i="1" dirty="0">
                  <a:latin typeface="Cambria Math" panose="02040503050406030204" pitchFamily="18" charset="0"/>
                </a:endParaRPr>
              </a:p>
              <a:p>
                <a:pPr marL="2876550" lvl="1" indent="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b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806017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Standard </a:t>
            </a:r>
            <a:r>
              <a:rPr lang="en-IN" dirty="0"/>
              <a:t>Deviation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pPr lvl="0"/>
                <a:r>
                  <a:rPr lang="en-GB" dirty="0"/>
                  <a:t>Standard deviation is a measure that is used to quantify the amount of variation or </a:t>
                </a:r>
                <a:r>
                  <a:rPr lang="en-GB" b="1" dirty="0">
                    <a:solidFill>
                      <a:srgbClr val="FF0000"/>
                    </a:solidFill>
                  </a:rPr>
                  <a:t>dispersion</a:t>
                </a:r>
                <a:r>
                  <a:rPr lang="en-GB" dirty="0"/>
                  <a:t> of a set of data values.</a:t>
                </a:r>
              </a:p>
              <a:p>
                <a:pPr lvl="0"/>
                <a:r>
                  <a:rPr lang="en-GB" dirty="0"/>
                  <a:t>It is denoted by “</a:t>
                </a:r>
                <a14:m>
                  <m:oMath xmlns:m="http://schemas.openxmlformats.org/officeDocument/2006/math">
                    <m:r>
                      <a:rPr lang="en-IN" b="0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𝛔</m:t>
                    </m:r>
                    <m:r>
                      <a:rPr lang="en-IN" i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</m:oMath>
                </a14:m>
                <a:r>
                  <a:rPr lang="en-GB" dirty="0"/>
                  <a:t>" and read as “sigma”.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500356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Standard </a:t>
            </a:r>
            <a:r>
              <a:rPr lang="en-IN" dirty="0"/>
              <a:t>Deviation</a:t>
            </a:r>
            <a:endParaRPr lang="en-US" dirty="0"/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B6E07B11-34EC-4D11-9C19-170257D275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6794908"/>
              </p:ext>
            </p:extLst>
          </p:nvPr>
        </p:nvGraphicFramePr>
        <p:xfrm>
          <a:off x="133688" y="796744"/>
          <a:ext cx="11924624" cy="4869554"/>
        </p:xfrm>
        <a:graphic>
          <a:graphicData uri="http://schemas.openxmlformats.org/drawingml/2006/table">
            <a:tbl>
              <a:tblPr firstRow="1" firstCol="1" bandRow="1">
                <a:tableStyleId>{93296810-A885-4BE3-A3E7-6D5BEEA58F35}</a:tableStyleId>
              </a:tblPr>
              <a:tblGrid>
                <a:gridCol w="2116029">
                  <a:extLst>
                    <a:ext uri="{9D8B030D-6E8A-4147-A177-3AD203B41FA5}">
                      <a16:colId xmlns:a16="http://schemas.microsoft.com/office/drawing/2014/main" val="562987677"/>
                    </a:ext>
                  </a:extLst>
                </a:gridCol>
                <a:gridCol w="3103333">
                  <a:extLst>
                    <a:ext uri="{9D8B030D-6E8A-4147-A177-3AD203B41FA5}">
                      <a16:colId xmlns:a16="http://schemas.microsoft.com/office/drawing/2014/main" val="2282301273"/>
                    </a:ext>
                  </a:extLst>
                </a:gridCol>
                <a:gridCol w="2209800">
                  <a:extLst>
                    <a:ext uri="{9D8B030D-6E8A-4147-A177-3AD203B41FA5}">
                      <a16:colId xmlns:a16="http://schemas.microsoft.com/office/drawing/2014/main" val="1132972837"/>
                    </a:ext>
                  </a:extLst>
                </a:gridCol>
                <a:gridCol w="4495462">
                  <a:extLst>
                    <a:ext uri="{9D8B030D-6E8A-4147-A177-3AD203B41FA5}">
                      <a16:colId xmlns:a16="http://schemas.microsoft.com/office/drawing/2014/main" val="3426984011"/>
                    </a:ext>
                  </a:extLst>
                </a:gridCol>
              </a:tblGrid>
              <a:tr h="1077776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Method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Ungrouped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Discrete 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Continuous 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9706875"/>
                  </a:ext>
                </a:extLst>
              </a:tr>
              <a:tr h="1895889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IN" sz="2600" b="1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a:t>Direct Method</a:t>
                      </a: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9122923"/>
                  </a:ext>
                </a:extLst>
              </a:tr>
              <a:tr h="1895889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IN" sz="2600" b="1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a:t>Assumed Mean Method</a:t>
                      </a: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4505953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AA0D469-5FDA-4699-8C35-09A4DE87010A}"/>
                  </a:ext>
                </a:extLst>
              </p:cNvPr>
              <p:cNvSpPr txBox="1"/>
              <p:nvPr/>
            </p:nvSpPr>
            <p:spPr>
              <a:xfrm>
                <a:off x="2245005" y="2117545"/>
                <a:ext cx="313318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ad>
                        <m:radPr>
                          <m:deg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AA0D469-5FDA-4699-8C35-09A4DE8701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5005" y="2117545"/>
                <a:ext cx="3133184" cy="13653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2F9EF8C-2686-4AED-94DE-F165BEBAB6BC}"/>
                  </a:ext>
                </a:extLst>
              </p:cNvPr>
              <p:cNvSpPr txBox="1"/>
              <p:nvPr/>
            </p:nvSpPr>
            <p:spPr>
              <a:xfrm>
                <a:off x="6610748" y="2117545"/>
                <a:ext cx="415153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ad>
                        <m:radPr>
                          <m:deg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32F9EF8C-2686-4AED-94DE-F165BEBAB6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10748" y="2117545"/>
                <a:ext cx="4151534" cy="136537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259BA6F0-A81A-4E9E-9374-6C63F36B98C8}"/>
                  </a:ext>
                </a:extLst>
              </p:cNvPr>
              <p:cNvSpPr txBox="1"/>
              <p:nvPr/>
            </p:nvSpPr>
            <p:spPr>
              <a:xfrm>
                <a:off x="2165335" y="3999113"/>
                <a:ext cx="329252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ad>
                        <m:radPr>
                          <m:deg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d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IN" sz="2800" b="0" i="0" smtClean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d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259BA6F0-A81A-4E9E-9374-6C63F36B98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5335" y="3999113"/>
                <a:ext cx="3292524" cy="136537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9502DB5-92C8-47F3-BB93-A0ABDC09066B}"/>
                  </a:ext>
                </a:extLst>
              </p:cNvPr>
              <p:cNvSpPr txBox="1"/>
              <p:nvPr/>
            </p:nvSpPr>
            <p:spPr>
              <a:xfrm>
                <a:off x="6610748" y="3999113"/>
                <a:ext cx="415153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ad>
                        <m:radPr>
                          <m:deg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d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IN" sz="2800" b="0" i="0" smtClean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d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39502DB5-92C8-47F3-BB93-A0ABDC0906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10748" y="3999113"/>
                <a:ext cx="4151534" cy="136537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147592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Standard </a:t>
            </a:r>
            <a:r>
              <a:rPr lang="en-IN" dirty="0"/>
              <a:t>Deviation</a:t>
            </a:r>
            <a:endParaRPr lang="en-US" dirty="0"/>
          </a:p>
        </p:txBody>
      </p:sp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D555CD5D-40D1-4F2D-A7E6-D17F54E402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8359410"/>
              </p:ext>
            </p:extLst>
          </p:nvPr>
        </p:nvGraphicFramePr>
        <p:xfrm>
          <a:off x="133688" y="796744"/>
          <a:ext cx="11924624" cy="2973665"/>
        </p:xfrm>
        <a:graphic>
          <a:graphicData uri="http://schemas.openxmlformats.org/drawingml/2006/table">
            <a:tbl>
              <a:tblPr firstRow="1" firstCol="1" bandRow="1">
                <a:tableStyleId>{93296810-A885-4BE3-A3E7-6D5BEEA58F35}</a:tableStyleId>
              </a:tblPr>
              <a:tblGrid>
                <a:gridCol w="2116029">
                  <a:extLst>
                    <a:ext uri="{9D8B030D-6E8A-4147-A177-3AD203B41FA5}">
                      <a16:colId xmlns:a16="http://schemas.microsoft.com/office/drawing/2014/main" val="562987677"/>
                    </a:ext>
                  </a:extLst>
                </a:gridCol>
                <a:gridCol w="3103333">
                  <a:extLst>
                    <a:ext uri="{9D8B030D-6E8A-4147-A177-3AD203B41FA5}">
                      <a16:colId xmlns:a16="http://schemas.microsoft.com/office/drawing/2014/main" val="2282301273"/>
                    </a:ext>
                  </a:extLst>
                </a:gridCol>
                <a:gridCol w="2209800">
                  <a:extLst>
                    <a:ext uri="{9D8B030D-6E8A-4147-A177-3AD203B41FA5}">
                      <a16:colId xmlns:a16="http://schemas.microsoft.com/office/drawing/2014/main" val="1132972837"/>
                    </a:ext>
                  </a:extLst>
                </a:gridCol>
                <a:gridCol w="4495462">
                  <a:extLst>
                    <a:ext uri="{9D8B030D-6E8A-4147-A177-3AD203B41FA5}">
                      <a16:colId xmlns:a16="http://schemas.microsoft.com/office/drawing/2014/main" val="3426984011"/>
                    </a:ext>
                  </a:extLst>
                </a:gridCol>
              </a:tblGrid>
              <a:tr h="1077776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Method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Ungrouped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Discrete 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Continuous 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9706875"/>
                  </a:ext>
                </a:extLst>
              </a:tr>
              <a:tr h="1895889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IN" sz="2600" b="1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a:t>Step Deviation Method</a:t>
                      </a: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912292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872F175C-8BE8-4A74-BEAE-1A89FF3182AA}"/>
              </a:ext>
            </a:extLst>
          </p:cNvPr>
          <p:cNvSpPr txBox="1"/>
          <p:nvPr/>
        </p:nvSpPr>
        <p:spPr>
          <a:xfrm>
            <a:off x="2936828" y="2539812"/>
            <a:ext cx="195208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tabLst>
                <a:tab pos="447675" algn="l"/>
              </a:tabLst>
            </a:pPr>
            <a:r>
              <a:rPr lang="en-US" sz="2800" i="0" dirty="0">
                <a:solidFill>
                  <a:srgbClr val="002060"/>
                </a:solidFill>
                <a:latin typeface="+mj-lt"/>
              </a:rPr>
              <a:t>-----</a:t>
            </a:r>
            <a:endParaRPr lang="en-IN" sz="2800" dirty="0">
              <a:solidFill>
                <a:srgbClr val="002060"/>
              </a:solidFill>
              <a:latin typeface="Cambria" panose="02040503050406030204" pitchFamily="18" charset="0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3EA9084-594A-4B9B-9C92-902A35A1DE67}"/>
              </a:ext>
            </a:extLst>
          </p:cNvPr>
          <p:cNvSpPr txBox="1"/>
          <p:nvPr/>
        </p:nvSpPr>
        <p:spPr>
          <a:xfrm>
            <a:off x="5537095" y="2539812"/>
            <a:ext cx="195208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tabLst>
                <a:tab pos="447675" algn="l"/>
              </a:tabLst>
            </a:pPr>
            <a:r>
              <a:rPr lang="en-US" sz="2800" i="0" dirty="0">
                <a:solidFill>
                  <a:srgbClr val="002060"/>
                </a:solidFill>
                <a:latin typeface="+mj-lt"/>
              </a:rPr>
              <a:t>-----</a:t>
            </a:r>
            <a:endParaRPr lang="en-IN" sz="2800" dirty="0">
              <a:solidFill>
                <a:srgbClr val="002060"/>
              </a:solidFill>
              <a:latin typeface="Cambria" panose="02040503050406030204" pitchFamily="18" charset="0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C37C1719-A4E6-431B-9684-557B4FA1A11B}"/>
                  </a:ext>
                </a:extLst>
              </p:cNvPr>
              <p:cNvSpPr txBox="1"/>
              <p:nvPr/>
            </p:nvSpPr>
            <p:spPr>
              <a:xfrm>
                <a:off x="7565043" y="2120776"/>
                <a:ext cx="4569132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tabLst>
                    <a:tab pos="447675" algn="l"/>
                  </a:tabLs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ad>
                        <m:radPr>
                          <m:degHide m:val="on"/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f>
                            <m:fPr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u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subHide m:val="on"/>
                                          <m:supHide m:val="on"/>
                                          <m:ctrlPr>
                                            <a:rPr lang="en-US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r>
                                            <a:rPr lang="en-US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 </m:t>
                                          </m:r>
                                          <m:sSub>
                                            <m:sSubPr>
                                              <m:ctrl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u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subHide m:val="on"/>
                                          <m:supHide m:val="on"/>
                                          <m:ctrlPr>
                                            <a:rPr lang="en-US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rad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Cambria" panose="02040503050406030204" pitchFamily="18" charset="0"/>
                  <a:ea typeface="Calibri" panose="020F0502020204030204" pitchFamily="34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C37C1719-A4E6-431B-9684-557B4FA1A1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5043" y="2120776"/>
                <a:ext cx="4569132" cy="13653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98476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Variance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GB" dirty="0"/>
                  <a:t>Variance is </a:t>
                </a:r>
                <a:r>
                  <a:rPr lang="en-GB" b="1" dirty="0">
                    <a:solidFill>
                      <a:srgbClr val="FF0000"/>
                    </a:solidFill>
                  </a:rPr>
                  <a:t>expectation</a:t>
                </a:r>
                <a:r>
                  <a:rPr lang="en-GB" dirty="0"/>
                  <a:t> of the squared deviation. </a:t>
                </a:r>
              </a:p>
              <a:p>
                <a:r>
                  <a:rPr lang="en-GB" dirty="0"/>
                  <a:t>It informally measures how far a set of (random) numbers are spread out from their mean.</a:t>
                </a:r>
              </a:p>
              <a:p>
                <a:r>
                  <a:rPr lang="en-GB" dirty="0"/>
                  <a:t>It is denoted by capital letter “</a:t>
                </a:r>
                <a14:m>
                  <m:oMath xmlns:m="http://schemas.openxmlformats.org/officeDocument/2006/math">
                    <m:r>
                      <a:rPr lang="en-IN" b="0" i="1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𝐕</m:t>
                    </m:r>
                    <m:r>
                      <a:rPr lang="en-IN" i="1" dirty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 </m:t>
                    </m:r>
                  </m:oMath>
                </a14:m>
                <a:r>
                  <a:rPr lang="en-GB" dirty="0"/>
                  <a:t>” and defined as </a:t>
                </a:r>
                <a14:m>
                  <m:oMath xmlns:m="http://schemas.openxmlformats.org/officeDocument/2006/math"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𝐕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GB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𝛔</m:t>
                        </m:r>
                      </m:e>
                      <m:sup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</m:oMath>
                </a14:m>
                <a:r>
                  <a:rPr lang="en-GB" dirty="0"/>
                  <a:t>.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437645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 fontScale="90000"/>
          </a:bodyPr>
          <a:lstStyle/>
          <a:p>
            <a:br>
              <a:rPr lang="en-US" dirty="0"/>
            </a:br>
            <a:r>
              <a:rPr lang="en-US" dirty="0"/>
              <a:t>Coefficient of Variation</a:t>
            </a:r>
            <a:br>
              <a:rPr lang="en-IN" dirty="0"/>
            </a:b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The Coefficient of Variation is the ratio of the standard deviation to the mean and shows the extent of variability in relation to the mean of the population.</a:t>
                </a:r>
                <a:endParaRPr lang="en-IN" dirty="0"/>
              </a:p>
              <a:p>
                <a:pPr lvl="0"/>
                <a:r>
                  <a:rPr lang="en-US" dirty="0"/>
                  <a:t>Coefficient of Variance is defined as</a:t>
                </a:r>
                <a14:m>
                  <m:oMath xmlns:m="http://schemas.openxmlformats.org/officeDocument/2006/math">
                    <m:r>
                      <a:rPr lang="en-US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endParaRPr lang="en-US" dirty="0"/>
              </a:p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𝐂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𝐕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𝛔</m:t>
                          </m:r>
                          <m:r>
                            <a:rPr lang="en-US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acc>
                            <m:accPr>
                              <m:chr m:val="̅"/>
                              <m:ctrlPr>
                                <a:rPr lang="en-IN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</m:acc>
                        </m:den>
                      </m:f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×</m:t>
                      </m:r>
                      <m:r>
                        <a:rPr lang="en-US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𝟏𝟎𝟎</m:t>
                      </m:r>
                    </m:oMath>
                  </m:oMathPara>
                </a14:m>
                <a:endParaRPr lang="en-US" dirty="0">
                  <a:solidFill>
                    <a:srgbClr val="FF0000"/>
                  </a:solidFill>
                </a:endParaRPr>
              </a:p>
              <a:p>
                <a:pPr lvl="0"/>
                <a:r>
                  <a:rPr lang="en-US" dirty="0"/>
                  <a:t>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.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V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r>
                  <a:rPr lang="en-US" dirty="0"/>
                  <a:t> is high, then it is less consistent. Similarly, if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.</m:t>
                    </m:r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V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r>
                  <a:rPr lang="en-US" dirty="0"/>
                  <a:t> is less, then it is more consistent.</a:t>
                </a:r>
                <a:endParaRPr lang="en-IN" dirty="0"/>
              </a:p>
              <a:p>
                <a:pPr lvl="0"/>
                <a:r>
                  <a:rPr lang="en-US" dirty="0"/>
                  <a:t>The higher the Coefficient of Variation, the greater the dispersion. </a:t>
                </a:r>
                <a:endParaRPr lang="en-IN" dirty="0"/>
              </a:p>
              <a:p>
                <a:pPr lvl="0"/>
                <a:endParaRPr lang="en-IN" dirty="0"/>
              </a:p>
              <a:p>
                <a:endParaRPr lang="en-IN" dirty="0"/>
              </a:p>
              <a:p>
                <a:endParaRPr lang="en-IN" dirty="0"/>
              </a:p>
              <a:p>
                <a:pPr lvl="1"/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2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1881281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US" dirty="0"/>
              <a:t>Mean Deviation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pPr lvl="0"/>
            <a:r>
              <a:rPr lang="en-US" dirty="0"/>
              <a:t>The mean deviation is defined as a statistical measure that is used to calculate the </a:t>
            </a:r>
            <a:r>
              <a:rPr lang="en-US" b="1" dirty="0">
                <a:solidFill>
                  <a:srgbClr val="FF0000"/>
                </a:solidFill>
              </a:rPr>
              <a:t>average deviation </a:t>
            </a:r>
            <a:r>
              <a:rPr lang="en-US" dirty="0"/>
              <a:t>from the mean value of the given data set. </a:t>
            </a:r>
            <a:endParaRPr lang="en-IN" dirty="0"/>
          </a:p>
          <a:p>
            <a:r>
              <a:rPr lang="en-US" dirty="0"/>
              <a:t>In a simple word, the mean deviation is used to calculate how far the values fall from the middle of the data set.</a:t>
            </a:r>
          </a:p>
        </p:txBody>
      </p:sp>
    </p:spTree>
    <p:extLst>
      <p:ext uri="{BB962C8B-B14F-4D97-AF65-F5344CB8AC3E}">
        <p14:creationId xmlns:p14="http://schemas.microsoft.com/office/powerpoint/2010/main" val="40712643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>
          <a:extLst>
            <a:ext uri="{FF2B5EF4-FFF2-40B4-BE49-F238E27FC236}">
              <a16:creationId xmlns:a16="http://schemas.microsoft.com/office/drawing/2014/main" id="{5E2098AA-8FEB-C9D7-F7FB-86E0B35CC3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831772B0-9C0B-4102-94C6-BA7A2056B5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021645"/>
              </p:ext>
            </p:extLst>
          </p:nvPr>
        </p:nvGraphicFramePr>
        <p:xfrm>
          <a:off x="210310" y="849627"/>
          <a:ext cx="8991747" cy="5376037"/>
        </p:xfrm>
        <a:graphic>
          <a:graphicData uri="http://schemas.openxmlformats.org/drawingml/2006/table">
            <a:tbl>
              <a:tblPr firstRow="1" firstCol="1" bandRow="1">
                <a:tableStyleId>{93296810-A885-4BE3-A3E7-6D5BEEA58F35}</a:tableStyleId>
              </a:tblPr>
              <a:tblGrid>
                <a:gridCol w="2116029">
                  <a:extLst>
                    <a:ext uri="{9D8B030D-6E8A-4147-A177-3AD203B41FA5}">
                      <a16:colId xmlns:a16="http://schemas.microsoft.com/office/drawing/2014/main" val="562987677"/>
                    </a:ext>
                  </a:extLst>
                </a:gridCol>
                <a:gridCol w="3437859">
                  <a:extLst>
                    <a:ext uri="{9D8B030D-6E8A-4147-A177-3AD203B41FA5}">
                      <a16:colId xmlns:a16="http://schemas.microsoft.com/office/drawing/2014/main" val="2282301273"/>
                    </a:ext>
                  </a:extLst>
                </a:gridCol>
                <a:gridCol w="3437859">
                  <a:extLst>
                    <a:ext uri="{9D8B030D-6E8A-4147-A177-3AD203B41FA5}">
                      <a16:colId xmlns:a16="http://schemas.microsoft.com/office/drawing/2014/main" val="3426984011"/>
                    </a:ext>
                  </a:extLst>
                </a:gridCol>
              </a:tblGrid>
              <a:tr h="856435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Method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Ungrouped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US" sz="2600" b="1" dirty="0">
                          <a:solidFill>
                            <a:schemeClr val="bg1"/>
                          </a:solidFill>
                          <a:effectLst/>
                        </a:rPr>
                        <a:t>Grouped Data</a:t>
                      </a: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9706875"/>
                  </a:ext>
                </a:extLst>
              </a:tr>
              <a:tr h="1506534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IN" sz="2600" b="1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a:t>M.D. about Mean</a:t>
                      </a: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9122923"/>
                  </a:ext>
                </a:extLst>
              </a:tr>
              <a:tr h="1506534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IN" sz="2600" b="1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a:t>M.D. about Median</a:t>
                      </a: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4505953"/>
                  </a:ext>
                </a:extLst>
              </a:tr>
              <a:tr h="1506534"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r>
                        <a:rPr lang="en-IN" sz="2600" b="1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a:t>M.D. about Mode</a:t>
                      </a: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1200"/>
                        </a:spcBef>
                        <a:tabLst>
                          <a:tab pos="447675" algn="l"/>
                        </a:tabLst>
                      </a:pPr>
                      <a:endParaRPr lang="en-IN" sz="26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Shruti" panose="020B0502040204020203" pitchFamily="34" charset="0"/>
                      </a:endParaRPr>
                    </a:p>
                  </a:txBody>
                  <a:tcPr marL="73025" marR="73025" marT="0" marB="0" anchor="ctr">
                    <a:lnL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96656489"/>
                  </a:ext>
                </a:extLst>
              </a:tr>
            </a:tbl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88A7E820-010B-992C-FEE6-52172DDE98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Mean Deviation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678886B-EAC0-457E-8295-0800EDFB45F2}"/>
                  </a:ext>
                </a:extLst>
              </p:cNvPr>
              <p:cNvSpPr txBox="1"/>
              <p:nvPr/>
            </p:nvSpPr>
            <p:spPr>
              <a:xfrm>
                <a:off x="2671956" y="2019682"/>
                <a:ext cx="276757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acc>
                                    <m:accPr>
                                      <m:chr m:val="̅"/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 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 </m:t>
                                      </m:r>
                                    </m:e>
                                  </m:acc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678886B-EAC0-457E-8295-0800EDFB45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71956" y="2019682"/>
                <a:ext cx="2767578" cy="92256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7D81137-4116-4813-86A9-4005EFDEF96F}"/>
                  </a:ext>
                </a:extLst>
              </p:cNvPr>
              <p:cNvSpPr txBox="1"/>
              <p:nvPr/>
            </p:nvSpPr>
            <p:spPr>
              <a:xfrm>
                <a:off x="2671956" y="3499545"/>
                <a:ext cx="2767578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M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7D81137-4116-4813-86A9-4005EFDEF9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71956" y="3499545"/>
                <a:ext cx="2767578" cy="95346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D5DCDA8-1DCD-40C7-868D-4F46B80F6B0D}"/>
                  </a:ext>
                </a:extLst>
              </p:cNvPr>
              <p:cNvSpPr txBox="1"/>
              <p:nvPr/>
            </p:nvSpPr>
            <p:spPr>
              <a:xfrm>
                <a:off x="2671956" y="5067422"/>
                <a:ext cx="276757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Z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D5DCDA8-1DCD-40C7-868D-4F46B80F6B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71956" y="5067422"/>
                <a:ext cx="2767578" cy="9225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9C23DE0-BBF7-40D4-B557-DC8902784A0D}"/>
                  </a:ext>
                </a:extLst>
              </p:cNvPr>
              <p:cNvSpPr txBox="1"/>
              <p:nvPr/>
            </p:nvSpPr>
            <p:spPr>
              <a:xfrm>
                <a:off x="6096000" y="1982973"/>
                <a:ext cx="276757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acc>
                                    <m:accPr>
                                      <m:chr m:val="̅"/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 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 </m:t>
                                      </m:r>
                                    </m:e>
                                  </m:acc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9C23DE0-BBF7-40D4-B557-DC8902784A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1982973"/>
                <a:ext cx="2767578" cy="99597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F191B4D-3440-4593-992C-6F38FDBBE3D5}"/>
                  </a:ext>
                </a:extLst>
              </p:cNvPr>
              <p:cNvSpPr txBox="1"/>
              <p:nvPr/>
            </p:nvSpPr>
            <p:spPr>
              <a:xfrm>
                <a:off x="6096000" y="3478289"/>
                <a:ext cx="276757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M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F191B4D-3440-4593-992C-6F38FDBBE3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3478289"/>
                <a:ext cx="2767578" cy="99597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846AD81F-1209-4468-9784-2A0633F8F0CD}"/>
                  </a:ext>
                </a:extLst>
              </p:cNvPr>
              <p:cNvSpPr txBox="1"/>
              <p:nvPr/>
            </p:nvSpPr>
            <p:spPr>
              <a:xfrm>
                <a:off x="6096000" y="5030713"/>
                <a:ext cx="276757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Z</m:t>
                                  </m: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846AD81F-1209-4468-9784-2A0633F8F0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5030713"/>
                <a:ext cx="2767578" cy="99597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240214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9" grpId="0"/>
      <p:bldP spid="13" grpId="0"/>
      <p:bldP spid="16" grpId="0"/>
      <p:bldP spid="17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/>
          <p:cNvSpPr txBox="1">
            <a:spLocks/>
          </p:cNvSpPr>
          <p:nvPr/>
        </p:nvSpPr>
        <p:spPr>
          <a:xfrm>
            <a:off x="131176" y="837695"/>
            <a:ext cx="11929645" cy="1253519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5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lnSpc>
                <a:spcPct val="125000"/>
              </a:lnSpc>
              <a:spcBef>
                <a:spcPts val="600"/>
              </a:spcBef>
            </a:pPr>
            <a:r>
              <a:rPr lang="en-US" dirty="0"/>
              <a:t>Find the standard deviation for the following data:</a:t>
            </a:r>
          </a:p>
          <a:p>
            <a:pPr>
              <a:lnSpc>
                <a:spcPct val="125000"/>
              </a:lnSpc>
              <a:spcBef>
                <a:spcPts val="600"/>
              </a:spcBef>
            </a:pPr>
            <a:r>
              <a:rPr lang="en-US" dirty="0"/>
              <a:t>      ,      ,         ,         ,         ,        ,        ,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131176" y="221770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A0FE06B5-A09B-489F-A8EA-A3561D0ACBDB}"/>
                  </a:ext>
                </a:extLst>
              </p:cNvPr>
              <p:cNvSpPr/>
              <p:nvPr/>
            </p:nvSpPr>
            <p:spPr>
              <a:xfrm>
                <a:off x="131176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A0FE06B5-A09B-489F-A8EA-A3561D0ACB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1502554"/>
                <a:ext cx="792000" cy="52200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9107381-5ED2-41DB-91D7-1B38978332F8}"/>
                  </a:ext>
                </a:extLst>
              </p:cNvPr>
              <p:cNvSpPr/>
              <p:nvPr/>
            </p:nvSpPr>
            <p:spPr>
              <a:xfrm>
                <a:off x="751680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9107381-5ED2-41DB-91D7-1B38978332F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1680" y="1502554"/>
                <a:ext cx="792000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D94BA9CB-1D31-407D-A1AA-9093FC355CF9}"/>
                  </a:ext>
                </a:extLst>
              </p:cNvPr>
              <p:cNvSpPr/>
              <p:nvPr/>
            </p:nvSpPr>
            <p:spPr>
              <a:xfrm>
                <a:off x="1372184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D94BA9CB-1D31-407D-A1AA-9093FC355CF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2184" y="1502554"/>
                <a:ext cx="792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AEDC4318-D7FA-4120-B625-C825CDEA9D07}"/>
                  </a:ext>
                </a:extLst>
              </p:cNvPr>
              <p:cNvSpPr/>
              <p:nvPr/>
            </p:nvSpPr>
            <p:spPr>
              <a:xfrm>
                <a:off x="2164184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AEDC4318-D7FA-4120-B625-C825CDEA9D0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4184" y="1502554"/>
                <a:ext cx="79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2A1CC39-23AD-455C-BDF2-EBCF1775616C}"/>
                  </a:ext>
                </a:extLst>
              </p:cNvPr>
              <p:cNvSpPr/>
              <p:nvPr/>
            </p:nvSpPr>
            <p:spPr>
              <a:xfrm>
                <a:off x="2933130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2A1CC39-23AD-455C-BDF2-EBCF177561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3130" y="1502554"/>
                <a:ext cx="79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E49008FF-15D1-495C-BC36-ACA6643A8900}"/>
                  </a:ext>
                </a:extLst>
              </p:cNvPr>
              <p:cNvSpPr/>
              <p:nvPr/>
            </p:nvSpPr>
            <p:spPr>
              <a:xfrm>
                <a:off x="3671744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E49008FF-15D1-495C-BC36-ACA6643A890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1744" y="1502554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8F587D1A-023C-4511-8675-E0466414892C}"/>
                  </a:ext>
                </a:extLst>
              </p:cNvPr>
              <p:cNvSpPr/>
              <p:nvPr/>
            </p:nvSpPr>
            <p:spPr>
              <a:xfrm>
                <a:off x="4387304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8F587D1A-023C-4511-8675-E0466414892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87304" y="1502554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!!12">
                <a:extLst>
                  <a:ext uri="{FF2B5EF4-FFF2-40B4-BE49-F238E27FC236}">
                    <a16:creationId xmlns:a16="http://schemas.microsoft.com/office/drawing/2014/main" id="{4538A74E-C23F-4EAF-B1F5-9AB6D03360F8}"/>
                  </a:ext>
                </a:extLst>
              </p:cNvPr>
              <p:cNvSpPr/>
              <p:nvPr/>
            </p:nvSpPr>
            <p:spPr>
              <a:xfrm>
                <a:off x="5049478" y="15025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!!12">
                <a:extLst>
                  <a:ext uri="{FF2B5EF4-FFF2-40B4-BE49-F238E27FC236}">
                    <a16:creationId xmlns:a16="http://schemas.microsoft.com/office/drawing/2014/main" id="{4538A74E-C23F-4EAF-B1F5-9AB6D03360F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49478" y="1502554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F76AAC1E-06A3-430A-9B3F-A16B6D888279}"/>
              </a:ext>
            </a:extLst>
          </p:cNvPr>
          <p:cNvSpPr txBox="1"/>
          <p:nvPr/>
        </p:nvSpPr>
        <p:spPr>
          <a:xfrm>
            <a:off x="1594216" y="2217708"/>
            <a:ext cx="480131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Total number of observations are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D634ED4-2208-4C9E-9A76-6E6FE664A205}"/>
                  </a:ext>
                </a:extLst>
              </p:cNvPr>
              <p:cNvSpPr txBox="1"/>
              <p:nvPr/>
            </p:nvSpPr>
            <p:spPr>
              <a:xfrm>
                <a:off x="1594216" y="3517136"/>
                <a:ext cx="453180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D634ED4-2208-4C9E-9A76-6E6FE664A2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517136"/>
                <a:ext cx="4531807" cy="136537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E28EBD33-551B-49FD-B652-A0136865CEB4}"/>
              </a:ext>
            </a:extLst>
          </p:cNvPr>
          <p:cNvSpPr txBox="1"/>
          <p:nvPr/>
        </p:nvSpPr>
        <p:spPr>
          <a:xfrm>
            <a:off x="1594216" y="2867422"/>
            <a:ext cx="806502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We will calculate standard deviation using direct method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B22B56C-5D19-4DF2-8637-4D229225C2BD}"/>
                  </a:ext>
                </a:extLst>
              </p:cNvPr>
              <p:cNvSpPr txBox="1"/>
              <p:nvPr/>
            </p:nvSpPr>
            <p:spPr>
              <a:xfrm>
                <a:off x="6195505" y="2217708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B22B56C-5D19-4DF2-8637-4D229225C2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95505" y="2217708"/>
                <a:ext cx="146304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22204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  <p:bldP spid="15" grpId="0"/>
      <p:bldP spid="17" grpId="0"/>
      <p:bldP spid="18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ECB29-8A29-4A14-5825-FEE04AEA19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4" name="Table 33">
                <a:extLst>
                  <a:ext uri="{FF2B5EF4-FFF2-40B4-BE49-F238E27FC236}">
                    <a16:creationId xmlns:a16="http://schemas.microsoft.com/office/drawing/2014/main" id="{5F03D225-D6A9-B2EA-70D5-1B0D813B4CB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127511110"/>
                  </p:ext>
                </p:extLst>
              </p:nvPr>
            </p:nvGraphicFramePr>
            <p:xfrm>
              <a:off x="280110" y="867807"/>
              <a:ext cx="4186678" cy="559908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7652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2110153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Sup>
                                  <m:sSubSup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86576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4" name="Table 33">
                <a:extLst>
                  <a:ext uri="{FF2B5EF4-FFF2-40B4-BE49-F238E27FC236}">
                    <a16:creationId xmlns:a16="http://schemas.microsoft.com/office/drawing/2014/main" id="{5F03D225-D6A9-B2EA-70D5-1B0D813B4CB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127511110"/>
                  </p:ext>
                </p:extLst>
              </p:nvPr>
            </p:nvGraphicFramePr>
            <p:xfrm>
              <a:off x="280110" y="867807"/>
              <a:ext cx="4186678" cy="559908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7652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2110153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93" t="-2247" r="-102639" b="-93595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98559" t="-2247" r="-865" b="-93595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865761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EEC79004-046D-3D2A-22B5-7C05D762A9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1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066F4DE4-60DC-0EA4-FFF5-3139DF80065E}"/>
                  </a:ext>
                </a:extLst>
              </p:cNvPr>
              <p:cNvSpPr/>
              <p:nvPr/>
            </p:nvSpPr>
            <p:spPr>
              <a:xfrm>
                <a:off x="2955024" y="140986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066F4DE4-60DC-0EA4-FFF5-3139DF8006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1409869"/>
                <a:ext cx="792000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3FB29F9E-CA9F-6628-EDDE-67B4ABD5EBD0}"/>
                  </a:ext>
                </a:extLst>
              </p:cNvPr>
              <p:cNvSpPr/>
              <p:nvPr/>
            </p:nvSpPr>
            <p:spPr>
              <a:xfrm>
                <a:off x="2955024" y="19350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3FB29F9E-CA9F-6628-EDDE-67B4ABD5EB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1935029"/>
                <a:ext cx="792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E2479C31-E3E2-EF9F-ECFB-96743462C4B3}"/>
                  </a:ext>
                </a:extLst>
              </p:cNvPr>
              <p:cNvSpPr/>
              <p:nvPr/>
            </p:nvSpPr>
            <p:spPr>
              <a:xfrm>
                <a:off x="2955024" y="246018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E2479C31-E3E2-EF9F-ECFB-96743462C4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2460189"/>
                <a:ext cx="79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8F739708-8660-C136-FED6-90694479C764}"/>
                  </a:ext>
                </a:extLst>
              </p:cNvPr>
              <p:cNvSpPr/>
              <p:nvPr/>
            </p:nvSpPr>
            <p:spPr>
              <a:xfrm>
                <a:off x="2955024" y="298534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8F739708-8660-C136-FED6-90694479C7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2985349"/>
                <a:ext cx="79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16618372-93B8-D18A-8E9A-B7D7E09DA055}"/>
                  </a:ext>
                </a:extLst>
              </p:cNvPr>
              <p:cNvSpPr/>
              <p:nvPr/>
            </p:nvSpPr>
            <p:spPr>
              <a:xfrm>
                <a:off x="2955024" y="351050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16618372-93B8-D18A-8E9A-B7D7E09DA05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3510509"/>
                <a:ext cx="792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3DB4E192-251E-8DF2-DD46-CE5D13255A0A}"/>
                  </a:ext>
                </a:extLst>
              </p:cNvPr>
              <p:cNvSpPr/>
              <p:nvPr/>
            </p:nvSpPr>
            <p:spPr>
              <a:xfrm>
                <a:off x="2955024" y="403566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3DB4E192-251E-8DF2-DD46-CE5D13255A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4035669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C586A2F-F08C-A2C1-F890-9A9C052486CA}"/>
                  </a:ext>
                </a:extLst>
              </p:cNvPr>
              <p:cNvSpPr/>
              <p:nvPr/>
            </p:nvSpPr>
            <p:spPr>
              <a:xfrm>
                <a:off x="2955024" y="4560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C586A2F-F08C-A2C1-F890-9A9C052486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4560829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82B4A36-17A5-C394-305F-FC56D115BDAD}"/>
                  </a:ext>
                </a:extLst>
              </p:cNvPr>
              <p:cNvSpPr/>
              <p:nvPr/>
            </p:nvSpPr>
            <p:spPr>
              <a:xfrm>
                <a:off x="2955024" y="508598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82B4A36-17A5-C394-305F-FC56D115BDA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5024" y="5085989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418E904A-3237-9678-B611-0891E2D64DB3}"/>
                  </a:ext>
                </a:extLst>
              </p:cNvPr>
              <p:cNvSpPr/>
              <p:nvPr/>
            </p:nvSpPr>
            <p:spPr>
              <a:xfrm>
                <a:off x="945260" y="140596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418E904A-3237-9678-B611-0891E2D64D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1405966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09B2232E-5984-0B5A-159E-381478E970BB}"/>
                  </a:ext>
                </a:extLst>
              </p:cNvPr>
              <p:cNvSpPr/>
              <p:nvPr/>
            </p:nvSpPr>
            <p:spPr>
              <a:xfrm>
                <a:off x="945260" y="193096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09B2232E-5984-0B5A-159E-381478E970B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1930963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F3783136-60CA-A0A7-DA2F-2C5A695618CC}"/>
                  </a:ext>
                </a:extLst>
              </p:cNvPr>
              <p:cNvSpPr/>
              <p:nvPr/>
            </p:nvSpPr>
            <p:spPr>
              <a:xfrm>
                <a:off x="945260" y="24559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F3783136-60CA-A0A7-DA2F-2C5A695618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2455960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54E02647-0832-86C6-EADC-C33BE071124E}"/>
                  </a:ext>
                </a:extLst>
              </p:cNvPr>
              <p:cNvSpPr/>
              <p:nvPr/>
            </p:nvSpPr>
            <p:spPr>
              <a:xfrm>
                <a:off x="945260" y="298095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54E02647-0832-86C6-EADC-C33BE07112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2980957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E45B622C-23E0-A9EA-AEF5-C4053E53409F}"/>
                  </a:ext>
                </a:extLst>
              </p:cNvPr>
              <p:cNvSpPr/>
              <p:nvPr/>
            </p:nvSpPr>
            <p:spPr>
              <a:xfrm>
                <a:off x="945260" y="350595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E45B622C-23E0-A9EA-AEF5-C4053E5340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3505954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C1B704A1-2245-3950-55AB-E394B434497A}"/>
                  </a:ext>
                </a:extLst>
              </p:cNvPr>
              <p:cNvSpPr/>
              <p:nvPr/>
            </p:nvSpPr>
            <p:spPr>
              <a:xfrm>
                <a:off x="945260" y="403095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C1B704A1-2245-3950-55AB-E394B434497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4030951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876A29AA-8A40-CA29-7EC9-918052B726C8}"/>
                  </a:ext>
                </a:extLst>
              </p:cNvPr>
              <p:cNvSpPr/>
              <p:nvPr/>
            </p:nvSpPr>
            <p:spPr>
              <a:xfrm>
                <a:off x="945260" y="455594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876A29AA-8A40-CA29-7EC9-918052B726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4555948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!!12">
                <a:extLst>
                  <a:ext uri="{FF2B5EF4-FFF2-40B4-BE49-F238E27FC236}">
                    <a16:creationId xmlns:a16="http://schemas.microsoft.com/office/drawing/2014/main" id="{6E998F0E-ADE5-64EF-404E-3FDECE51DAB8}"/>
                  </a:ext>
                </a:extLst>
              </p:cNvPr>
              <p:cNvSpPr/>
              <p:nvPr/>
            </p:nvSpPr>
            <p:spPr>
              <a:xfrm>
                <a:off x="945260" y="508094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!!12">
                <a:extLst>
                  <a:ext uri="{FF2B5EF4-FFF2-40B4-BE49-F238E27FC236}">
                    <a16:creationId xmlns:a16="http://schemas.microsoft.com/office/drawing/2014/main" id="{6E998F0E-ADE5-64EF-404E-3FDECE51DA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5260" y="5080946"/>
                <a:ext cx="792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DF031C50-C34D-764E-1DDC-F1EB85498B27}"/>
                  </a:ext>
                </a:extLst>
              </p:cNvPr>
              <p:cNvSpPr txBox="1"/>
              <p:nvPr/>
            </p:nvSpPr>
            <p:spPr>
              <a:xfrm>
                <a:off x="6011686" y="5197644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3.0414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DF031C50-C34D-764E-1DDC-F1EB85498B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11686" y="5197644"/>
                <a:ext cx="2445782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CBB67B6-EF0D-DF79-73F4-1993C328BD8F}"/>
                  </a:ext>
                </a:extLst>
              </p:cNvPr>
              <p:cNvSpPr/>
              <p:nvPr/>
            </p:nvSpPr>
            <p:spPr>
              <a:xfrm>
                <a:off x="453555" y="5513834"/>
                <a:ext cx="1863429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=72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CCBB67B6-EF0D-DF79-73F4-1993C328BD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3555" y="5513834"/>
                <a:ext cx="1863429" cy="1150719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0310606C-F8FF-23AC-ADD5-11AF0B600F71}"/>
                  </a:ext>
                </a:extLst>
              </p:cNvPr>
              <p:cNvSpPr/>
              <p:nvPr/>
            </p:nvSpPr>
            <p:spPr>
              <a:xfrm>
                <a:off x="2258345" y="5513834"/>
                <a:ext cx="2307753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Sup>
                            <m:sSub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=722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0310606C-F8FF-23AC-ADD5-11AF0B600F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58345" y="5513834"/>
                <a:ext cx="2307753" cy="1150719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4F519F5-F568-F21B-4655-7529525EF25D}"/>
                  </a:ext>
                </a:extLst>
              </p:cNvPr>
              <p:cNvSpPr txBox="1"/>
              <p:nvPr/>
            </p:nvSpPr>
            <p:spPr>
              <a:xfrm>
                <a:off x="5490836" y="385153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4F519F5-F568-F21B-4655-7529525EF2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0836" y="3851538"/>
                <a:ext cx="506235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274EAA-E83D-5CD1-C684-2BA9FC9A5239}"/>
                  </a:ext>
                </a:extLst>
              </p:cNvPr>
              <p:cNvSpPr txBox="1"/>
              <p:nvPr/>
            </p:nvSpPr>
            <p:spPr>
              <a:xfrm>
                <a:off x="5490836" y="520350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9E274EAA-E83D-5CD1-C684-2BA9FC9A52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0836" y="5203508"/>
                <a:ext cx="506235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4847C7E-B9DD-EC23-36E8-44259F0DA939}"/>
                  </a:ext>
                </a:extLst>
              </p:cNvPr>
              <p:cNvSpPr txBox="1"/>
              <p:nvPr/>
            </p:nvSpPr>
            <p:spPr>
              <a:xfrm>
                <a:off x="6011686" y="3368874"/>
                <a:ext cx="4018011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722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8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US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72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US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8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4847C7E-B9DD-EC23-36E8-44259F0DA9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11686" y="3368874"/>
                <a:ext cx="4018011" cy="1365374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227CB20-D33C-A0AC-0BA7-9B1E9ACCE0F6}"/>
                  </a:ext>
                </a:extLst>
              </p:cNvPr>
              <p:cNvSpPr txBox="1"/>
              <p:nvPr/>
            </p:nvSpPr>
            <p:spPr>
              <a:xfrm>
                <a:off x="5671009" y="867807"/>
                <a:ext cx="13761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227CB20-D33C-A0AC-0BA7-9B1E9ACCE0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71009" y="867807"/>
                <a:ext cx="1376163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9CCEF6B-51DD-4331-AB9B-F549BCBD1B5C}"/>
                  </a:ext>
                </a:extLst>
              </p:cNvPr>
              <p:cNvSpPr txBox="1"/>
              <p:nvPr/>
            </p:nvSpPr>
            <p:spPr>
              <a:xfrm>
                <a:off x="6011686" y="1545034"/>
                <a:ext cx="453180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9CCEF6B-51DD-4331-AB9B-F549BCBD1B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11686" y="1545034"/>
                <a:ext cx="4531807" cy="1365374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6852029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5" grpId="0"/>
      <p:bldP spid="46" grpId="0"/>
      <p:bldP spid="89" grpId="0"/>
      <p:bldP spid="48" grpId="0"/>
      <p:bldP spid="49" grpId="0"/>
      <p:bldP spid="50" grpId="0"/>
      <p:bldP spid="5" grpId="0"/>
      <p:bldP spid="7" grpId="0"/>
      <p:bldP spid="8" grpId="0"/>
      <p:bldP spid="10" grpId="0"/>
      <p:bldP spid="11" grpId="0"/>
      <p:bldP spid="12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AC2465-7355-B6BF-FD4E-568B44FE8B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3789BB23-3AAF-C120-D536-1F356417CAF7}"/>
              </a:ext>
            </a:extLst>
          </p:cNvPr>
          <p:cNvSpPr txBox="1">
            <a:spLocks/>
          </p:cNvSpPr>
          <p:nvPr/>
        </p:nvSpPr>
        <p:spPr>
          <a:xfrm>
            <a:off x="131176" y="867839"/>
            <a:ext cx="11929645" cy="1798243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the standard deviation for the following distribution:</a:t>
            </a:r>
            <a:endParaRPr lang="en-IN" dirty="0"/>
          </a:p>
          <a:p>
            <a:pPr>
              <a:spcAft>
                <a:spcPts val="300"/>
              </a:spcAft>
            </a:pPr>
            <a:r>
              <a:rPr lang="en-US" dirty="0"/>
              <a:t>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15BA6BC-DA63-D2D0-14A7-848D2E08EF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2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42949DE-04B6-6BE6-F191-1E807AEA2EAD}"/>
              </a:ext>
            </a:extLst>
          </p:cNvPr>
          <p:cNvSpPr txBox="1">
            <a:spLocks/>
          </p:cNvSpPr>
          <p:nvPr/>
        </p:nvSpPr>
        <p:spPr>
          <a:xfrm>
            <a:off x="131176" y="282721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12009939-E0B9-1EEF-35D1-88E3448C92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0375457"/>
              </p:ext>
            </p:extLst>
          </p:nvPr>
        </p:nvGraphicFramePr>
        <p:xfrm>
          <a:off x="271318" y="1395276"/>
          <a:ext cx="10216944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02824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23" name="Rectangle 22">
            <a:extLst>
              <a:ext uri="{FF2B5EF4-FFF2-40B4-BE49-F238E27FC236}">
                <a16:creationId xmlns:a16="http://schemas.microsoft.com/office/drawing/2014/main" id="{DE53DC67-0A26-F4A0-0BE7-AADB8C6A59B4}"/>
              </a:ext>
            </a:extLst>
          </p:cNvPr>
          <p:cNvSpPr/>
          <p:nvPr/>
        </p:nvSpPr>
        <p:spPr>
          <a:xfrm>
            <a:off x="3731307" y="6172152"/>
            <a:ext cx="1312965" cy="3893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0093FAF-A481-4864-9E07-47A34422074F}"/>
              </a:ext>
            </a:extLst>
          </p:cNvPr>
          <p:cNvSpPr txBox="1"/>
          <p:nvPr/>
        </p:nvSpPr>
        <p:spPr>
          <a:xfrm>
            <a:off x="1594216" y="2827213"/>
            <a:ext cx="55495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Using direct method to calculate S.D.: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19B0A25-D225-4863-B319-17836DA5D7EF}"/>
                  </a:ext>
                </a:extLst>
              </p:cNvPr>
              <p:cNvSpPr txBox="1"/>
              <p:nvPr/>
            </p:nvSpPr>
            <p:spPr>
              <a:xfrm>
                <a:off x="1594216" y="3724902"/>
                <a:ext cx="5103749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819B0A25-D225-4863-B319-17836DA5D7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724902"/>
                <a:ext cx="5103749" cy="13653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73ADEDA8-787E-4661-9293-A0DD3376741F}"/>
                  </a:ext>
                </a:extLst>
              </p:cNvPr>
              <p:cNvSpPr/>
              <p:nvPr/>
            </p:nvSpPr>
            <p:spPr>
              <a:xfrm>
                <a:off x="2433790" y="19956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73ADEDA8-787E-4661-9293-A0DD3376741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33790" y="1995660"/>
                <a:ext cx="792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19D61D1A-169C-4D30-9CFC-6F885D6CECCB}"/>
                  </a:ext>
                </a:extLst>
              </p:cNvPr>
              <p:cNvSpPr/>
              <p:nvPr/>
            </p:nvSpPr>
            <p:spPr>
              <a:xfrm>
                <a:off x="4136423" y="19956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19D61D1A-169C-4D30-9CFC-6F885D6CECC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36423" y="1995660"/>
                <a:ext cx="79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85C64FDC-77E0-4D3E-8C88-47FB90E7A7EB}"/>
                  </a:ext>
                </a:extLst>
              </p:cNvPr>
              <p:cNvSpPr/>
              <p:nvPr/>
            </p:nvSpPr>
            <p:spPr>
              <a:xfrm>
                <a:off x="5839056" y="19956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85C64FDC-77E0-4D3E-8C88-47FB90E7A7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39056" y="1995660"/>
                <a:ext cx="79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70332CE-0DA3-47D7-AEC7-4619784E6BB6}"/>
                  </a:ext>
                </a:extLst>
              </p:cNvPr>
              <p:cNvSpPr/>
              <p:nvPr/>
            </p:nvSpPr>
            <p:spPr>
              <a:xfrm>
                <a:off x="7541690" y="19956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70332CE-0DA3-47D7-AEC7-4619784E6B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41690" y="1995660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812E7D6-789B-4000-91A4-C9B8140BAD87}"/>
                  </a:ext>
                </a:extLst>
              </p:cNvPr>
              <p:cNvSpPr/>
              <p:nvPr/>
            </p:nvSpPr>
            <p:spPr>
              <a:xfrm>
                <a:off x="9244324" y="19956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A812E7D6-789B-4000-91A4-C9B8140BAD8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44324" y="1995660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367DC547-6477-4276-868A-C673CE184556}"/>
                  </a:ext>
                </a:extLst>
              </p:cNvPr>
              <p:cNvSpPr/>
              <p:nvPr/>
            </p:nvSpPr>
            <p:spPr>
              <a:xfrm>
                <a:off x="2469157" y="14105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367DC547-6477-4276-868A-C673CE18455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69157" y="1410516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0F027A9E-03D6-49AA-AAB1-AF06CCE7ADFA}"/>
                  </a:ext>
                </a:extLst>
              </p:cNvPr>
              <p:cNvSpPr/>
              <p:nvPr/>
            </p:nvSpPr>
            <p:spPr>
              <a:xfrm>
                <a:off x="4171141" y="14105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0F027A9E-03D6-49AA-AAB1-AF06CCE7ADF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71141" y="1410516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671234CB-1804-4885-9041-C667CF41DCD9}"/>
                  </a:ext>
                </a:extLst>
              </p:cNvPr>
              <p:cNvSpPr/>
              <p:nvPr/>
            </p:nvSpPr>
            <p:spPr>
              <a:xfrm>
                <a:off x="5873125" y="14105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671234CB-1804-4885-9041-C667CF41DC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73125" y="1410516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8D7A72E-CE94-471B-9004-D25F0007BDC5}"/>
                  </a:ext>
                </a:extLst>
              </p:cNvPr>
              <p:cNvSpPr/>
              <p:nvPr/>
            </p:nvSpPr>
            <p:spPr>
              <a:xfrm>
                <a:off x="7575109" y="14105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8D7A72E-CE94-471B-9004-D25F0007BD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75109" y="1410516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0FFDC67-232F-4FFA-AA40-89CE8A4CEC1D}"/>
                  </a:ext>
                </a:extLst>
              </p:cNvPr>
              <p:cNvSpPr/>
              <p:nvPr/>
            </p:nvSpPr>
            <p:spPr>
              <a:xfrm>
                <a:off x="9277092" y="14105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0FFDC67-232F-4FFA-AA40-89CE8A4CEC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77092" y="1410516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027383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7" grpId="0"/>
      <p:bldP spid="9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204015-FA9B-118C-0A48-0D6547CC7A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2A1C286-19B1-EA80-61D1-5AD942D6B4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2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9EA5A61B-82BD-67EB-CA34-133B17EA695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684891228"/>
                  </p:ext>
                </p:extLst>
              </p:nvPr>
            </p:nvGraphicFramePr>
            <p:xfrm>
              <a:off x="235301" y="872947"/>
              <a:ext cx="7171339" cy="4784903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877219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0677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  <a:gridCol w="2191105">
                      <a:extLst>
                        <a:ext uri="{9D8B030D-6E8A-4147-A177-3AD203B41FA5}">
                          <a16:colId xmlns:a16="http://schemas.microsoft.com/office/drawing/2014/main" val="3197062555"/>
                        </a:ext>
                      </a:extLst>
                    </a:gridCol>
                    <a:gridCol w="2396242">
                      <a:extLst>
                        <a:ext uri="{9D8B030D-6E8A-4147-A177-3AD203B41FA5}">
                          <a16:colId xmlns:a16="http://schemas.microsoft.com/office/drawing/2014/main" val="2804765128"/>
                        </a:ext>
                      </a:extLst>
                    </a:gridCol>
                  </a:tblGrid>
                  <a:tr h="757733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7789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9EA5A61B-82BD-67EB-CA34-133B17EA695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684891228"/>
                  </p:ext>
                </p:extLst>
              </p:nvPr>
            </p:nvGraphicFramePr>
            <p:xfrm>
              <a:off x="235301" y="872947"/>
              <a:ext cx="7171339" cy="4784903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877219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0677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  <a:gridCol w="2191105">
                      <a:extLst>
                        <a:ext uri="{9D8B030D-6E8A-4147-A177-3AD203B41FA5}">
                          <a16:colId xmlns:a16="http://schemas.microsoft.com/office/drawing/2014/main" val="3197062555"/>
                        </a:ext>
                      </a:extLst>
                    </a:gridCol>
                    <a:gridCol w="2396242">
                      <a:extLst>
                        <a:ext uri="{9D8B030D-6E8A-4147-A177-3AD203B41FA5}">
                          <a16:colId xmlns:a16="http://schemas.microsoft.com/office/drawing/2014/main" val="2804765128"/>
                        </a:ext>
                      </a:extLst>
                    </a:gridCol>
                  </a:tblGrid>
                  <a:tr h="757733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94" t="-1613" r="-720139" b="-53629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1786" t="-1613" r="-270357" b="-53629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18056" t="-1613" r="-110278" b="-53629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99746" t="-1613" r="-1018" b="-5362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89855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7789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D82F7720-EDD9-091C-9F42-23740F37364F}"/>
                  </a:ext>
                </a:extLst>
              </p:cNvPr>
              <p:cNvSpPr/>
              <p:nvPr/>
            </p:nvSpPr>
            <p:spPr>
              <a:xfrm>
                <a:off x="1561184" y="166844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D82F7720-EDD9-091C-9F42-23740F3736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184" y="1668447"/>
                <a:ext cx="792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3D29548D-DF65-AB7B-5C76-6B19AFA43BC1}"/>
                  </a:ext>
                </a:extLst>
              </p:cNvPr>
              <p:cNvSpPr/>
              <p:nvPr/>
            </p:nvSpPr>
            <p:spPr>
              <a:xfrm>
                <a:off x="1561184" y="225712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3D29548D-DF65-AB7B-5C76-6B19AFA43B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184" y="2257127"/>
                <a:ext cx="79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68AD5FA9-7D87-E9DD-7947-8266DBF3D884}"/>
                  </a:ext>
                </a:extLst>
              </p:cNvPr>
              <p:cNvSpPr/>
              <p:nvPr/>
            </p:nvSpPr>
            <p:spPr>
              <a:xfrm>
                <a:off x="1561184" y="284580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68AD5FA9-7D87-E9DD-7947-8266DBF3D88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184" y="2845806"/>
                <a:ext cx="79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86EADC3B-1C68-8B9B-1C7D-95126A799DE5}"/>
                  </a:ext>
                </a:extLst>
              </p:cNvPr>
              <p:cNvSpPr/>
              <p:nvPr/>
            </p:nvSpPr>
            <p:spPr>
              <a:xfrm>
                <a:off x="1561184" y="343479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86EADC3B-1C68-8B9B-1C7D-95126A799DE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184" y="3434790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4C1A8C50-D9A3-8092-9EC1-DE52E463F1DA}"/>
                  </a:ext>
                </a:extLst>
              </p:cNvPr>
              <p:cNvSpPr/>
              <p:nvPr/>
            </p:nvSpPr>
            <p:spPr>
              <a:xfrm>
                <a:off x="1561184" y="40248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4C1A8C50-D9A3-8092-9EC1-DE52E463F1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61184" y="4024883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553AC698-7920-4747-A9C0-6F65FF935C05}"/>
                  </a:ext>
                </a:extLst>
              </p:cNvPr>
              <p:cNvSpPr/>
              <p:nvPr/>
            </p:nvSpPr>
            <p:spPr>
              <a:xfrm>
                <a:off x="3525439" y="166844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553AC698-7920-4747-A9C0-6F65FF935C0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5439" y="1668447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1650D22-99E7-0D21-11F4-B789385C8CCA}"/>
                  </a:ext>
                </a:extLst>
              </p:cNvPr>
              <p:cNvSpPr/>
              <p:nvPr/>
            </p:nvSpPr>
            <p:spPr>
              <a:xfrm>
                <a:off x="3525439" y="225712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1650D22-99E7-0D21-11F4-B789385C8C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5439" y="2257127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69933FD5-425C-0080-F5F6-158590CAF29F}"/>
                  </a:ext>
                </a:extLst>
              </p:cNvPr>
              <p:cNvSpPr/>
              <p:nvPr/>
            </p:nvSpPr>
            <p:spPr>
              <a:xfrm>
                <a:off x="3525439" y="284580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69933FD5-425C-0080-F5F6-158590CAF2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5439" y="2845806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24911F9-FAAE-3924-D755-8D5B4E763766}"/>
                  </a:ext>
                </a:extLst>
              </p:cNvPr>
              <p:cNvSpPr/>
              <p:nvPr/>
            </p:nvSpPr>
            <p:spPr>
              <a:xfrm>
                <a:off x="3525439" y="343479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24911F9-FAAE-3924-D755-8D5B4E76376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5439" y="3434790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B1CD6CD-365E-4374-40BE-9FFB5EB7A959}"/>
                  </a:ext>
                </a:extLst>
              </p:cNvPr>
              <p:cNvSpPr/>
              <p:nvPr/>
            </p:nvSpPr>
            <p:spPr>
              <a:xfrm>
                <a:off x="3525439" y="40248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B1CD6CD-365E-4374-40BE-9FFB5EB7A9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5439" y="4024883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59E930B0-57CB-6312-180F-E782C09AEAA1}"/>
                  </a:ext>
                </a:extLst>
              </p:cNvPr>
              <p:cNvSpPr/>
              <p:nvPr/>
            </p:nvSpPr>
            <p:spPr>
              <a:xfrm>
                <a:off x="5791440" y="166844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59E930B0-57CB-6312-180F-E782C09AEA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1440" y="1668447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2B446E14-AADF-80BB-7663-1188E4A288A7}"/>
                  </a:ext>
                </a:extLst>
              </p:cNvPr>
              <p:cNvSpPr/>
              <p:nvPr/>
            </p:nvSpPr>
            <p:spPr>
              <a:xfrm>
                <a:off x="5791440" y="225712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2B446E14-AADF-80BB-7663-1188E4A288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1440" y="2257127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15E6FF6-E271-C0E5-3EB1-C2103DD2AC2A}"/>
                  </a:ext>
                </a:extLst>
              </p:cNvPr>
              <p:cNvSpPr/>
              <p:nvPr/>
            </p:nvSpPr>
            <p:spPr>
              <a:xfrm>
                <a:off x="5791440" y="343479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F15E6FF6-E271-C0E5-3EB1-C2103DD2AC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1440" y="3434790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68EC848C-9E7B-8CEB-C631-9341521DEE5C}"/>
                  </a:ext>
                </a:extLst>
              </p:cNvPr>
              <p:cNvSpPr/>
              <p:nvPr/>
            </p:nvSpPr>
            <p:spPr>
              <a:xfrm>
                <a:off x="5791440" y="284580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68EC848C-9E7B-8CEB-C631-9341521DEE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1440" y="2845806"/>
                <a:ext cx="792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8FB59DD4-E5BC-2B88-E489-30355B146EC9}"/>
                  </a:ext>
                </a:extLst>
              </p:cNvPr>
              <p:cNvSpPr/>
              <p:nvPr/>
            </p:nvSpPr>
            <p:spPr>
              <a:xfrm>
                <a:off x="5791440" y="40248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8FB59DD4-E5BC-2B88-E489-30355B146E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1440" y="4024883"/>
                <a:ext cx="792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80A19C22-FC41-4FBA-579F-35A57FA06A8B}"/>
                  </a:ext>
                </a:extLst>
              </p:cNvPr>
              <p:cNvSpPr/>
              <p:nvPr/>
            </p:nvSpPr>
            <p:spPr>
              <a:xfrm>
                <a:off x="1070110" y="4568439"/>
                <a:ext cx="2157385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80A19C22-FC41-4FBA-579F-35A57FA06A8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0110" y="4568439"/>
                <a:ext cx="2157385" cy="1080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C4ECB95-028E-0C7C-E2D0-5208571F65D1}"/>
                  </a:ext>
                </a:extLst>
              </p:cNvPr>
              <p:cNvSpPr/>
              <p:nvPr/>
            </p:nvSpPr>
            <p:spPr>
              <a:xfrm>
                <a:off x="278110" y="166844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C4ECB95-028E-0C7C-E2D0-5208571F65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110" y="1668447"/>
                <a:ext cx="79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26E8043D-4750-C2EC-DEA6-097CD5CEE6E4}"/>
                  </a:ext>
                </a:extLst>
              </p:cNvPr>
              <p:cNvSpPr/>
              <p:nvPr/>
            </p:nvSpPr>
            <p:spPr>
              <a:xfrm>
                <a:off x="278110" y="225712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26E8043D-4750-C2EC-DEA6-097CD5CEE6E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110" y="2257127"/>
                <a:ext cx="79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36B3B5A-B9F1-E735-741F-86B38CE9A99C}"/>
                  </a:ext>
                </a:extLst>
              </p:cNvPr>
              <p:cNvSpPr/>
              <p:nvPr/>
            </p:nvSpPr>
            <p:spPr>
              <a:xfrm>
                <a:off x="278110" y="284580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36B3B5A-B9F1-E735-741F-86B38CE9A9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110" y="2845806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26C94DE-808A-0FEC-EFA3-DB75B41DA07F}"/>
                  </a:ext>
                </a:extLst>
              </p:cNvPr>
              <p:cNvSpPr/>
              <p:nvPr/>
            </p:nvSpPr>
            <p:spPr>
              <a:xfrm>
                <a:off x="278110" y="343479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26C94DE-808A-0FEC-EFA3-DB75B41DA0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110" y="3434790"/>
                <a:ext cx="792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9223DC4-2A7A-E2CB-677C-96CCABD0A206}"/>
                  </a:ext>
                </a:extLst>
              </p:cNvPr>
              <p:cNvSpPr/>
              <p:nvPr/>
            </p:nvSpPr>
            <p:spPr>
              <a:xfrm>
                <a:off x="278110" y="40248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9223DC4-2A7A-E2CB-677C-96CCABD0A2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110" y="4024883"/>
                <a:ext cx="792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A4D9186F-7BAA-902F-A291-86C1621F4770}"/>
                  </a:ext>
                </a:extLst>
              </p:cNvPr>
              <p:cNvSpPr/>
              <p:nvPr/>
            </p:nvSpPr>
            <p:spPr>
              <a:xfrm>
                <a:off x="2807686" y="4568439"/>
                <a:ext cx="2481238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A4D9186F-7BAA-902F-A291-86C1621F477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7686" y="4568439"/>
                <a:ext cx="2481238" cy="1080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6217F740-C45B-84A7-343E-DD87CEEEF471}"/>
                  </a:ext>
                </a:extLst>
              </p:cNvPr>
              <p:cNvSpPr/>
              <p:nvPr/>
            </p:nvSpPr>
            <p:spPr>
              <a:xfrm>
                <a:off x="5046057" y="4568439"/>
                <a:ext cx="2573943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=812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6217F740-C45B-84A7-343E-DD87CEEEF4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46057" y="4568439"/>
                <a:ext cx="2573943" cy="1080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6745BFB-FE80-F4C1-4D9E-7CF486C1E8B0}"/>
                  </a:ext>
                </a:extLst>
              </p:cNvPr>
              <p:cNvSpPr txBox="1"/>
              <p:nvPr/>
            </p:nvSpPr>
            <p:spPr>
              <a:xfrm>
                <a:off x="7882531" y="872947"/>
                <a:ext cx="4566942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06745BFB-FE80-F4C1-4D9E-7CF486C1E8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2531" y="872947"/>
                <a:ext cx="4566942" cy="1365374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84D5082-5583-B761-296F-A851BB341C95}"/>
                  </a:ext>
                </a:extLst>
              </p:cNvPr>
              <p:cNvSpPr txBox="1"/>
              <p:nvPr/>
            </p:nvSpPr>
            <p:spPr>
              <a:xfrm>
                <a:off x="7885717" y="2571141"/>
                <a:ext cx="4070981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812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16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US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102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US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16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84D5082-5583-B761-296F-A851BB341C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5717" y="2571141"/>
                <a:ext cx="4070981" cy="1365374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32B58C1-0F44-B0FE-1082-81F43D2E4A64}"/>
                  </a:ext>
                </a:extLst>
              </p:cNvPr>
              <p:cNvSpPr txBox="1"/>
              <p:nvPr/>
            </p:nvSpPr>
            <p:spPr>
              <a:xfrm>
                <a:off x="7882531" y="4640434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3.1795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32B58C1-0F44-B0FE-1082-81F43D2E4A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2531" y="4640434"/>
                <a:ext cx="2445782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25D4F5A-569C-6BFD-B2C9-BD24E767CB2C}"/>
                  </a:ext>
                </a:extLst>
              </p:cNvPr>
              <p:cNvSpPr txBox="1"/>
              <p:nvPr/>
            </p:nvSpPr>
            <p:spPr>
              <a:xfrm>
                <a:off x="7423414" y="308919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25D4F5A-569C-6BFD-B2C9-BD24E767CB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3414" y="3089193"/>
                <a:ext cx="506235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1ED3B11-F091-EED7-C165-9CE761BC0B1A}"/>
                  </a:ext>
                </a:extLst>
              </p:cNvPr>
              <p:cNvSpPr txBox="1"/>
              <p:nvPr/>
            </p:nvSpPr>
            <p:spPr>
              <a:xfrm>
                <a:off x="7422420" y="464043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1ED3B11-F091-EED7-C165-9CE761BC0B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2420" y="4640434"/>
                <a:ext cx="506235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836945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32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51" grpId="0"/>
      <p:bldP spid="3" grpId="0"/>
      <p:bldP spid="7" grpId="0"/>
      <p:bldP spid="9" grpId="0"/>
      <p:bldP spid="11" grpId="0"/>
      <p:bldP spid="12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29067C-9B82-BE41-7E26-F6E5FA816C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25BD5152-64EC-599B-E776-BC704295095E}"/>
              </a:ext>
            </a:extLst>
          </p:cNvPr>
          <p:cNvSpPr txBox="1">
            <a:spLocks/>
          </p:cNvSpPr>
          <p:nvPr/>
        </p:nvSpPr>
        <p:spPr>
          <a:xfrm>
            <a:off x="131723" y="839003"/>
            <a:ext cx="11929645" cy="1800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the standard deviation and variance for the following distribution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99A42B0-6FAC-EAA6-1796-3F23DD26CA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3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64458F20-F483-00DA-31F2-1E6A64AD31CA}"/>
              </a:ext>
            </a:extLst>
          </p:cNvPr>
          <p:cNvSpPr txBox="1">
            <a:spLocks/>
          </p:cNvSpPr>
          <p:nvPr/>
        </p:nvSpPr>
        <p:spPr>
          <a:xfrm>
            <a:off x="131723" y="276680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0496E198-DB01-B185-EF13-5FC6078152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2253919"/>
              </p:ext>
            </p:extLst>
          </p:nvPr>
        </p:nvGraphicFramePr>
        <p:xfrm>
          <a:off x="293352" y="1384857"/>
          <a:ext cx="11605296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7148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  <a:gridCol w="1491164">
                  <a:extLst>
                    <a:ext uri="{9D8B030D-6E8A-4147-A177-3AD203B41FA5}">
                      <a16:colId xmlns:a16="http://schemas.microsoft.com/office/drawing/2014/main" val="3182847449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Class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8887F384-15EE-42C4-91CF-7DA4DDB0D922}"/>
                  </a:ext>
                </a:extLst>
              </p:cNvPr>
              <p:cNvSpPr/>
              <p:nvPr/>
            </p:nvSpPr>
            <p:spPr>
              <a:xfrm>
                <a:off x="1421066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8887F384-15EE-42C4-91CF-7DA4DDB0D9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21066" y="1439374"/>
                <a:ext cx="1584000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0532158-ACDB-4C06-A615-5AD8C6C10ADA}"/>
                  </a:ext>
                </a:extLst>
              </p:cNvPr>
              <p:cNvSpPr/>
              <p:nvPr/>
            </p:nvSpPr>
            <p:spPr>
              <a:xfrm>
                <a:off x="2914244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0532158-ACDB-4C06-A615-5AD8C6C10A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14244" y="1439374"/>
                <a:ext cx="1584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2C3407F-0BD2-4B38-846E-F26F3590F748}"/>
                  </a:ext>
                </a:extLst>
              </p:cNvPr>
              <p:cNvSpPr/>
              <p:nvPr/>
            </p:nvSpPr>
            <p:spPr>
              <a:xfrm>
                <a:off x="4407422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0−30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2C3407F-0BD2-4B38-846E-F26F3590F74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07422" y="1439374"/>
                <a:ext cx="1584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E024528B-76E9-4BF6-A073-7363A09A7924}"/>
                  </a:ext>
                </a:extLst>
              </p:cNvPr>
              <p:cNvSpPr/>
              <p:nvPr/>
            </p:nvSpPr>
            <p:spPr>
              <a:xfrm>
                <a:off x="7393778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0−50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E024528B-76E9-4BF6-A073-7363A09A79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93778" y="1439374"/>
                <a:ext cx="1584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3AEDFEB-7079-48FB-8652-492D45AB7A9C}"/>
                  </a:ext>
                </a:extLst>
              </p:cNvPr>
              <p:cNvSpPr/>
              <p:nvPr/>
            </p:nvSpPr>
            <p:spPr>
              <a:xfrm>
                <a:off x="8886956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E3AEDFEB-7079-48FB-8652-492D45AB7A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86956" y="1439374"/>
                <a:ext cx="1584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E4663669-D497-431B-876F-89979AAEC942}"/>
                  </a:ext>
                </a:extLst>
              </p:cNvPr>
              <p:cNvSpPr/>
              <p:nvPr/>
            </p:nvSpPr>
            <p:spPr>
              <a:xfrm>
                <a:off x="10380133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0−70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E4663669-D497-431B-876F-89979AAEC9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80133" y="1439374"/>
                <a:ext cx="1584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8E2886C-71A4-42B1-A44A-E233A35BBA32}"/>
                  </a:ext>
                </a:extLst>
              </p:cNvPr>
              <p:cNvSpPr/>
              <p:nvPr/>
            </p:nvSpPr>
            <p:spPr>
              <a:xfrm>
                <a:off x="5900600" y="1439374"/>
                <a:ext cx="1584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0−40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8E2886C-71A4-42B1-A44A-E233A35BBA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00600" y="1439374"/>
                <a:ext cx="1584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C64840E-D8F5-4E73-AC0F-287F86D57E0A}"/>
                  </a:ext>
                </a:extLst>
              </p:cNvPr>
              <p:cNvSpPr/>
              <p:nvPr/>
            </p:nvSpPr>
            <p:spPr>
              <a:xfrm>
                <a:off x="1817066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EC64840E-D8F5-4E73-AC0F-287F86D57E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17066" y="1994685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52EA067-D1B5-4D6D-ACE2-8EAA666E4B4F}"/>
                  </a:ext>
                </a:extLst>
              </p:cNvPr>
              <p:cNvSpPr/>
              <p:nvPr/>
            </p:nvSpPr>
            <p:spPr>
              <a:xfrm>
                <a:off x="7789778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52EA067-D1B5-4D6D-ACE2-8EAA666E4B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9778" y="1994685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68856E8C-F1FA-4D74-9A32-7182EF9EBCD1}"/>
                  </a:ext>
                </a:extLst>
              </p:cNvPr>
              <p:cNvSpPr/>
              <p:nvPr/>
            </p:nvSpPr>
            <p:spPr>
              <a:xfrm>
                <a:off x="3310244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68856E8C-F1FA-4D74-9A32-7182EF9EBC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10244" y="1994685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D099A0D-82D1-4395-BE92-29D1E94160AE}"/>
                  </a:ext>
                </a:extLst>
              </p:cNvPr>
              <p:cNvSpPr/>
              <p:nvPr/>
            </p:nvSpPr>
            <p:spPr>
              <a:xfrm>
                <a:off x="4803422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D099A0D-82D1-4395-BE92-29D1E94160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03422" y="1994685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9FE87577-1CA7-4846-849F-22C44E587BD9}"/>
                  </a:ext>
                </a:extLst>
              </p:cNvPr>
              <p:cNvSpPr/>
              <p:nvPr/>
            </p:nvSpPr>
            <p:spPr>
              <a:xfrm>
                <a:off x="6296600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9FE87577-1CA7-4846-849F-22C44E587B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6600" y="1994685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406C1804-1443-40D0-B231-49CFE2CD9B6E}"/>
                  </a:ext>
                </a:extLst>
              </p:cNvPr>
              <p:cNvSpPr/>
              <p:nvPr/>
            </p:nvSpPr>
            <p:spPr>
              <a:xfrm>
                <a:off x="9282956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406C1804-1443-40D0-B231-49CFE2CD9B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82956" y="1994685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188FBFD-FA4F-40F6-94DC-477AD31085DD}"/>
                  </a:ext>
                </a:extLst>
              </p:cNvPr>
              <p:cNvSpPr/>
              <p:nvPr/>
            </p:nvSpPr>
            <p:spPr>
              <a:xfrm>
                <a:off x="10776133" y="199468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188FBFD-FA4F-40F6-94DC-477AD31085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76133" y="1994685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TextBox 20">
            <a:extLst>
              <a:ext uri="{FF2B5EF4-FFF2-40B4-BE49-F238E27FC236}">
                <a16:creationId xmlns:a16="http://schemas.microsoft.com/office/drawing/2014/main" id="{36C225BA-CF71-4046-8338-093F15944B1D}"/>
              </a:ext>
            </a:extLst>
          </p:cNvPr>
          <p:cNvSpPr txBox="1"/>
          <p:nvPr/>
        </p:nvSpPr>
        <p:spPr>
          <a:xfrm>
            <a:off x="1594216" y="2827213"/>
            <a:ext cx="698756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Using step deviation method to calculate S.D.: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EC9EAC8A-5C8D-43FC-84E3-6C76B176B89F}"/>
                  </a:ext>
                </a:extLst>
              </p:cNvPr>
              <p:cNvSpPr txBox="1"/>
              <p:nvPr/>
            </p:nvSpPr>
            <p:spPr>
              <a:xfrm>
                <a:off x="1594216" y="3724902"/>
                <a:ext cx="6426263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u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IN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u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</m:e>
                      </m:ra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EC9EAC8A-5C8D-43FC-84E3-6C76B176B8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724902"/>
                <a:ext cx="6426263" cy="1365374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09005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1" grpId="0"/>
      <p:bldP spid="22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3C20B0-E773-BA1C-F52B-5634E6BC6B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D4476B1-6DE8-4E2A-C476-73822F0B74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8" name="Table 37">
                <a:extLst>
                  <a:ext uri="{FF2B5EF4-FFF2-40B4-BE49-F238E27FC236}">
                    <a16:creationId xmlns:a16="http://schemas.microsoft.com/office/drawing/2014/main" id="{148C3B84-BCE6-6EB7-69F8-1EA20F42B1F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53215220"/>
                  </p:ext>
                </p:extLst>
              </p:nvPr>
            </p:nvGraphicFramePr>
            <p:xfrm>
              <a:off x="91952" y="822379"/>
              <a:ext cx="10606528" cy="566986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81413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773341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1420204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  <a:gridCol w="1121213">
                      <a:extLst>
                        <a:ext uri="{9D8B030D-6E8A-4147-A177-3AD203B41FA5}">
                          <a16:colId xmlns:a16="http://schemas.microsoft.com/office/drawing/2014/main" val="84697575"/>
                        </a:ext>
                      </a:extLst>
                    </a:gridCol>
                    <a:gridCol w="2303377">
                      <a:extLst>
                        <a:ext uri="{9D8B030D-6E8A-4147-A177-3AD203B41FA5}">
                          <a16:colId xmlns:a16="http://schemas.microsoft.com/office/drawing/2014/main" val="3386501915"/>
                        </a:ext>
                      </a:extLst>
                    </a:gridCol>
                    <a:gridCol w="2506980">
                      <a:extLst>
                        <a:ext uri="{9D8B030D-6E8A-4147-A177-3AD203B41FA5}">
                          <a16:colId xmlns:a16="http://schemas.microsoft.com/office/drawing/2014/main" val="1879741667"/>
                        </a:ext>
                      </a:extLst>
                    </a:gridCol>
                  </a:tblGrid>
                  <a:tr h="679123">
                    <a:tc>
                      <a:txBody>
                        <a:bodyPr/>
                        <a:lstStyle/>
                        <a:p>
                          <a:pPr algn="just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1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1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just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just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kern="120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just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just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just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u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58888532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70349813"/>
                      </a:ext>
                    </a:extLst>
                  </a:tr>
                  <a:tr h="100584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8" name="Table 37">
                <a:extLst>
                  <a:ext uri="{FF2B5EF4-FFF2-40B4-BE49-F238E27FC236}">
                    <a16:creationId xmlns:a16="http://schemas.microsoft.com/office/drawing/2014/main" id="{148C3B84-BCE6-6EB7-69F8-1EA20F42B1F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53215220"/>
                  </p:ext>
                </p:extLst>
              </p:nvPr>
            </p:nvGraphicFramePr>
            <p:xfrm>
              <a:off x="91952" y="822379"/>
              <a:ext cx="10606528" cy="566986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81413">
                      <a:extLst>
                        <a:ext uri="{9D8B030D-6E8A-4147-A177-3AD203B41FA5}">
                          <a16:colId xmlns:a16="http://schemas.microsoft.com/office/drawing/2014/main" val="1824731323"/>
                        </a:ext>
                      </a:extLst>
                    </a:gridCol>
                    <a:gridCol w="1773341">
                      <a:extLst>
                        <a:ext uri="{9D8B030D-6E8A-4147-A177-3AD203B41FA5}">
                          <a16:colId xmlns:a16="http://schemas.microsoft.com/office/drawing/2014/main" val="917293195"/>
                        </a:ext>
                      </a:extLst>
                    </a:gridCol>
                    <a:gridCol w="1420204">
                      <a:extLst>
                        <a:ext uri="{9D8B030D-6E8A-4147-A177-3AD203B41FA5}">
                          <a16:colId xmlns:a16="http://schemas.microsoft.com/office/drawing/2014/main" val="1107136745"/>
                        </a:ext>
                      </a:extLst>
                    </a:gridCol>
                    <a:gridCol w="1121213">
                      <a:extLst>
                        <a:ext uri="{9D8B030D-6E8A-4147-A177-3AD203B41FA5}">
                          <a16:colId xmlns:a16="http://schemas.microsoft.com/office/drawing/2014/main" val="84697575"/>
                        </a:ext>
                      </a:extLst>
                    </a:gridCol>
                    <a:gridCol w="2303377">
                      <a:extLst>
                        <a:ext uri="{9D8B030D-6E8A-4147-A177-3AD203B41FA5}">
                          <a16:colId xmlns:a16="http://schemas.microsoft.com/office/drawing/2014/main" val="3386501915"/>
                        </a:ext>
                      </a:extLst>
                    </a:gridCol>
                    <a:gridCol w="2506980">
                      <a:extLst>
                        <a:ext uri="{9D8B030D-6E8A-4147-A177-3AD203B41FA5}">
                          <a16:colId xmlns:a16="http://schemas.microsoft.com/office/drawing/2014/main" val="1879741667"/>
                        </a:ext>
                      </a:extLst>
                    </a:gridCol>
                  </a:tblGrid>
                  <a:tr h="679123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23" t="-893" r="-617695" b="-73482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4192" t="-893" r="-415808" b="-73482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30043" t="-893" r="-419313" b="-73482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17935" t="-893" r="-430978" b="-73482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52116" t="-893" r="-109788" b="-73482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23844" t="-893" r="-973" b="-73482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76986147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01556194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58047041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2605078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65969910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7009159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58888532"/>
                      </a:ext>
                    </a:extLst>
                  </a:tr>
                  <a:tr h="569271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70349813"/>
                      </a:ext>
                    </a:extLst>
                  </a:tr>
                  <a:tr h="100584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8348795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C2670FD1-40AE-BD15-98AE-46D27E7716AE}"/>
                  </a:ext>
                </a:extLst>
              </p:cNvPr>
              <p:cNvSpPr/>
              <p:nvPr/>
            </p:nvSpPr>
            <p:spPr>
              <a:xfrm>
                <a:off x="121027" y="1525658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C2670FD1-40AE-BD15-98AE-46D27E7716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1525658"/>
                <a:ext cx="1476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262ADF8-273C-CFE4-B3C6-1173631CB40C}"/>
                  </a:ext>
                </a:extLst>
              </p:cNvPr>
              <p:cNvSpPr/>
              <p:nvPr/>
            </p:nvSpPr>
            <p:spPr>
              <a:xfrm>
                <a:off x="121027" y="2094539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262ADF8-273C-CFE4-B3C6-1173631CB4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2094539"/>
                <a:ext cx="1476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65B425F6-B89D-99A0-E75A-A647E9424D6D}"/>
                  </a:ext>
                </a:extLst>
              </p:cNvPr>
              <p:cNvSpPr/>
              <p:nvPr/>
            </p:nvSpPr>
            <p:spPr>
              <a:xfrm>
                <a:off x="121027" y="2663420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65B425F6-B89D-99A0-E75A-A647E9424D6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2663420"/>
                <a:ext cx="1476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DBB90EBD-3D4F-1F9B-0E23-718333CAD10F}"/>
                  </a:ext>
                </a:extLst>
              </p:cNvPr>
              <p:cNvSpPr/>
              <p:nvPr/>
            </p:nvSpPr>
            <p:spPr>
              <a:xfrm>
                <a:off x="121027" y="3801182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DBB90EBD-3D4F-1F9B-0E23-718333CAD1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3801182"/>
                <a:ext cx="1476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8B54497-A3F2-507F-49DC-F2645185CB5E}"/>
                  </a:ext>
                </a:extLst>
              </p:cNvPr>
              <p:cNvSpPr/>
              <p:nvPr/>
            </p:nvSpPr>
            <p:spPr>
              <a:xfrm>
                <a:off x="121027" y="4370063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8B54497-A3F2-507F-49DC-F2645185CB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4370063"/>
                <a:ext cx="1476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D46662DF-373F-E366-5CE8-62BEF584D90B}"/>
                  </a:ext>
                </a:extLst>
              </p:cNvPr>
              <p:cNvSpPr/>
              <p:nvPr/>
            </p:nvSpPr>
            <p:spPr>
              <a:xfrm>
                <a:off x="2155160" y="1527586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D46662DF-373F-E366-5CE8-62BEF584D9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1527586"/>
                <a:ext cx="687323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45F9628-EF7C-FC74-4617-70B2A2742E7B}"/>
                  </a:ext>
                </a:extLst>
              </p:cNvPr>
              <p:cNvSpPr/>
              <p:nvPr/>
            </p:nvSpPr>
            <p:spPr>
              <a:xfrm>
                <a:off x="2155160" y="380182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45F9628-EF7C-FC74-4617-70B2A2742E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3801822"/>
                <a:ext cx="687323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88FBC979-AF64-B33A-93C6-65842872F34C}"/>
                  </a:ext>
                </a:extLst>
              </p:cNvPr>
              <p:cNvSpPr/>
              <p:nvPr/>
            </p:nvSpPr>
            <p:spPr>
              <a:xfrm>
                <a:off x="2155160" y="2096145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88FBC979-AF64-B33A-93C6-65842872F3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2096145"/>
                <a:ext cx="687323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2D61FA49-C603-5616-8642-960A69515181}"/>
                  </a:ext>
                </a:extLst>
              </p:cNvPr>
              <p:cNvSpPr/>
              <p:nvPr/>
            </p:nvSpPr>
            <p:spPr>
              <a:xfrm>
                <a:off x="2155160" y="2664704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2D61FA49-C603-5616-8642-960A695151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2664704"/>
                <a:ext cx="687323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E27E5F1-F3F2-2022-E979-D2B09F7D0DAB}"/>
                  </a:ext>
                </a:extLst>
              </p:cNvPr>
              <p:cNvSpPr/>
              <p:nvPr/>
            </p:nvSpPr>
            <p:spPr>
              <a:xfrm>
                <a:off x="2155160" y="3233263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E27E5F1-F3F2-2022-E979-D2B09F7D0DA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3233263"/>
                <a:ext cx="687323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75DCBAEE-4050-B23C-8B93-35A8F2B60C48}"/>
                  </a:ext>
                </a:extLst>
              </p:cNvPr>
              <p:cNvSpPr/>
              <p:nvPr/>
            </p:nvSpPr>
            <p:spPr>
              <a:xfrm>
                <a:off x="121027" y="4938942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75DCBAEE-4050-B23C-8B93-35A8F2B60C4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4938942"/>
                <a:ext cx="1476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D6581296-EF42-0CB1-5E2A-08E43B6C8B48}"/>
                  </a:ext>
                </a:extLst>
              </p:cNvPr>
              <p:cNvSpPr/>
              <p:nvPr/>
            </p:nvSpPr>
            <p:spPr>
              <a:xfrm>
                <a:off x="121027" y="3232301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0−40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D6581296-EF42-0CB1-5E2A-08E43B6C8B4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27" y="3232301"/>
                <a:ext cx="1476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2C25A0B-2C80-F4B4-EEBC-925E89ABF930}"/>
                  </a:ext>
                </a:extLst>
              </p:cNvPr>
              <p:cNvSpPr/>
              <p:nvPr/>
            </p:nvSpPr>
            <p:spPr>
              <a:xfrm>
                <a:off x="2155160" y="4370381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2C25A0B-2C80-F4B4-EEBC-925E89ABF9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4370381"/>
                <a:ext cx="687323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DB13F3F5-4DBF-E83F-5A83-48869EEE7BA5}"/>
                  </a:ext>
                </a:extLst>
              </p:cNvPr>
              <p:cNvSpPr/>
              <p:nvPr/>
            </p:nvSpPr>
            <p:spPr>
              <a:xfrm>
                <a:off x="2155160" y="493894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DB13F3F5-4DBF-E83F-5A83-48869EEE7B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160" y="4938942"/>
                <a:ext cx="687323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44A68FED-6B0D-27DF-590F-22260D57D7AF}"/>
                  </a:ext>
                </a:extLst>
              </p:cNvPr>
              <p:cNvSpPr/>
              <p:nvPr/>
            </p:nvSpPr>
            <p:spPr>
              <a:xfrm>
                <a:off x="3452502" y="152565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44A68FED-6B0D-27DF-590F-22260D57D7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1525657"/>
                <a:ext cx="687323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2E00C37-8B17-7AEA-4FC3-F66F2508BEC1}"/>
                  </a:ext>
                </a:extLst>
              </p:cNvPr>
              <p:cNvSpPr/>
              <p:nvPr/>
            </p:nvSpPr>
            <p:spPr>
              <a:xfrm>
                <a:off x="3452502" y="380263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2E00C37-8B17-7AEA-4FC3-F66F2508BE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3802637"/>
                <a:ext cx="687323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82A1E78F-29C1-EE2B-0C4A-1AB3B8E2B12E}"/>
                  </a:ext>
                </a:extLst>
              </p:cNvPr>
              <p:cNvSpPr/>
              <p:nvPr/>
            </p:nvSpPr>
            <p:spPr>
              <a:xfrm>
                <a:off x="3452502" y="209490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82A1E78F-29C1-EE2B-0C4A-1AB3B8E2B1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2094902"/>
                <a:ext cx="687323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05626554-CA92-8020-74BE-CD400DDF03F1}"/>
                  </a:ext>
                </a:extLst>
              </p:cNvPr>
              <p:cNvSpPr/>
              <p:nvPr/>
            </p:nvSpPr>
            <p:spPr>
              <a:xfrm>
                <a:off x="3452502" y="266414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05626554-CA92-8020-74BE-CD400DDF03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2664147"/>
                <a:ext cx="687323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1DFC2CBC-E1F4-8DB3-BCFD-EFE567AEF6FC}"/>
                  </a:ext>
                </a:extLst>
              </p:cNvPr>
              <p:cNvSpPr/>
              <p:nvPr/>
            </p:nvSpPr>
            <p:spPr>
              <a:xfrm>
                <a:off x="3452502" y="323339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1DFC2CBC-E1F4-8DB3-BCFD-EFE567AEF6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3233392"/>
                <a:ext cx="687323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C785D2BE-4F80-CA33-50E9-A44CF06A7AE8}"/>
                  </a:ext>
                </a:extLst>
              </p:cNvPr>
              <p:cNvSpPr/>
              <p:nvPr/>
            </p:nvSpPr>
            <p:spPr>
              <a:xfrm>
                <a:off x="3452502" y="437188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C785D2BE-4F80-CA33-50E9-A44CF06A7AE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4371882"/>
                <a:ext cx="687323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951A84B5-A472-0D1F-3D05-B2500D19F60E}"/>
                  </a:ext>
                </a:extLst>
              </p:cNvPr>
              <p:cNvSpPr/>
              <p:nvPr/>
            </p:nvSpPr>
            <p:spPr>
              <a:xfrm>
                <a:off x="3452502" y="4941126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951A84B5-A472-0D1F-3D05-B2500D19F60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2502" y="4941126"/>
                <a:ext cx="687323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9D25E29-9CB0-E378-0DA7-27790C9B8AF0}"/>
                  </a:ext>
                </a:extLst>
              </p:cNvPr>
              <p:cNvSpPr/>
              <p:nvPr/>
            </p:nvSpPr>
            <p:spPr>
              <a:xfrm>
                <a:off x="1597027" y="5482736"/>
                <a:ext cx="2034364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9D25E29-9CB0-E378-0DA7-27790C9B8A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7027" y="5482736"/>
                <a:ext cx="2034364" cy="1080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72D62EC-CA88-41C6-BBB9-3DB664D993DE}"/>
                  </a:ext>
                </a:extLst>
              </p:cNvPr>
              <p:cNvSpPr/>
              <p:nvPr/>
            </p:nvSpPr>
            <p:spPr>
              <a:xfrm>
                <a:off x="3934701" y="323339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72D62EC-CA88-41C6-BBB9-3DB664D99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4701" y="3233392"/>
                <a:ext cx="687323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3B790CC1-2805-483D-8035-35CF35FF1391}"/>
                  </a:ext>
                </a:extLst>
              </p:cNvPr>
              <p:cNvSpPr/>
              <p:nvPr/>
            </p:nvSpPr>
            <p:spPr>
              <a:xfrm>
                <a:off x="5016820" y="152565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3B790CC1-2805-483D-8035-35CF35FF139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1525657"/>
                <a:ext cx="687323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6EB3A3D-FF99-4674-92EF-2A89EDF047C8}"/>
                  </a:ext>
                </a:extLst>
              </p:cNvPr>
              <p:cNvSpPr/>
              <p:nvPr/>
            </p:nvSpPr>
            <p:spPr>
              <a:xfrm>
                <a:off x="5016820" y="380263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6EB3A3D-FF99-4674-92EF-2A89EDF047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3802637"/>
                <a:ext cx="687323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A1F660EC-E543-42F4-B2BD-A662C6E7E525}"/>
                  </a:ext>
                </a:extLst>
              </p:cNvPr>
              <p:cNvSpPr/>
              <p:nvPr/>
            </p:nvSpPr>
            <p:spPr>
              <a:xfrm>
                <a:off x="5016820" y="209490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A1F660EC-E543-42F4-B2BD-A662C6E7E5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2094902"/>
                <a:ext cx="687323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7285013D-65BA-40D6-9BE4-46B22F954495}"/>
                  </a:ext>
                </a:extLst>
              </p:cNvPr>
              <p:cNvSpPr/>
              <p:nvPr/>
            </p:nvSpPr>
            <p:spPr>
              <a:xfrm>
                <a:off x="5016820" y="2664147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7285013D-65BA-40D6-9BE4-46B22F95449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2664147"/>
                <a:ext cx="687323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796AFCE-48EF-4391-93BA-DFAB8AFAF2E9}"/>
                  </a:ext>
                </a:extLst>
              </p:cNvPr>
              <p:cNvSpPr/>
              <p:nvPr/>
            </p:nvSpPr>
            <p:spPr>
              <a:xfrm>
                <a:off x="5016820" y="323339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796AFCE-48EF-4391-93BA-DFAB8AFAF2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3233392"/>
                <a:ext cx="687323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1766E7E3-8B82-4EC6-BE8B-A05989D58387}"/>
                  </a:ext>
                </a:extLst>
              </p:cNvPr>
              <p:cNvSpPr/>
              <p:nvPr/>
            </p:nvSpPr>
            <p:spPr>
              <a:xfrm>
                <a:off x="5016820" y="4371882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1766E7E3-8B82-4EC6-BE8B-A05989D5838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4371882"/>
                <a:ext cx="687323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3CED66B6-4E1B-4329-9BE0-D00E70F210DD}"/>
                  </a:ext>
                </a:extLst>
              </p:cNvPr>
              <p:cNvSpPr/>
              <p:nvPr/>
            </p:nvSpPr>
            <p:spPr>
              <a:xfrm>
                <a:off x="5016820" y="4941126"/>
                <a:ext cx="687323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3CED66B6-4E1B-4329-9BE0-D00E70F210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16820" y="4941126"/>
                <a:ext cx="687323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A5F11FD8-3BCD-42B9-A978-6885E71B5253}"/>
                  </a:ext>
                </a:extLst>
              </p:cNvPr>
              <p:cNvSpPr/>
              <p:nvPr/>
            </p:nvSpPr>
            <p:spPr>
              <a:xfrm>
                <a:off x="6581138" y="152565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A5F11FD8-3BCD-42B9-A978-6885E71B52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1525657"/>
                <a:ext cx="828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47E6846C-94EF-489B-82C2-1253E9C3D61E}"/>
                  </a:ext>
                </a:extLst>
              </p:cNvPr>
              <p:cNvSpPr/>
              <p:nvPr/>
            </p:nvSpPr>
            <p:spPr>
              <a:xfrm>
                <a:off x="6581138" y="380263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47E6846C-94EF-489B-82C2-1253E9C3D6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3802637"/>
                <a:ext cx="828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A5FFCDAF-8C74-4C7B-B9AB-33D1210523B6}"/>
                  </a:ext>
                </a:extLst>
              </p:cNvPr>
              <p:cNvSpPr/>
              <p:nvPr/>
            </p:nvSpPr>
            <p:spPr>
              <a:xfrm>
                <a:off x="6581138" y="209490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A5FFCDAF-8C74-4C7B-B9AB-33D1210523B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2094902"/>
                <a:ext cx="828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26934C2D-F235-4FBE-8CD8-6C4E4FA49792}"/>
                  </a:ext>
                </a:extLst>
              </p:cNvPr>
              <p:cNvSpPr/>
              <p:nvPr/>
            </p:nvSpPr>
            <p:spPr>
              <a:xfrm>
                <a:off x="6581138" y="266414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26934C2D-F235-4FBE-8CD8-6C4E4FA49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2664147"/>
                <a:ext cx="828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E7280848-C2F9-4692-8B80-424DAAB5B1CB}"/>
                  </a:ext>
                </a:extLst>
              </p:cNvPr>
              <p:cNvSpPr/>
              <p:nvPr/>
            </p:nvSpPr>
            <p:spPr>
              <a:xfrm>
                <a:off x="6581138" y="323339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E7280848-C2F9-4692-8B80-424DAAB5B1C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3233392"/>
                <a:ext cx="828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FDB0DB8-7EF6-4935-8C25-E9741070F9BD}"/>
                  </a:ext>
                </a:extLst>
              </p:cNvPr>
              <p:cNvSpPr/>
              <p:nvPr/>
            </p:nvSpPr>
            <p:spPr>
              <a:xfrm>
                <a:off x="6581138" y="437188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FDB0DB8-7EF6-4935-8C25-E9741070F9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4371882"/>
                <a:ext cx="828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B570608-3E6A-4244-982B-664A6C264EEA}"/>
                  </a:ext>
                </a:extLst>
              </p:cNvPr>
              <p:cNvSpPr/>
              <p:nvPr/>
            </p:nvSpPr>
            <p:spPr>
              <a:xfrm>
                <a:off x="6581138" y="4941126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B570608-3E6A-4244-982B-664A6C264EE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1138" y="4941126"/>
                <a:ext cx="828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81835DDE-424F-4F89-90C6-86F0DE1CE51A}"/>
                  </a:ext>
                </a:extLst>
              </p:cNvPr>
              <p:cNvSpPr/>
              <p:nvPr/>
            </p:nvSpPr>
            <p:spPr>
              <a:xfrm>
                <a:off x="9028586" y="152565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81835DDE-424F-4F89-90C6-86F0DE1CE5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1525657"/>
                <a:ext cx="828000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839D67D6-B172-4482-B063-19DB3D6EF500}"/>
                  </a:ext>
                </a:extLst>
              </p:cNvPr>
              <p:cNvSpPr/>
              <p:nvPr/>
            </p:nvSpPr>
            <p:spPr>
              <a:xfrm>
                <a:off x="9028586" y="380263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839D67D6-B172-4482-B063-19DB3D6EF50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3802637"/>
                <a:ext cx="828000" cy="52200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B547A8E8-6EDD-4A58-A89C-637BE6C5336A}"/>
                  </a:ext>
                </a:extLst>
              </p:cNvPr>
              <p:cNvSpPr/>
              <p:nvPr/>
            </p:nvSpPr>
            <p:spPr>
              <a:xfrm>
                <a:off x="9028586" y="209490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B547A8E8-6EDD-4A58-A89C-637BE6C533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2094902"/>
                <a:ext cx="828000" cy="52200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2218514E-19F8-4335-9C89-7B700405D1D2}"/>
                  </a:ext>
                </a:extLst>
              </p:cNvPr>
              <p:cNvSpPr/>
              <p:nvPr/>
            </p:nvSpPr>
            <p:spPr>
              <a:xfrm>
                <a:off x="9028586" y="2664147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2218514E-19F8-4335-9C89-7B700405D1D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2664147"/>
                <a:ext cx="828000" cy="52200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CC643A25-036E-4BCD-857A-C059CF26EB88}"/>
                  </a:ext>
                </a:extLst>
              </p:cNvPr>
              <p:cNvSpPr/>
              <p:nvPr/>
            </p:nvSpPr>
            <p:spPr>
              <a:xfrm>
                <a:off x="9028586" y="323339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CC643A25-036E-4BCD-857A-C059CF26EB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3233392"/>
                <a:ext cx="828000" cy="52200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E46DAAF5-72E3-4357-ABC0-E17C91C7060C}"/>
                  </a:ext>
                </a:extLst>
              </p:cNvPr>
              <p:cNvSpPr/>
              <p:nvPr/>
            </p:nvSpPr>
            <p:spPr>
              <a:xfrm>
                <a:off x="9028586" y="4371882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E46DAAF5-72E3-4357-ABC0-E17C91C706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4371882"/>
                <a:ext cx="828000" cy="52200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D6F7759A-7869-42CC-BEC0-7BBB1A62443F}"/>
                  </a:ext>
                </a:extLst>
              </p:cNvPr>
              <p:cNvSpPr/>
              <p:nvPr/>
            </p:nvSpPr>
            <p:spPr>
              <a:xfrm>
                <a:off x="9028586" y="4941126"/>
                <a:ext cx="828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D6F7759A-7869-42CC-BEC0-7BBB1A6244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8586" y="4941126"/>
                <a:ext cx="828000" cy="52200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32D7949-B270-4F92-A9E3-17EF7C0DDDA7}"/>
                  </a:ext>
                </a:extLst>
              </p:cNvPr>
              <p:cNvSpPr/>
              <p:nvPr/>
            </p:nvSpPr>
            <p:spPr>
              <a:xfrm>
                <a:off x="5875134" y="5482736"/>
                <a:ext cx="2738817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32D7949-B270-4F92-A9E3-17EF7C0DDD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75134" y="5482736"/>
                <a:ext cx="2738817" cy="108000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50E874C4-B858-4B53-B547-21B9145DF1AF}"/>
                  </a:ext>
                </a:extLst>
              </p:cNvPr>
              <p:cNvSpPr/>
              <p:nvPr/>
            </p:nvSpPr>
            <p:spPr>
              <a:xfrm>
                <a:off x="8284470" y="5482736"/>
                <a:ext cx="2551664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50E874C4-B858-4B53-B547-21B9145DF1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84470" y="5482736"/>
                <a:ext cx="2551664" cy="108000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142852A3-FEDC-40A1-98BD-F7B35015D7E8}"/>
                  </a:ext>
                </a:extLst>
              </p:cNvPr>
              <p:cNvSpPr txBox="1"/>
              <p:nvPr/>
            </p:nvSpPr>
            <p:spPr>
              <a:xfrm>
                <a:off x="363316" y="7038148"/>
                <a:ext cx="551181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u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IN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u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</m:e>
                      </m:rad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142852A3-FEDC-40A1-98BD-F7B35015D7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3316" y="7038148"/>
                <a:ext cx="5511817" cy="1365374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9D7EE289-6E44-4A39-B81B-C1FDBA7BF454}"/>
                  </a:ext>
                </a:extLst>
              </p:cNvPr>
              <p:cNvSpPr/>
              <p:nvPr/>
            </p:nvSpPr>
            <p:spPr>
              <a:xfrm>
                <a:off x="10727555" y="4631063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9D7EE289-6E44-4A39-B81B-C1FDBA7BF4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27555" y="4631063"/>
                <a:ext cx="1476000" cy="522000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05972421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74" grpId="0"/>
      <p:bldP spid="75" grpId="0"/>
      <p:bldP spid="76" grpId="0"/>
      <p:bldP spid="77" grpId="0"/>
      <p:bldP spid="78" grpId="0"/>
      <p:bldP spid="79" grpId="0"/>
      <p:bldP spid="13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80" grpId="0"/>
      <p:bldP spid="88" grpId="0"/>
      <p:bldP spid="89" grpId="0"/>
      <p:bldP spid="90" grpId="0"/>
      <p:bldP spid="91" grpId="0"/>
      <p:bldP spid="92" grpId="0"/>
      <p:bldP spid="93" grpId="0"/>
      <p:bldP spid="95" grpId="0"/>
      <p:bldP spid="96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3C20B0-E773-BA1C-F52B-5634E6BC6B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D4476B1-6DE8-4E2A-C476-73822F0B74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3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1DEA50C-57D6-4EC9-8DFF-6401D394AA55}"/>
                  </a:ext>
                </a:extLst>
              </p:cNvPr>
              <p:cNvSpPr txBox="1"/>
              <p:nvPr/>
            </p:nvSpPr>
            <p:spPr>
              <a:xfrm>
                <a:off x="777997" y="2063626"/>
                <a:ext cx="543584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u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IN" sz="2800" b="0" i="0" smtClean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u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f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 i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</m:e>
                      </m:rad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1DEA50C-57D6-4EC9-8DFF-6401D394AA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7997" y="2063626"/>
                <a:ext cx="5435847" cy="13653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A26A3BB-F764-4A49-9E8B-1C5172EF6877}"/>
                  </a:ext>
                </a:extLst>
              </p:cNvPr>
              <p:cNvSpPr/>
              <p:nvPr/>
            </p:nvSpPr>
            <p:spPr>
              <a:xfrm>
                <a:off x="198030" y="821604"/>
                <a:ext cx="2034364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1A26A3BB-F764-4A49-9E8B-1C5172EF68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030" y="821604"/>
                <a:ext cx="2034364" cy="1080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C4797264-77FB-4F72-8812-FA85B49AB342}"/>
                  </a:ext>
                </a:extLst>
              </p:cNvPr>
              <p:cNvSpPr/>
              <p:nvPr/>
            </p:nvSpPr>
            <p:spPr>
              <a:xfrm>
                <a:off x="2398318" y="821604"/>
                <a:ext cx="2738817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C4797264-77FB-4F72-8812-FA85B49AB3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8318" y="821604"/>
                <a:ext cx="2738817" cy="1080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0DDC318-9EC4-4653-8651-FAC9C8ECD0E3}"/>
                  </a:ext>
                </a:extLst>
              </p:cNvPr>
              <p:cNvSpPr/>
              <p:nvPr/>
            </p:nvSpPr>
            <p:spPr>
              <a:xfrm>
                <a:off x="5303059" y="821604"/>
                <a:ext cx="2551664" cy="1080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u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0DDC318-9EC4-4653-8651-FAC9C8ECD0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3059" y="821604"/>
                <a:ext cx="2551664" cy="1080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DE2A74B2-CAEA-45EC-86AA-CF21095C7D04}"/>
                  </a:ext>
                </a:extLst>
              </p:cNvPr>
              <p:cNvSpPr txBox="1"/>
              <p:nvPr/>
            </p:nvSpPr>
            <p:spPr>
              <a:xfrm>
                <a:off x="777998" y="3788401"/>
                <a:ext cx="4947706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05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50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25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50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×10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DE2A74B2-CAEA-45EC-86AA-CF21095C7D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7998" y="3788401"/>
                <a:ext cx="4947706" cy="136537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34B0EA72-2DD4-4238-9951-A836676AFFF4}"/>
                  </a:ext>
                </a:extLst>
              </p:cNvPr>
              <p:cNvSpPr txBox="1"/>
              <p:nvPr/>
            </p:nvSpPr>
            <p:spPr>
              <a:xfrm>
                <a:off x="777998" y="5513176"/>
                <a:ext cx="45017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19.6214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34B0EA72-2DD4-4238-9951-A836676AFF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7998" y="5513176"/>
                <a:ext cx="4501784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59CC794C-2D92-43EE-B96E-334304581EA6}"/>
                  </a:ext>
                </a:extLst>
              </p:cNvPr>
              <p:cNvSpPr/>
              <p:nvPr/>
            </p:nvSpPr>
            <p:spPr>
              <a:xfrm>
                <a:off x="7854723" y="1024404"/>
                <a:ext cx="1476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59CC794C-2D92-43EE-B96E-334304581E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54723" y="1024404"/>
                <a:ext cx="1476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407B9E9-6B25-48CF-B5DE-38CBD52B4135}"/>
                  </a:ext>
                </a:extLst>
              </p:cNvPr>
              <p:cNvSpPr txBox="1"/>
              <p:nvPr/>
            </p:nvSpPr>
            <p:spPr>
              <a:xfrm>
                <a:off x="257333" y="4287290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407B9E9-6B25-48CF-B5DE-38CBD52B41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7333" y="4287290"/>
                <a:ext cx="50623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4AE4801-0242-4609-87F7-BA6BEEE3F319}"/>
                  </a:ext>
                </a:extLst>
              </p:cNvPr>
              <p:cNvSpPr txBox="1"/>
              <p:nvPr/>
            </p:nvSpPr>
            <p:spPr>
              <a:xfrm>
                <a:off x="257333" y="551317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4AE4801-0242-4609-87F7-BA6BEEE3F3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7333" y="5513176"/>
                <a:ext cx="506235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4984559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10" grpId="0"/>
      <p:bldP spid="11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8D6737-8C31-8592-D726-D04B4B1BED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1FDDDAF3-2992-13F5-944E-51C1ECCEF3B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167169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en-US" dirty="0"/>
                  <a:t>The arithmetic means of runs scored by three batsmen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</m:t>
                    </m:r>
                    <m:r>
                      <a:rPr lang="en-US"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B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and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C</m:t>
                    </m:r>
                    <m:r>
                      <a:rPr lang="en-US"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US" dirty="0"/>
                  <a:t> in the same series of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US" dirty="0"/>
                  <a:t> innings, are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50, 48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12</m:t>
                    </m:r>
                  </m:oMath>
                </a14:m>
                <a:r>
                  <a:rPr lang="en-US" dirty="0"/>
                  <a:t> respectively. The standard deviations of their runs are </a:t>
                </a:r>
                <a14:m>
                  <m:oMath xmlns:m="http://schemas.openxmlformats.org/officeDocument/2006/math">
                    <m:r>
                      <a:rPr lang="en-US">
                        <a:latin typeface="Cambria Math" panose="02040503050406030204" pitchFamily="18" charset="0"/>
                      </a:rPr>
                      <m:t>15, 12 </m:t>
                    </m:r>
                    <m:r>
                      <m:rPr>
                        <m:sty m:val="p"/>
                      </m:rPr>
                      <a:rPr lang="en-US">
                        <a:latin typeface="Cambria Math" panose="02040503050406030204" pitchFamily="18" charset="0"/>
                      </a:rPr>
                      <m:t>and</m:t>
                    </m:r>
                    <m:r>
                      <a:rPr lang="en-US">
                        <a:latin typeface="Cambria Math" panose="02040503050406030204" pitchFamily="18" charset="0"/>
                      </a:rPr>
                      <m:t> 2</m:t>
                    </m:r>
                  </m:oMath>
                </a14:m>
                <a:r>
                  <a:rPr lang="en-US" dirty="0"/>
                  <a:t> respectively. Who is the most consistent of the three? </a:t>
                </a:r>
              </a:p>
              <a:p>
                <a:pPr>
                  <a:lnSpc>
                    <a:spcPct val="120000"/>
                  </a:lnSpc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1FDDDAF3-2992-13F5-944E-51C1ECCEF3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671691"/>
              </a:xfrm>
              <a:prstGeom prst="rect">
                <a:avLst/>
              </a:prstGeom>
              <a:blipFill>
                <a:blip r:embed="rId3"/>
                <a:stretch>
                  <a:fillRect l="-1074" t="-727" r="-1074" b="-509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84147602-49EF-53ED-DC2C-E5C56BEBBD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4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161B25F3-5F32-B241-5FAF-C9EC7707A8DF}"/>
              </a:ext>
            </a:extLst>
          </p:cNvPr>
          <p:cNvSpPr txBox="1">
            <a:spLocks/>
          </p:cNvSpPr>
          <p:nvPr/>
        </p:nvSpPr>
        <p:spPr>
          <a:xfrm>
            <a:off x="131176" y="262853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781A959-71D5-478C-A18A-CA1FD10BA61B}"/>
                  </a:ext>
                </a:extLst>
              </p:cNvPr>
              <p:cNvSpPr txBox="1"/>
              <p:nvPr/>
            </p:nvSpPr>
            <p:spPr>
              <a:xfrm>
                <a:off x="2533411" y="3087381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781A959-71D5-478C-A18A-CA1FD10BA6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33411" y="3087381"/>
                <a:ext cx="89916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10B1240-7D24-4371-8432-0B70D6A8BBF4}"/>
                  </a:ext>
                </a:extLst>
              </p:cNvPr>
              <p:cNvSpPr txBox="1"/>
              <p:nvPr/>
            </p:nvSpPr>
            <p:spPr>
              <a:xfrm>
                <a:off x="6139916" y="3087381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10B1240-7D24-4371-8432-0B70D6A8BB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39916" y="3087381"/>
                <a:ext cx="89916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A561C8E-B225-4330-8523-2F40E71CFEEA}"/>
                  </a:ext>
                </a:extLst>
              </p:cNvPr>
              <p:cNvSpPr txBox="1"/>
              <p:nvPr/>
            </p:nvSpPr>
            <p:spPr>
              <a:xfrm>
                <a:off x="10468770" y="3087381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8A561C8E-B225-4330-8523-2F40E71CFE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68770" y="3087381"/>
                <a:ext cx="8991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C8A905D-E35D-48FC-BD42-114610EB1B2C}"/>
                  </a:ext>
                </a:extLst>
              </p:cNvPr>
              <p:cNvSpPr txBox="1"/>
              <p:nvPr/>
            </p:nvSpPr>
            <p:spPr>
              <a:xfrm>
                <a:off x="2533411" y="3678276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C8A905D-E35D-48FC-BD42-114610EB1B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33411" y="3678276"/>
                <a:ext cx="89916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A1DC294-5194-4337-B680-DA5071E37D9B}"/>
                  </a:ext>
                </a:extLst>
              </p:cNvPr>
              <p:cNvSpPr txBox="1"/>
              <p:nvPr/>
            </p:nvSpPr>
            <p:spPr>
              <a:xfrm>
                <a:off x="6139916" y="3678276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FA1DC294-5194-4337-B680-DA5071E37D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39916" y="3678276"/>
                <a:ext cx="89916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9F88CA1-C366-4B52-9E7A-E2A1FD6A6435}"/>
                  </a:ext>
                </a:extLst>
              </p:cNvPr>
              <p:cNvSpPr txBox="1"/>
              <p:nvPr/>
            </p:nvSpPr>
            <p:spPr>
              <a:xfrm>
                <a:off x="10468770" y="3678276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9F88CA1-C366-4B52-9E7A-E2A1FD6A64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68770" y="3678276"/>
                <a:ext cx="89916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F5602832-5D63-47A9-8C7F-63DD1CCFB83E}"/>
              </a:ext>
            </a:extLst>
          </p:cNvPr>
          <p:cNvSpPr txBox="1"/>
          <p:nvPr/>
        </p:nvSpPr>
        <p:spPr>
          <a:xfrm>
            <a:off x="1594216" y="4360460"/>
            <a:ext cx="852133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0" i="0" dirty="0">
                <a:solidFill>
                  <a:srgbClr val="002060"/>
                </a:solidFill>
                <a:effectLst/>
                <a:latin typeface="+mj-lt"/>
              </a:rPr>
              <a:t>To determine the most consistent batsman, 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2267738-32AA-4466-99BB-6AF1F6FFAAB3}"/>
                  </a:ext>
                </a:extLst>
              </p:cNvPr>
              <p:cNvSpPr txBox="1"/>
              <p:nvPr/>
            </p:nvSpPr>
            <p:spPr>
              <a:xfrm>
                <a:off x="1594216" y="5511739"/>
                <a:ext cx="2898898" cy="8275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2267738-32AA-4466-99BB-6AF1F6FFAA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511739"/>
                <a:ext cx="2898898" cy="82759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Box 19">
            <a:extLst>
              <a:ext uri="{FF2B5EF4-FFF2-40B4-BE49-F238E27FC236}">
                <a16:creationId xmlns:a16="http://schemas.microsoft.com/office/drawing/2014/main" id="{9F0B2800-B3A6-4D0F-B7AD-882FA310EEDB}"/>
              </a:ext>
            </a:extLst>
          </p:cNvPr>
          <p:cNvSpPr txBox="1"/>
          <p:nvPr/>
        </p:nvSpPr>
        <p:spPr>
          <a:xfrm>
            <a:off x="1594216" y="4824897"/>
            <a:ext cx="102777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0" i="0" dirty="0">
                <a:solidFill>
                  <a:srgbClr val="002060"/>
                </a:solidFill>
                <a:effectLst/>
                <a:latin typeface="+mj-lt"/>
              </a:rPr>
              <a:t>we need to compare the </a:t>
            </a:r>
            <a:r>
              <a:rPr lang="en-GB" sz="2800" b="1" i="0" dirty="0">
                <a:solidFill>
                  <a:srgbClr val="FF0000"/>
                </a:solidFill>
                <a:effectLst/>
                <a:latin typeface="+mj-lt"/>
              </a:rPr>
              <a:t>coefficient of variation (CV)</a:t>
            </a:r>
            <a:r>
              <a:rPr lang="en-GB" sz="2800" b="0" i="0" dirty="0">
                <a:solidFill>
                  <a:srgbClr val="002060"/>
                </a:solidFill>
                <a:effectLst/>
                <a:latin typeface="+mj-lt"/>
              </a:rPr>
              <a:t> for each batsman. 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E4B477D-CD55-4116-B993-A766B7968538}"/>
                  </a:ext>
                </a:extLst>
              </p:cNvPr>
              <p:cNvSpPr txBox="1"/>
              <p:nvPr/>
            </p:nvSpPr>
            <p:spPr>
              <a:xfrm>
                <a:off x="1594216" y="2627521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US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E4B477D-CD55-4116-B993-A766B79685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2627521"/>
                <a:ext cx="2464396" cy="523220"/>
              </a:xfrm>
              <a:prstGeom prst="rect">
                <a:avLst/>
              </a:prstGeom>
              <a:blipFill>
                <a:blip r:embed="rId11"/>
                <a:stretch>
                  <a:fillRect l="-5198" t="-10465" r="-990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AD41F1A-F187-46F4-B478-CD1DDAE498B0}"/>
                  </a:ext>
                </a:extLst>
              </p:cNvPr>
              <p:cNvSpPr txBox="1"/>
              <p:nvPr/>
            </p:nvSpPr>
            <p:spPr>
              <a:xfrm>
                <a:off x="5282300" y="2628343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US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AD41F1A-F187-46F4-B478-CD1DDAE498B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82300" y="2628343"/>
                <a:ext cx="2464396" cy="523220"/>
              </a:xfrm>
              <a:prstGeom prst="rect">
                <a:avLst/>
              </a:prstGeom>
              <a:blipFill>
                <a:blip r:embed="rId12"/>
                <a:stretch>
                  <a:fillRect l="-5198" t="-10465" r="-743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1103956-2881-42FF-BE9C-174FEB19E256}"/>
                  </a:ext>
                </a:extLst>
              </p:cNvPr>
              <p:cNvSpPr txBox="1"/>
              <p:nvPr/>
            </p:nvSpPr>
            <p:spPr>
              <a:xfrm>
                <a:off x="9596425" y="2628343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𝐂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1103956-2881-42FF-BE9C-174FEB19E2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96425" y="2628343"/>
                <a:ext cx="2464396" cy="523220"/>
              </a:xfrm>
              <a:prstGeom prst="rect">
                <a:avLst/>
              </a:prstGeom>
              <a:blipFill>
                <a:blip r:embed="rId13"/>
                <a:stretch>
                  <a:fillRect l="-4950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8B4E1969-EA6E-491C-BBC0-198F4A7CA187}"/>
                  </a:ext>
                </a:extLst>
              </p:cNvPr>
              <p:cNvSpPr txBox="1"/>
              <p:nvPr/>
            </p:nvSpPr>
            <p:spPr>
              <a:xfrm>
                <a:off x="1869987" y="3087381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8B4E1969-EA6E-491C-BBC0-198F4A7CA1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69987" y="3087381"/>
                <a:ext cx="101835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E7623E0-1B79-47E8-A2C6-3EF779BFDC48}"/>
                  </a:ext>
                </a:extLst>
              </p:cNvPr>
              <p:cNvSpPr txBox="1"/>
              <p:nvPr/>
            </p:nvSpPr>
            <p:spPr>
              <a:xfrm>
                <a:off x="1869987" y="3678276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E7623E0-1B79-47E8-A2C6-3EF779BFDC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69987" y="3678276"/>
                <a:ext cx="101835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42C3914-AEFB-4EF4-9097-8040F2D048AD}"/>
                  </a:ext>
                </a:extLst>
              </p:cNvPr>
              <p:cNvSpPr txBox="1"/>
              <p:nvPr/>
            </p:nvSpPr>
            <p:spPr>
              <a:xfrm>
                <a:off x="5463603" y="3087381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F42C3914-AEFB-4EF4-9097-8040F2D048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63603" y="3087381"/>
                <a:ext cx="101835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44BF742-D6C2-4BFC-AE16-DC246FB26B85}"/>
                  </a:ext>
                </a:extLst>
              </p:cNvPr>
              <p:cNvSpPr txBox="1"/>
              <p:nvPr/>
            </p:nvSpPr>
            <p:spPr>
              <a:xfrm>
                <a:off x="9794844" y="3087381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644BF742-D6C2-4BFC-AE16-DC246FB26B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94844" y="3087381"/>
                <a:ext cx="101835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B972825-BE4B-40DD-B27A-A2180A5607A5}"/>
                  </a:ext>
                </a:extLst>
              </p:cNvPr>
              <p:cNvSpPr txBox="1"/>
              <p:nvPr/>
            </p:nvSpPr>
            <p:spPr>
              <a:xfrm>
                <a:off x="5458665" y="3678276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B972825-BE4B-40DD-B27A-A2180A5607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8665" y="3678276"/>
                <a:ext cx="1018355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8ABDDEE-0449-412E-B641-718F7DEFA2B8}"/>
                  </a:ext>
                </a:extLst>
              </p:cNvPr>
              <p:cNvSpPr txBox="1"/>
              <p:nvPr/>
            </p:nvSpPr>
            <p:spPr>
              <a:xfrm>
                <a:off x="9808401" y="3678276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8ABDDEE-0449-412E-B641-718F7DEFA2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08401" y="3678276"/>
                <a:ext cx="101835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369123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0" grpId="0"/>
      <p:bldP spid="11" grpId="0"/>
      <p:bldP spid="12" grpId="0"/>
      <p:bldP spid="13" grpId="0"/>
      <p:bldP spid="14" grpId="0"/>
      <p:bldP spid="15" grpId="0"/>
      <p:bldP spid="17" grpId="0"/>
      <p:bldP spid="18" grpId="0"/>
      <p:bldP spid="20" grpId="0"/>
      <p:bldP spid="21" grpId="0"/>
      <p:bldP spid="22" grpId="0"/>
      <p:bldP spid="24" grpId="0"/>
      <p:bldP spid="26" grpId="0"/>
      <p:bldP spid="27" grpId="0"/>
      <p:bldP spid="28" grpId="0"/>
      <p:bldP spid="29" grpId="0"/>
      <p:bldP spid="30" grpId="0"/>
      <p:bldP spid="31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8D6737-8C31-8592-D726-D04B4B1BED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147602-49EF-53ED-DC2C-E5C56BEBBD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4 (Continue)</a:t>
            </a:r>
            <a:endParaRPr lang="en-US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0AC73B69-A2C3-5CCC-69F2-0EAB9DA2B73F}"/>
              </a:ext>
            </a:extLst>
          </p:cNvPr>
          <p:cNvSpPr/>
          <p:nvPr/>
        </p:nvSpPr>
        <p:spPr>
          <a:xfrm>
            <a:off x="3731307" y="6172152"/>
            <a:ext cx="1312965" cy="3893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EC89315-2EB5-459B-91EE-86A4BE540D79}"/>
                  </a:ext>
                </a:extLst>
              </p:cNvPr>
              <p:cNvSpPr txBox="1"/>
              <p:nvPr/>
            </p:nvSpPr>
            <p:spPr>
              <a:xfrm>
                <a:off x="1663038" y="1210367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EC89315-2EB5-459B-91EE-86A4BE540D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63038" y="1210367"/>
                <a:ext cx="89916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485873E-1032-4E25-AE85-0AEDB5451D67}"/>
                  </a:ext>
                </a:extLst>
              </p:cNvPr>
              <p:cNvSpPr txBox="1"/>
              <p:nvPr/>
            </p:nvSpPr>
            <p:spPr>
              <a:xfrm>
                <a:off x="5586970" y="1210367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485873E-1032-4E25-AE85-0AEDB5451D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86970" y="1210367"/>
                <a:ext cx="89916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2190DA7-3B4B-4E62-8502-2C93EA6E863E}"/>
                  </a:ext>
                </a:extLst>
              </p:cNvPr>
              <p:cNvSpPr txBox="1"/>
              <p:nvPr/>
            </p:nvSpPr>
            <p:spPr>
              <a:xfrm>
                <a:off x="9533002" y="1210367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2190DA7-3B4B-4E62-8502-2C93EA6E86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3002" y="1210367"/>
                <a:ext cx="89916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FEC1905-FCDE-49F9-906B-40244E353248}"/>
                  </a:ext>
                </a:extLst>
              </p:cNvPr>
              <p:cNvSpPr txBox="1"/>
              <p:nvPr/>
            </p:nvSpPr>
            <p:spPr>
              <a:xfrm>
                <a:off x="3204192" y="1210367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FEC1905-FCDE-49F9-906B-40244E3532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04192" y="1210367"/>
                <a:ext cx="8991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E06EC675-1E1C-499A-A3D6-4F2B8FCCAB6E}"/>
                  </a:ext>
                </a:extLst>
              </p:cNvPr>
              <p:cNvSpPr txBox="1"/>
              <p:nvPr/>
            </p:nvSpPr>
            <p:spPr>
              <a:xfrm>
                <a:off x="7099765" y="1210367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E06EC675-1E1C-499A-A3D6-4F2B8FCCAB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99765" y="1210367"/>
                <a:ext cx="89916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E9CEC8D8-69F1-4D64-9B63-3A51C282CB33}"/>
                  </a:ext>
                </a:extLst>
              </p:cNvPr>
              <p:cNvSpPr txBox="1"/>
              <p:nvPr/>
            </p:nvSpPr>
            <p:spPr>
              <a:xfrm>
                <a:off x="11010316" y="1210367"/>
                <a:ext cx="8991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E9CEC8D8-69F1-4D64-9B63-3A51C282CB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10316" y="1210367"/>
                <a:ext cx="89916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97D01BC-C3ED-49FD-9A75-C230D42739A5}"/>
                  </a:ext>
                </a:extLst>
              </p:cNvPr>
              <p:cNvSpPr txBox="1"/>
              <p:nvPr/>
            </p:nvSpPr>
            <p:spPr>
              <a:xfrm>
                <a:off x="9936900" y="5834552"/>
                <a:ext cx="2431549" cy="7203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4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4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  <m:r>
                            <a:rPr lang="en-US" sz="24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97D01BC-C3ED-49FD-9A75-C230D42739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36900" y="5834552"/>
                <a:ext cx="2431549" cy="72032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6990A14-0B58-4294-A99E-6B85B88A11C0}"/>
                  </a:ext>
                </a:extLst>
              </p:cNvPr>
              <p:cNvSpPr txBox="1"/>
              <p:nvPr/>
            </p:nvSpPr>
            <p:spPr>
              <a:xfrm>
                <a:off x="1346379" y="750507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US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6990A14-0B58-4294-A99E-6B85B88A11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6379" y="750507"/>
                <a:ext cx="2464396" cy="523220"/>
              </a:xfrm>
              <a:prstGeom prst="rect">
                <a:avLst/>
              </a:prstGeom>
              <a:blipFill>
                <a:blip r:embed="rId10"/>
                <a:stretch>
                  <a:fillRect l="-5198" t="-10465" r="-990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B0B1A0D-672E-4A91-A8C1-68704ADE02FC}"/>
                  </a:ext>
                </a:extLst>
              </p:cNvPr>
              <p:cNvSpPr txBox="1"/>
              <p:nvPr/>
            </p:nvSpPr>
            <p:spPr>
              <a:xfrm>
                <a:off x="5274105" y="751329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US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B0B1A0D-672E-4A91-A8C1-68704ADE02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4105" y="751329"/>
                <a:ext cx="2464396" cy="523220"/>
              </a:xfrm>
              <a:prstGeom prst="rect">
                <a:avLst/>
              </a:prstGeom>
              <a:blipFill>
                <a:blip r:embed="rId11"/>
                <a:stretch>
                  <a:fillRect l="-4950" t="-10465" r="-990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A74700E-C037-4B72-B2F9-E5793058CF44}"/>
                  </a:ext>
                </a:extLst>
              </p:cNvPr>
              <p:cNvSpPr txBox="1"/>
              <p:nvPr/>
            </p:nvSpPr>
            <p:spPr>
              <a:xfrm>
                <a:off x="9201831" y="751329"/>
                <a:ext cx="24643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For Batsman 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𝐂</m:t>
                    </m:r>
                  </m:oMath>
                </a14:m>
                <a:r>
                  <a:rPr lang="en-US" sz="2800" b="1" i="0" dirty="0">
                    <a:solidFill>
                      <a:srgbClr val="002060"/>
                    </a:solidFill>
                    <a:latin typeface="+mj-lt"/>
                  </a:rPr>
                  <a:t>:</a:t>
                </a:r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A74700E-C037-4B72-B2F9-E5793058CF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01831" y="751329"/>
                <a:ext cx="2464396" cy="523220"/>
              </a:xfrm>
              <a:prstGeom prst="rect">
                <a:avLst/>
              </a:prstGeom>
              <a:blipFill>
                <a:blip r:embed="rId12"/>
                <a:stretch>
                  <a:fillRect l="-4938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0A6EB6EE-BD74-4EA1-A1E2-8DD6F15FABB9}"/>
                  </a:ext>
                </a:extLst>
              </p:cNvPr>
              <p:cNvSpPr txBox="1"/>
              <p:nvPr/>
            </p:nvSpPr>
            <p:spPr>
              <a:xfrm>
                <a:off x="999614" y="1210367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0A6EB6EE-BD74-4EA1-A1E2-8DD6F15FAB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9614" y="1210367"/>
                <a:ext cx="101835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66C06619-EF41-40D8-AE58-47D1DC422F5A}"/>
                  </a:ext>
                </a:extLst>
              </p:cNvPr>
              <p:cNvSpPr txBox="1"/>
              <p:nvPr/>
            </p:nvSpPr>
            <p:spPr>
              <a:xfrm>
                <a:off x="2540768" y="1210367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66C06619-EF41-40D8-AE58-47D1DC422F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0768" y="1210367"/>
                <a:ext cx="101835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46940593-3082-4370-8542-3424D28DEF20}"/>
                  </a:ext>
                </a:extLst>
              </p:cNvPr>
              <p:cNvSpPr txBox="1"/>
              <p:nvPr/>
            </p:nvSpPr>
            <p:spPr>
              <a:xfrm>
                <a:off x="4910657" y="1210367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46940593-3082-4370-8542-3424D28DEF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0657" y="1210367"/>
                <a:ext cx="101835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B4E53E01-A29F-4D40-B35E-49B6B12DD38F}"/>
                  </a:ext>
                </a:extLst>
              </p:cNvPr>
              <p:cNvSpPr txBox="1"/>
              <p:nvPr/>
            </p:nvSpPr>
            <p:spPr>
              <a:xfrm>
                <a:off x="8859076" y="1210367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B4E53E01-A29F-4D40-B35E-49B6B12DD3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59076" y="1210367"/>
                <a:ext cx="101835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82FF24E-1622-4ACC-B488-F45FB48DD9DC}"/>
                  </a:ext>
                </a:extLst>
              </p:cNvPr>
              <p:cNvSpPr txBox="1"/>
              <p:nvPr/>
            </p:nvSpPr>
            <p:spPr>
              <a:xfrm>
                <a:off x="6418514" y="1210367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82FF24E-1622-4ACC-B488-F45FB48DD9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18514" y="1210367"/>
                <a:ext cx="101835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E94F849F-BE62-4759-8930-A5695D3B9FED}"/>
                  </a:ext>
                </a:extLst>
              </p:cNvPr>
              <p:cNvSpPr txBox="1"/>
              <p:nvPr/>
            </p:nvSpPr>
            <p:spPr>
              <a:xfrm>
                <a:off x="10349947" y="1210367"/>
                <a:ext cx="101835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C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E94F849F-BE62-4759-8930-A5695D3B9F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49947" y="1210367"/>
                <a:ext cx="1018355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D07497F8-B950-4709-8E76-E152DC61FAB3}"/>
                  </a:ext>
                </a:extLst>
              </p:cNvPr>
              <p:cNvSpPr txBox="1"/>
              <p:nvPr/>
            </p:nvSpPr>
            <p:spPr>
              <a:xfrm>
                <a:off x="1241054" y="1984602"/>
                <a:ext cx="2898898" cy="898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σ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sub>
                          </m:s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bar>
                                <m:barPr>
                                  <m:pos m:val="top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D07497F8-B950-4709-8E76-E152DC61FA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1054" y="1984602"/>
                <a:ext cx="2898898" cy="898131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75DD5F9-E031-4973-9B22-B2BF4EC6B1FE}"/>
                  </a:ext>
                </a:extLst>
              </p:cNvPr>
              <p:cNvSpPr txBox="1"/>
              <p:nvPr/>
            </p:nvSpPr>
            <p:spPr>
              <a:xfrm>
                <a:off x="5274105" y="1984602"/>
                <a:ext cx="2898898" cy="898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σ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sub>
                          </m:s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bar>
                                <m:barPr>
                                  <m:pos m:val="top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75DD5F9-E031-4973-9B22-B2BF4EC6B1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4105" y="1984602"/>
                <a:ext cx="2898898" cy="898131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FE90D49B-B928-4D39-88B1-21BC9092F4C5}"/>
                  </a:ext>
                </a:extLst>
              </p:cNvPr>
              <p:cNvSpPr txBox="1"/>
              <p:nvPr/>
            </p:nvSpPr>
            <p:spPr>
              <a:xfrm>
                <a:off x="9201831" y="1984602"/>
                <a:ext cx="2898898" cy="898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σ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sub>
                          </m:s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bar>
                                <m:barPr>
                                  <m:pos m:val="top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C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FE90D49B-B928-4D39-88B1-21BC9092F4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01831" y="1984602"/>
                <a:ext cx="2898898" cy="898131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CD4BA80-2409-410B-B4F0-3D63E61F33C1}"/>
                  </a:ext>
                </a:extLst>
              </p:cNvPr>
              <p:cNvSpPr txBox="1"/>
              <p:nvPr/>
            </p:nvSpPr>
            <p:spPr>
              <a:xfrm>
                <a:off x="1930484" y="3129043"/>
                <a:ext cx="2491018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15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50</m:t>
                          </m:r>
                        </m:den>
                      </m:f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CD4BA80-2409-410B-B4F0-3D63E61F33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30484" y="3129043"/>
                <a:ext cx="2491018" cy="91057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D2950DD-F5FF-498B-A9FD-B21DB1296A4C}"/>
                  </a:ext>
                </a:extLst>
              </p:cNvPr>
              <p:cNvSpPr txBox="1"/>
              <p:nvPr/>
            </p:nvSpPr>
            <p:spPr>
              <a:xfrm>
                <a:off x="5967112" y="3131384"/>
                <a:ext cx="2491018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48</m:t>
                          </m:r>
                        </m:den>
                      </m:f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D2950DD-F5FF-498B-A9FD-B21DB1296A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67112" y="3131384"/>
                <a:ext cx="2491018" cy="91057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C2A05D4-8DF4-4376-94A8-3F7A6980D8B9}"/>
                  </a:ext>
                </a:extLst>
              </p:cNvPr>
              <p:cNvSpPr txBox="1"/>
              <p:nvPr/>
            </p:nvSpPr>
            <p:spPr>
              <a:xfrm>
                <a:off x="9877431" y="3126131"/>
                <a:ext cx="2491018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12 </m:t>
                          </m:r>
                        </m:den>
                      </m:f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C2A05D4-8DF4-4376-94A8-3F7A6980D8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77431" y="3126131"/>
                <a:ext cx="2491018" cy="91057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10364142-709A-415F-BB53-3009001A2D43}"/>
                  </a:ext>
                </a:extLst>
              </p:cNvPr>
              <p:cNvSpPr txBox="1"/>
              <p:nvPr/>
            </p:nvSpPr>
            <p:spPr>
              <a:xfrm>
                <a:off x="1930484" y="4285923"/>
                <a:ext cx="146975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0%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10364142-709A-415F-BB53-3009001A2D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30484" y="4285923"/>
                <a:ext cx="1469756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E1406AC8-B4FF-4210-A621-0E7CE20420E8}"/>
                  </a:ext>
                </a:extLst>
              </p:cNvPr>
              <p:cNvSpPr txBox="1"/>
              <p:nvPr/>
            </p:nvSpPr>
            <p:spPr>
              <a:xfrm>
                <a:off x="5967111" y="4285923"/>
                <a:ext cx="14697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5%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E1406AC8-B4FF-4210-A621-0E7CE20420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67111" y="4285923"/>
                <a:ext cx="1469757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24730139-0537-4C18-934C-A601C5339CA2}"/>
                  </a:ext>
                </a:extLst>
              </p:cNvPr>
              <p:cNvSpPr txBox="1"/>
              <p:nvPr/>
            </p:nvSpPr>
            <p:spPr>
              <a:xfrm>
                <a:off x="9877431" y="4285923"/>
                <a:ext cx="22232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6.6667%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24730139-0537-4C18-934C-A601C5339C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77431" y="4285923"/>
                <a:ext cx="2223298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98C83F25-47E4-48CC-A472-828B6B054383}"/>
              </a:ext>
            </a:extLst>
          </p:cNvPr>
          <p:cNvCxnSpPr/>
          <p:nvPr/>
        </p:nvCxnSpPr>
        <p:spPr>
          <a:xfrm>
            <a:off x="4624702" y="750507"/>
            <a:ext cx="0" cy="435243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7E535CB4-FE4A-4EEF-9828-35915A8DE3F9}"/>
              </a:ext>
            </a:extLst>
          </p:cNvPr>
          <p:cNvCxnSpPr/>
          <p:nvPr/>
        </p:nvCxnSpPr>
        <p:spPr>
          <a:xfrm>
            <a:off x="8644252" y="750507"/>
            <a:ext cx="0" cy="435243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48441D40-7791-4BC3-B7DB-A997B074EA18}"/>
                  </a:ext>
                </a:extLst>
              </p:cNvPr>
              <p:cNvSpPr txBox="1"/>
              <p:nvPr/>
            </p:nvSpPr>
            <p:spPr>
              <a:xfrm>
                <a:off x="1642327" y="5364039"/>
                <a:ext cx="72167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Batsman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𝐂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has the lowest coefficient of variation. 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48441D40-7791-4BC3-B7DB-A997B074EA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2327" y="5364039"/>
                <a:ext cx="7216750" cy="523220"/>
              </a:xfrm>
              <a:prstGeom prst="rect">
                <a:avLst/>
              </a:prstGeom>
              <a:blipFill>
                <a:blip r:embed="rId28"/>
                <a:stretch>
                  <a:fillRect l="-1689" t="-11628" r="-676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3" name="TextBox 52">
            <a:extLst>
              <a:ext uri="{FF2B5EF4-FFF2-40B4-BE49-F238E27FC236}">
                <a16:creationId xmlns:a16="http://schemas.microsoft.com/office/drawing/2014/main" id="{C231EFA9-DA6E-41B1-BDAD-AFC0A0728543}"/>
              </a:ext>
            </a:extLst>
          </p:cNvPr>
          <p:cNvSpPr txBox="1"/>
          <p:nvPr/>
        </p:nvSpPr>
        <p:spPr>
          <a:xfrm>
            <a:off x="1642327" y="5900199"/>
            <a:ext cx="72167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 So, he is the most consistent.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E16EE779-616C-464F-96B5-0B687A1F7AE3}"/>
              </a:ext>
            </a:extLst>
          </p:cNvPr>
          <p:cNvSpPr/>
          <p:nvPr/>
        </p:nvSpPr>
        <p:spPr>
          <a:xfrm>
            <a:off x="9851636" y="4260691"/>
            <a:ext cx="2249093" cy="573684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30127083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40" grpId="0"/>
      <p:bldP spid="41" grpId="0"/>
      <p:bldP spid="42" grpId="0"/>
      <p:bldP spid="43" grpId="0"/>
      <p:bldP spid="44" grpId="0"/>
      <p:bldP spid="47" grpId="0"/>
      <p:bldP spid="48" grpId="0"/>
      <p:bldP spid="49" grpId="0"/>
      <p:bldP spid="52" grpId="0"/>
      <p:bldP spid="53" grpId="0"/>
      <p:bldP spid="9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98E6E2-B586-28BC-F428-1B80A4D617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5570F0B3-D8A1-87DF-AC1E-FBB3D783729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289263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2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Two machines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are used to fill a mixture of cement concrete in a beam. Find the standard deviation of each machine &amp; comment on the performances of two machines.</a:t>
                </a:r>
                <a:endParaRPr lang="en-IN" dirty="0"/>
              </a:p>
              <a:p>
                <a:r>
                  <a:rPr lang="en-US" dirty="0"/>
                  <a:t> </a:t>
                </a:r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5570F0B3-D8A1-87DF-AC1E-FBB3D78372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892631"/>
              </a:xfrm>
              <a:prstGeom prst="rect">
                <a:avLst/>
              </a:prstGeom>
              <a:blipFill>
                <a:blip r:embed="rId3"/>
                <a:stretch>
                  <a:fillRect l="-1074" t="-421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330F67E8-34D1-F23F-1E34-530733B5B3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5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F89460DA-7D05-977A-BF1F-B95B13F1D456}"/>
              </a:ext>
            </a:extLst>
          </p:cNvPr>
          <p:cNvSpPr txBox="1">
            <a:spLocks/>
          </p:cNvSpPr>
          <p:nvPr/>
        </p:nvSpPr>
        <p:spPr>
          <a:xfrm>
            <a:off x="131176" y="391710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3B775304-E188-E80B-BA55-6CE5A069648E}"/>
              </a:ext>
            </a:extLst>
          </p:cNvPr>
          <p:cNvSpPr/>
          <p:nvPr/>
        </p:nvSpPr>
        <p:spPr>
          <a:xfrm>
            <a:off x="3731307" y="6172152"/>
            <a:ext cx="1312965" cy="3893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 dirty="0">
              <a:solidFill>
                <a:srgbClr val="002060"/>
              </a:solidFill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F686A41-85CE-2934-4B23-74900D9CF9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3471534"/>
              </p:ext>
            </p:extLst>
          </p:nvPr>
        </p:nvGraphicFramePr>
        <p:xfrm>
          <a:off x="258911" y="2468368"/>
          <a:ext cx="11690739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26989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4077968920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1563288358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307590941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4027990523"/>
                    </a:ext>
                  </a:extLst>
                </a:gridCol>
                <a:gridCol w="1046375">
                  <a:extLst>
                    <a:ext uri="{9D8B030D-6E8A-4147-A177-3AD203B41FA5}">
                      <a16:colId xmlns:a16="http://schemas.microsoft.com/office/drawing/2014/main" val="307361629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A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B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6974308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40D684C6-7908-4FA0-B961-8FB73436101A}"/>
                  </a:ext>
                </a:extLst>
              </p:cNvPr>
              <p:cNvSpPr/>
              <p:nvPr/>
            </p:nvSpPr>
            <p:spPr>
              <a:xfrm>
                <a:off x="1676458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40D684C6-7908-4FA0-B961-8FB7343610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6458" y="2525194"/>
                <a:ext cx="720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0ACCB057-56DA-4025-9240-1524E7E42D13}"/>
                  </a:ext>
                </a:extLst>
              </p:cNvPr>
              <p:cNvSpPr/>
              <p:nvPr/>
            </p:nvSpPr>
            <p:spPr>
              <a:xfrm>
                <a:off x="5858394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0ACCB057-56DA-4025-9240-1524E7E42D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8394" y="2525194"/>
                <a:ext cx="720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81414FDF-A2A7-4B53-908B-9BE384C5B115}"/>
                  </a:ext>
                </a:extLst>
              </p:cNvPr>
              <p:cNvSpPr/>
              <p:nvPr/>
            </p:nvSpPr>
            <p:spPr>
              <a:xfrm>
                <a:off x="2721942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81414FDF-A2A7-4B53-908B-9BE384C5B1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21942" y="2525194"/>
                <a:ext cx="720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2964DBA7-00FE-4A32-AFCE-D4663C1336CA}"/>
                  </a:ext>
                </a:extLst>
              </p:cNvPr>
              <p:cNvSpPr/>
              <p:nvPr/>
            </p:nvSpPr>
            <p:spPr>
              <a:xfrm>
                <a:off x="3767426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2964DBA7-00FE-4A32-AFCE-D4663C1336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7426" y="2525194"/>
                <a:ext cx="720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FCD867C-10A1-4F0E-A455-F9D564BF1E22}"/>
                  </a:ext>
                </a:extLst>
              </p:cNvPr>
              <p:cNvSpPr/>
              <p:nvPr/>
            </p:nvSpPr>
            <p:spPr>
              <a:xfrm>
                <a:off x="4812910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FCD867C-10A1-4F0E-A455-F9D564BF1E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12910" y="2525194"/>
                <a:ext cx="720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F4708D5-7839-4C74-B0FC-713E954DD2DB}"/>
                  </a:ext>
                </a:extLst>
              </p:cNvPr>
              <p:cNvSpPr/>
              <p:nvPr/>
            </p:nvSpPr>
            <p:spPr>
              <a:xfrm>
                <a:off x="6903878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39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F4708D5-7839-4C74-B0FC-713E954DD2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03878" y="2525194"/>
                <a:ext cx="720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F9482E0B-1701-4C41-9E7D-0076204EEC38}"/>
                  </a:ext>
                </a:extLst>
              </p:cNvPr>
              <p:cNvSpPr/>
              <p:nvPr/>
            </p:nvSpPr>
            <p:spPr>
              <a:xfrm>
                <a:off x="7949362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F9482E0B-1701-4C41-9E7D-0076204EEC3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49362" y="2525194"/>
                <a:ext cx="720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3CE3A38F-080E-4B61-AFDD-C1D0D530940E}"/>
                  </a:ext>
                </a:extLst>
              </p:cNvPr>
              <p:cNvSpPr/>
              <p:nvPr/>
            </p:nvSpPr>
            <p:spPr>
              <a:xfrm>
                <a:off x="8994846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3CE3A38F-080E-4B61-AFDD-C1D0D530940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4846" y="2525194"/>
                <a:ext cx="720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B23D4A19-CC00-4C8E-825F-EA43FFE36DF2}"/>
                  </a:ext>
                </a:extLst>
              </p:cNvPr>
              <p:cNvSpPr/>
              <p:nvPr/>
            </p:nvSpPr>
            <p:spPr>
              <a:xfrm>
                <a:off x="10040330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B23D4A19-CC00-4C8E-825F-EA43FFE36D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40330" y="2525194"/>
                <a:ext cx="720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F717BF22-53A0-47E8-9CF7-1988BB1CDD33}"/>
                  </a:ext>
                </a:extLst>
              </p:cNvPr>
              <p:cNvSpPr/>
              <p:nvPr/>
            </p:nvSpPr>
            <p:spPr>
              <a:xfrm>
                <a:off x="11085816" y="25251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F717BF22-53A0-47E8-9CF7-1988BB1CDD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85816" y="2525194"/>
                <a:ext cx="720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5B3A7A7E-A1F9-431E-AF59-733AE78CE3FB}"/>
                  </a:ext>
                </a:extLst>
              </p:cNvPr>
              <p:cNvSpPr/>
              <p:nvPr/>
            </p:nvSpPr>
            <p:spPr>
              <a:xfrm>
                <a:off x="1676458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19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5B3A7A7E-A1F9-431E-AF59-733AE78CE3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6458" y="3098368"/>
                <a:ext cx="720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278C1D97-7805-4511-963F-933E6238D9FD}"/>
                  </a:ext>
                </a:extLst>
              </p:cNvPr>
              <p:cNvSpPr/>
              <p:nvPr/>
            </p:nvSpPr>
            <p:spPr>
              <a:xfrm>
                <a:off x="5858394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278C1D97-7805-4511-963F-933E6238D9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8394" y="3098368"/>
                <a:ext cx="720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0748F928-2787-4130-BE7D-AA13A394074B}"/>
                  </a:ext>
                </a:extLst>
              </p:cNvPr>
              <p:cNvSpPr/>
              <p:nvPr/>
            </p:nvSpPr>
            <p:spPr>
              <a:xfrm>
                <a:off x="2721942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0748F928-2787-4130-BE7D-AA13A39407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21942" y="3098368"/>
                <a:ext cx="720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FFA7D42C-2F0A-436C-A7EE-03E441BE24D3}"/>
                  </a:ext>
                </a:extLst>
              </p:cNvPr>
              <p:cNvSpPr/>
              <p:nvPr/>
            </p:nvSpPr>
            <p:spPr>
              <a:xfrm>
                <a:off x="3767426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FFA7D42C-2F0A-436C-A7EE-03E441BE24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7426" y="3098368"/>
                <a:ext cx="720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F04C70CE-F73A-42AB-A7A2-F86C75858A6D}"/>
                  </a:ext>
                </a:extLst>
              </p:cNvPr>
              <p:cNvSpPr/>
              <p:nvPr/>
            </p:nvSpPr>
            <p:spPr>
              <a:xfrm>
                <a:off x="4812910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F04C70CE-F73A-42AB-A7A2-F86C75858A6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12910" y="3098368"/>
                <a:ext cx="720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61A8D006-12E3-4EF5-94AF-3CAC3B3786B2}"/>
                  </a:ext>
                </a:extLst>
              </p:cNvPr>
              <p:cNvSpPr/>
              <p:nvPr/>
            </p:nvSpPr>
            <p:spPr>
              <a:xfrm>
                <a:off x="6903878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61A8D006-12E3-4EF5-94AF-3CAC3B3786B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03878" y="3098368"/>
                <a:ext cx="720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D6505FAD-4D96-4BB3-B332-947E990788A5}"/>
                  </a:ext>
                </a:extLst>
              </p:cNvPr>
              <p:cNvSpPr/>
              <p:nvPr/>
            </p:nvSpPr>
            <p:spPr>
              <a:xfrm>
                <a:off x="7949362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D6505FAD-4D96-4BB3-B332-947E990788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49362" y="3098368"/>
                <a:ext cx="720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E222ED7-9FF7-45C7-BF6C-0F1C85367BB5}"/>
                  </a:ext>
                </a:extLst>
              </p:cNvPr>
              <p:cNvSpPr/>
              <p:nvPr/>
            </p:nvSpPr>
            <p:spPr>
              <a:xfrm>
                <a:off x="8994846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E222ED7-9FF7-45C7-BF6C-0F1C85367B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94846" y="3098368"/>
                <a:ext cx="720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7A7F90A-A37C-49F8-BC22-447C1432AFB7}"/>
                  </a:ext>
                </a:extLst>
              </p:cNvPr>
              <p:cNvSpPr/>
              <p:nvPr/>
            </p:nvSpPr>
            <p:spPr>
              <a:xfrm>
                <a:off x="10040330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67A7F90A-A37C-49F8-BC22-447C1432AFB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40330" y="3098368"/>
                <a:ext cx="720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6572E8CC-55A3-41E0-9731-20CE47AF8F62}"/>
                  </a:ext>
                </a:extLst>
              </p:cNvPr>
              <p:cNvSpPr/>
              <p:nvPr/>
            </p:nvSpPr>
            <p:spPr>
              <a:xfrm>
                <a:off x="11085816" y="309836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6572E8CC-55A3-41E0-9731-20CE47AF8F6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85816" y="3098368"/>
                <a:ext cx="720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982310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11A855-902A-AC6C-A053-D3FF2B3780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8BFBD0-EB91-53BA-C2FD-A4E544B319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4" name="Table 33">
                <a:extLst>
                  <a:ext uri="{FF2B5EF4-FFF2-40B4-BE49-F238E27FC236}">
                    <a16:creationId xmlns:a16="http://schemas.microsoft.com/office/drawing/2014/main" id="{9DF764C3-5B6C-4B7B-DA26-B32EFC923BB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47465282"/>
                  </p:ext>
                </p:extLst>
              </p:nvPr>
            </p:nvGraphicFramePr>
            <p:xfrm>
              <a:off x="143728" y="776559"/>
              <a:ext cx="3240000" cy="57612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2000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620000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A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 </m:t>
                                </m:r>
                                <m:d>
                                  <m:d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Sup>
                                  <m:sSubSup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5950598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4" name="Table 33">
                <a:extLst>
                  <a:ext uri="{FF2B5EF4-FFF2-40B4-BE49-F238E27FC236}">
                    <a16:creationId xmlns:a16="http://schemas.microsoft.com/office/drawing/2014/main" id="{9DF764C3-5B6C-4B7B-DA26-B32EFC923BB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47465282"/>
                  </p:ext>
                </p:extLst>
              </p:nvPr>
            </p:nvGraphicFramePr>
            <p:xfrm>
              <a:off x="143728" y="776559"/>
              <a:ext cx="3240000" cy="57612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2000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620000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375" t="-2326" r="-100749" b="-100348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00752" t="-2326" r="-1128" b="-100348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5950598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75E1CC77-C132-E5B3-0515-22B2F95E0528}"/>
                  </a:ext>
                </a:extLst>
              </p:cNvPr>
              <p:cNvSpPr/>
              <p:nvPr/>
            </p:nvSpPr>
            <p:spPr>
              <a:xfrm>
                <a:off x="502454" y="131697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75E1CC77-C132-E5B3-0515-22B2F95E05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1316976"/>
                <a:ext cx="792000" cy="52200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076B542F-31E5-3EA9-99D5-9E09A2C8A9A2}"/>
                  </a:ext>
                </a:extLst>
              </p:cNvPr>
              <p:cNvSpPr/>
              <p:nvPr/>
            </p:nvSpPr>
            <p:spPr>
              <a:xfrm>
                <a:off x="502454" y="34058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076B542F-31E5-3EA9-99D5-9E09A2C8A9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3405816"/>
                <a:ext cx="792000" cy="52200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83A8A3F-189A-FA5C-C397-F29CF385CD45}"/>
                  </a:ext>
                </a:extLst>
              </p:cNvPr>
              <p:cNvSpPr/>
              <p:nvPr/>
            </p:nvSpPr>
            <p:spPr>
              <a:xfrm>
                <a:off x="502454" y="183918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D83A8A3F-189A-FA5C-C397-F29CF385CD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1839186"/>
                <a:ext cx="792000" cy="52200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355BA09B-A1C6-111D-A499-D3C9D9393463}"/>
                  </a:ext>
                </a:extLst>
              </p:cNvPr>
              <p:cNvSpPr/>
              <p:nvPr/>
            </p:nvSpPr>
            <p:spPr>
              <a:xfrm>
                <a:off x="502454" y="236139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355BA09B-A1C6-111D-A499-D3C9D93934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2361396"/>
                <a:ext cx="792000" cy="52200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AE40F5A-52CF-54D0-28BF-6BCADD531760}"/>
                  </a:ext>
                </a:extLst>
              </p:cNvPr>
              <p:cNvSpPr/>
              <p:nvPr/>
            </p:nvSpPr>
            <p:spPr>
              <a:xfrm>
                <a:off x="502454" y="288360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AE40F5A-52CF-54D0-28BF-6BCADD53176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2883606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B2304247-E2C4-E0BA-5CA8-FCDF31F28D37}"/>
                  </a:ext>
                </a:extLst>
              </p:cNvPr>
              <p:cNvSpPr/>
              <p:nvPr/>
            </p:nvSpPr>
            <p:spPr>
              <a:xfrm>
                <a:off x="502454" y="39280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B2304247-E2C4-E0BA-5CA8-FCDF31F28D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3928026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8112FDD-C531-7449-0EA7-71B21B206789}"/>
                  </a:ext>
                </a:extLst>
              </p:cNvPr>
              <p:cNvSpPr/>
              <p:nvPr/>
            </p:nvSpPr>
            <p:spPr>
              <a:xfrm>
                <a:off x="502454" y="445023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8112FDD-C531-7449-0EA7-71B21B20678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4450236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368A04C4-A7DE-47F8-8FF3-3904827C5DB0}"/>
                  </a:ext>
                </a:extLst>
              </p:cNvPr>
              <p:cNvSpPr/>
              <p:nvPr/>
            </p:nvSpPr>
            <p:spPr>
              <a:xfrm>
                <a:off x="502454" y="497244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368A04C4-A7DE-47F8-8FF3-3904827C5DB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4972446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2287F9AF-F134-79D0-A85E-F9D76F79CA7E}"/>
                  </a:ext>
                </a:extLst>
              </p:cNvPr>
              <p:cNvSpPr/>
              <p:nvPr/>
            </p:nvSpPr>
            <p:spPr>
              <a:xfrm>
                <a:off x="502454" y="549465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2287F9AF-F134-79D0-A85E-F9D76F79CA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5494656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EFFF90B8-42D9-D10F-B9CB-D12B37B90FC9}"/>
                  </a:ext>
                </a:extLst>
              </p:cNvPr>
              <p:cNvSpPr/>
              <p:nvPr/>
            </p:nvSpPr>
            <p:spPr>
              <a:xfrm>
                <a:off x="502454" y="601686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EFFF90B8-42D9-D10F-B9CB-D12B37B90F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54" y="6016866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B9D778E-5BB1-B13B-F915-01044003577B}"/>
                  </a:ext>
                </a:extLst>
              </p:cNvPr>
              <p:cNvSpPr/>
              <p:nvPr/>
            </p:nvSpPr>
            <p:spPr>
              <a:xfrm>
                <a:off x="2030646" y="131636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B9D778E-5BB1-B13B-F915-0104400357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1316366"/>
                <a:ext cx="1080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F0058827-0AA2-EFFD-F977-F2666AF664EE}"/>
                  </a:ext>
                </a:extLst>
              </p:cNvPr>
              <p:cNvSpPr/>
              <p:nvPr/>
            </p:nvSpPr>
            <p:spPr>
              <a:xfrm>
                <a:off x="2030646" y="340520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5041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F0058827-0AA2-EFFD-F977-F2666AF664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3405206"/>
                <a:ext cx="1080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71FF949B-90C3-1396-8A8E-7DD631C9F67A}"/>
                  </a:ext>
                </a:extLst>
              </p:cNvPr>
              <p:cNvSpPr/>
              <p:nvPr/>
            </p:nvSpPr>
            <p:spPr>
              <a:xfrm>
                <a:off x="2030646" y="183857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784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71FF949B-90C3-1396-8A8E-7DD631C9F67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1838576"/>
                <a:ext cx="1080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3A80BB2-CDC1-99F1-432F-7EEBC81D409F}"/>
                  </a:ext>
                </a:extLst>
              </p:cNvPr>
              <p:cNvSpPr/>
              <p:nvPr/>
            </p:nvSpPr>
            <p:spPr>
              <a:xfrm>
                <a:off x="2030646" y="23607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2209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3A80BB2-CDC1-99F1-432F-7EEBC81D40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2360786"/>
                <a:ext cx="108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81A16214-99E7-9011-ACC3-360FFF1DED01}"/>
                  </a:ext>
                </a:extLst>
              </p:cNvPr>
              <p:cNvSpPr/>
              <p:nvPr/>
            </p:nvSpPr>
            <p:spPr>
              <a:xfrm>
                <a:off x="2030646" y="288299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3969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81A16214-99E7-9011-ACC3-360FFF1DED0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2882996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8315F106-5975-32C7-7EAC-B059E5F7CCBA}"/>
                  </a:ext>
                </a:extLst>
              </p:cNvPr>
              <p:cNvSpPr/>
              <p:nvPr/>
            </p:nvSpPr>
            <p:spPr>
              <a:xfrm>
                <a:off x="2030646" y="392741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1521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8315F106-5975-32C7-7EAC-B059E5F7CC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3927416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8CBEE65E-BE56-D954-CE39-221C4198235A}"/>
                  </a:ext>
                </a:extLst>
              </p:cNvPr>
              <p:cNvSpPr/>
              <p:nvPr/>
            </p:nvSpPr>
            <p:spPr>
              <a:xfrm>
                <a:off x="2030646" y="444962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8CBEE65E-BE56-D954-CE39-221C419823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4449626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6FE88E03-0643-7F53-9D68-892C0242F562}"/>
                  </a:ext>
                </a:extLst>
              </p:cNvPr>
              <p:cNvSpPr/>
              <p:nvPr/>
            </p:nvSpPr>
            <p:spPr>
              <a:xfrm>
                <a:off x="2030646" y="497183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6FE88E03-0643-7F53-9D68-892C0242F56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4971836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70279F1F-CB3C-4112-1330-5338035F094D}"/>
                  </a:ext>
                </a:extLst>
              </p:cNvPr>
              <p:cNvSpPr/>
              <p:nvPr/>
            </p:nvSpPr>
            <p:spPr>
              <a:xfrm>
                <a:off x="2030646" y="549404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9216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70279F1F-CB3C-4112-1330-5338035F09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5494046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81B3BE28-0413-7EC5-2892-FF76E4253C43}"/>
                  </a:ext>
                </a:extLst>
              </p:cNvPr>
              <p:cNvSpPr/>
              <p:nvPr/>
            </p:nvSpPr>
            <p:spPr>
              <a:xfrm>
                <a:off x="2030646" y="601625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81B3BE28-0413-7EC5-2892-FF76E4253C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0646" y="6016256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0A821D6D-9498-4319-9555-D6B7835A46D8}"/>
                  </a:ext>
                </a:extLst>
              </p:cNvPr>
              <p:cNvSpPr/>
              <p:nvPr/>
            </p:nvSpPr>
            <p:spPr>
              <a:xfrm>
                <a:off x="3459387" y="800309"/>
                <a:ext cx="2702600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0A821D6D-9498-4319-9555-D6B7835A46D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9387" y="800309"/>
                <a:ext cx="2702600" cy="1150719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0F643019-C28C-4EC0-ABE8-6CEAFEE47615}"/>
                  </a:ext>
                </a:extLst>
              </p:cNvPr>
              <p:cNvSpPr/>
              <p:nvPr/>
            </p:nvSpPr>
            <p:spPr>
              <a:xfrm>
                <a:off x="3459387" y="2014927"/>
                <a:ext cx="2636613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Sup>
                            <m:sSub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27660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0F643019-C28C-4EC0-ABE8-6CEAFEE476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9387" y="2014927"/>
                <a:ext cx="2636613" cy="1150719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74901B31-D219-40A4-83D0-CF1923F82FB7}"/>
                  </a:ext>
                </a:extLst>
              </p:cNvPr>
              <p:cNvSpPr/>
              <p:nvPr/>
            </p:nvSpPr>
            <p:spPr>
              <a:xfrm>
                <a:off x="10402297" y="3415925"/>
                <a:ext cx="1364724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n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74901B31-D219-40A4-83D0-CF1923F82FB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02297" y="3415925"/>
                <a:ext cx="1364724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3" name="Table 42">
                <a:extLst>
                  <a:ext uri="{FF2B5EF4-FFF2-40B4-BE49-F238E27FC236}">
                    <a16:creationId xmlns:a16="http://schemas.microsoft.com/office/drawing/2014/main" id="{54DBA1AE-09C3-40A4-A08A-455CFB5FAEB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13707461"/>
                  </p:ext>
                </p:extLst>
              </p:nvPr>
            </p:nvGraphicFramePr>
            <p:xfrm>
              <a:off x="6142440" y="776559"/>
              <a:ext cx="3240000" cy="57612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2000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620000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B</m:t>
                                </m:r>
                                <m: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 </m:t>
                                </m:r>
                                <m:d>
                                  <m:d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y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Sup>
                                  <m:sSubSup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y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5950598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3" name="Table 42">
                <a:extLst>
                  <a:ext uri="{FF2B5EF4-FFF2-40B4-BE49-F238E27FC236}">
                    <a16:creationId xmlns:a16="http://schemas.microsoft.com/office/drawing/2014/main" id="{54DBA1AE-09C3-40A4-A08A-455CFB5FAEB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13707461"/>
                  </p:ext>
                </p:extLst>
              </p:nvPr>
            </p:nvGraphicFramePr>
            <p:xfrm>
              <a:off x="6142440" y="776559"/>
              <a:ext cx="3240000" cy="576122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2000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1620000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6"/>
                          <a:stretch>
                            <a:fillRect l="-375" t="-2326" r="-100749" b="-100348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6"/>
                          <a:stretch>
                            <a:fillRect l="-100752" t="-2326" r="-1128" b="-100348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5950598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87729581-F7E8-4049-A840-56EC8186640B}"/>
                  </a:ext>
                </a:extLst>
              </p:cNvPr>
              <p:cNvSpPr/>
              <p:nvPr/>
            </p:nvSpPr>
            <p:spPr>
              <a:xfrm>
                <a:off x="6544139" y="131636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87729581-F7E8-4049-A840-56EC818664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1316366"/>
                <a:ext cx="720000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0892941F-BF3B-4524-97C2-4FB2BDDEC216}"/>
                  </a:ext>
                </a:extLst>
              </p:cNvPr>
              <p:cNvSpPr/>
              <p:nvPr/>
            </p:nvSpPr>
            <p:spPr>
              <a:xfrm>
                <a:off x="6544139" y="3405678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0892941F-BF3B-4524-97C2-4FB2BDDEC2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3405678"/>
                <a:ext cx="720000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7AFB0A99-89BF-4C6E-94BE-AB7C872B5D57}"/>
                  </a:ext>
                </a:extLst>
              </p:cNvPr>
              <p:cNvSpPr/>
              <p:nvPr/>
            </p:nvSpPr>
            <p:spPr>
              <a:xfrm>
                <a:off x="6544139" y="183869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7AFB0A99-89BF-4C6E-94BE-AB7C872B5D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1838694"/>
                <a:ext cx="720000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302741B4-BCC4-493B-BEB5-B153BA01FD55}"/>
                  </a:ext>
                </a:extLst>
              </p:cNvPr>
              <p:cNvSpPr/>
              <p:nvPr/>
            </p:nvSpPr>
            <p:spPr>
              <a:xfrm>
                <a:off x="6544139" y="236102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302741B4-BCC4-493B-BEB5-B153BA01FD5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2361022"/>
                <a:ext cx="720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0D75058-BA9B-454F-B028-82DC116438CD}"/>
                  </a:ext>
                </a:extLst>
              </p:cNvPr>
              <p:cNvSpPr/>
              <p:nvPr/>
            </p:nvSpPr>
            <p:spPr>
              <a:xfrm>
                <a:off x="6544139" y="288335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0D75058-BA9B-454F-B028-82DC116438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2883350"/>
                <a:ext cx="720000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81F2BCC-40FA-4C4F-AA90-BF0E8B709472}"/>
                  </a:ext>
                </a:extLst>
              </p:cNvPr>
              <p:cNvSpPr/>
              <p:nvPr/>
            </p:nvSpPr>
            <p:spPr>
              <a:xfrm>
                <a:off x="6544139" y="3928006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C81F2BCC-40FA-4C4F-AA90-BF0E8B7094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3928006"/>
                <a:ext cx="720000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!!10">
                <a:extLst>
                  <a:ext uri="{FF2B5EF4-FFF2-40B4-BE49-F238E27FC236}">
                    <a16:creationId xmlns:a16="http://schemas.microsoft.com/office/drawing/2014/main" id="{9CFBBA3B-FF3D-40EB-9977-D784D0C1A3C5}"/>
                  </a:ext>
                </a:extLst>
              </p:cNvPr>
              <p:cNvSpPr/>
              <p:nvPr/>
            </p:nvSpPr>
            <p:spPr>
              <a:xfrm>
                <a:off x="6544139" y="4450334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!!10">
                <a:extLst>
                  <a:ext uri="{FF2B5EF4-FFF2-40B4-BE49-F238E27FC236}">
                    <a16:creationId xmlns:a16="http://schemas.microsoft.com/office/drawing/2014/main" id="{9CFBBA3B-FF3D-40EB-9977-D784D0C1A3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4450334"/>
                <a:ext cx="720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1D8CA21F-2756-4FDE-A13B-40DDFCE07808}"/>
                  </a:ext>
                </a:extLst>
              </p:cNvPr>
              <p:cNvSpPr/>
              <p:nvPr/>
            </p:nvSpPr>
            <p:spPr>
              <a:xfrm>
                <a:off x="6544139" y="4972662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1D8CA21F-2756-4FDE-A13B-40DDFCE078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4972662"/>
                <a:ext cx="720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5153CE4-0D19-4B52-86C2-D85480C2CF99}"/>
                  </a:ext>
                </a:extLst>
              </p:cNvPr>
              <p:cNvSpPr/>
              <p:nvPr/>
            </p:nvSpPr>
            <p:spPr>
              <a:xfrm>
                <a:off x="6544139" y="5494990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5153CE4-0D19-4B52-86C2-D85480C2CF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5494990"/>
                <a:ext cx="720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37BB19F9-EA75-4D42-9281-5923D61E7D43}"/>
                  </a:ext>
                </a:extLst>
              </p:cNvPr>
              <p:cNvSpPr/>
              <p:nvPr/>
            </p:nvSpPr>
            <p:spPr>
              <a:xfrm>
                <a:off x="6544139" y="6017319"/>
                <a:ext cx="72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37BB19F9-EA75-4D42-9281-5923D61E7D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4139" y="6017319"/>
                <a:ext cx="720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36A3F62-CFEF-4E61-8026-38865CE1B0F1}"/>
                  </a:ext>
                </a:extLst>
              </p:cNvPr>
              <p:cNvSpPr/>
              <p:nvPr/>
            </p:nvSpPr>
            <p:spPr>
              <a:xfrm>
                <a:off x="8041370" y="1316366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36A3F62-CFEF-4E61-8026-38865CE1B0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1316366"/>
                <a:ext cx="1080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D6B4EA67-30FD-43B4-BBFA-1BCA08B8F625}"/>
                  </a:ext>
                </a:extLst>
              </p:cNvPr>
              <p:cNvSpPr/>
              <p:nvPr/>
            </p:nvSpPr>
            <p:spPr>
              <a:xfrm>
                <a:off x="8041370" y="3403850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4489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D6B4EA67-30FD-43B4-BBFA-1BCA08B8F6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3403850"/>
                <a:ext cx="1080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9234C406-A3C6-4B1C-B7E6-F96491DC940F}"/>
                  </a:ext>
                </a:extLst>
              </p:cNvPr>
              <p:cNvSpPr/>
              <p:nvPr/>
            </p:nvSpPr>
            <p:spPr>
              <a:xfrm>
                <a:off x="8041370" y="1838237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961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9234C406-A3C6-4B1C-B7E6-F96491DC94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1838237"/>
                <a:ext cx="1080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2D364D5F-9DF0-4020-84ED-067DBE13A849}"/>
                  </a:ext>
                </a:extLst>
              </p:cNvPr>
              <p:cNvSpPr/>
              <p:nvPr/>
            </p:nvSpPr>
            <p:spPr>
              <a:xfrm>
                <a:off x="8041370" y="2360108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2304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2D364D5F-9DF0-4020-84ED-067DBE13A84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2360108"/>
                <a:ext cx="1080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A1390C8D-7FE4-445F-A88D-79731F5908AF}"/>
                  </a:ext>
                </a:extLst>
              </p:cNvPr>
              <p:cNvSpPr/>
              <p:nvPr/>
            </p:nvSpPr>
            <p:spPr>
              <a:xfrm>
                <a:off x="8041370" y="2881979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2809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A1390C8D-7FE4-445F-A88D-79731F590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2881979"/>
                <a:ext cx="1080000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19F1CA86-5E50-45F3-B6F9-0326126BF798}"/>
                  </a:ext>
                </a:extLst>
              </p:cNvPr>
              <p:cNvSpPr/>
              <p:nvPr/>
            </p:nvSpPr>
            <p:spPr>
              <a:xfrm>
                <a:off x="8041370" y="3925721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19F1CA86-5E50-45F3-B6F9-0326126BF7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3925721"/>
                <a:ext cx="1080000" cy="52200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A8B65CD2-4A69-4C88-8B97-2CDE31B53120}"/>
                  </a:ext>
                </a:extLst>
              </p:cNvPr>
              <p:cNvSpPr/>
              <p:nvPr/>
            </p:nvSpPr>
            <p:spPr>
              <a:xfrm>
                <a:off x="8041370" y="4447592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A8B65CD2-4A69-4C88-8B97-2CDE31B5312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4447592"/>
                <a:ext cx="1080000" cy="52200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570CB710-E092-4AFD-ACBF-B8E6E7F1BD27}"/>
                  </a:ext>
                </a:extLst>
              </p:cNvPr>
              <p:cNvSpPr/>
              <p:nvPr/>
            </p:nvSpPr>
            <p:spPr>
              <a:xfrm>
                <a:off x="8041370" y="4969463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5184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570CB710-E092-4AFD-ACBF-B8E6E7F1BD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4969463"/>
                <a:ext cx="1080000" cy="52200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4454CD55-7201-422C-9C0F-AEE02049D510}"/>
                  </a:ext>
                </a:extLst>
              </p:cNvPr>
              <p:cNvSpPr/>
              <p:nvPr/>
            </p:nvSpPr>
            <p:spPr>
              <a:xfrm>
                <a:off x="8041370" y="5491334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4454CD55-7201-422C-9C0F-AEE02049D5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5491334"/>
                <a:ext cx="1080000" cy="52200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DA99DFF-E207-4DC9-B477-B08915F1FB49}"/>
                  </a:ext>
                </a:extLst>
              </p:cNvPr>
              <p:cNvSpPr/>
              <p:nvPr/>
            </p:nvSpPr>
            <p:spPr>
              <a:xfrm>
                <a:off x="8041370" y="6013209"/>
                <a:ext cx="1080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DA99DFF-E207-4DC9-B477-B08915F1FB4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1370" y="6013209"/>
                <a:ext cx="1080000" cy="52200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769CB47-374B-4865-A531-9C7A7C4EDDDC}"/>
                  </a:ext>
                </a:extLst>
              </p:cNvPr>
              <p:cNvSpPr/>
              <p:nvPr/>
            </p:nvSpPr>
            <p:spPr>
              <a:xfrm>
                <a:off x="9660783" y="800309"/>
                <a:ext cx="2702600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y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769CB47-374B-4865-A531-9C7A7C4EDD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60783" y="800309"/>
                <a:ext cx="2702600" cy="1150719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2C36A484-AAB7-48B9-8D3B-40A599D62FCC}"/>
                  </a:ext>
                </a:extLst>
              </p:cNvPr>
              <p:cNvSpPr/>
              <p:nvPr/>
            </p:nvSpPr>
            <p:spPr>
              <a:xfrm>
                <a:off x="9660783" y="2014927"/>
                <a:ext cx="2847753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Sup>
                            <m:sSub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y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32308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2C36A484-AAB7-48B9-8D3B-40A599D62F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60783" y="2014927"/>
                <a:ext cx="2847753" cy="1150719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4433553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Wor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55" grpId="0"/>
      <p:bldP spid="56" grpId="0"/>
      <p:bldP spid="58" grpId="0"/>
      <p:bldP spid="54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79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11A855-902A-AC6C-A053-D3FF2B3780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8BFBD0-EB91-53BA-C2FD-A4E544B319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5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AA970FBE-1ABA-9845-AE6B-9B72CD83E17B}"/>
                  </a:ext>
                </a:extLst>
              </p:cNvPr>
              <p:cNvSpPr txBox="1"/>
              <p:nvPr/>
            </p:nvSpPr>
            <p:spPr>
              <a:xfrm>
                <a:off x="716709" y="5230667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25.4951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AA970FBE-1ABA-9845-AE6B-9B72CD83E1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709" y="5230667"/>
                <a:ext cx="2445782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5416A07-ADEC-E42B-20BD-CF8B071EDDC2}"/>
                  </a:ext>
                </a:extLst>
              </p:cNvPr>
              <p:cNvSpPr txBox="1"/>
              <p:nvPr/>
            </p:nvSpPr>
            <p:spPr>
              <a:xfrm>
                <a:off x="291510" y="412690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45416A07-ADEC-E42B-20BD-CF8B071EDD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1510" y="4126903"/>
                <a:ext cx="506235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E0466A66-50B3-0CB9-7043-27BF90C8B0E3}"/>
                  </a:ext>
                </a:extLst>
              </p:cNvPr>
              <p:cNvSpPr txBox="1"/>
              <p:nvPr/>
            </p:nvSpPr>
            <p:spPr>
              <a:xfrm>
                <a:off x="315076" y="523066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E0466A66-50B3-0CB9-7043-27BF90C8B0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5076" y="5230667"/>
                <a:ext cx="506235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74E481C-AE05-620D-86C5-17B80C4DEB7B}"/>
                  </a:ext>
                </a:extLst>
              </p:cNvPr>
              <p:cNvSpPr txBox="1"/>
              <p:nvPr/>
            </p:nvSpPr>
            <p:spPr>
              <a:xfrm>
                <a:off x="716710" y="3647397"/>
                <a:ext cx="469443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27660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10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US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460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US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10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74E481C-AE05-620D-86C5-17B80C4DEB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710" y="3647397"/>
                <a:ext cx="4694434" cy="136537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Box 2">
            <a:extLst>
              <a:ext uri="{FF2B5EF4-FFF2-40B4-BE49-F238E27FC236}">
                <a16:creationId xmlns:a16="http://schemas.microsoft.com/office/drawing/2014/main" id="{92ED1701-767B-4ABC-7155-9429223E7B64}"/>
              </a:ext>
            </a:extLst>
          </p:cNvPr>
          <p:cNvSpPr txBox="1"/>
          <p:nvPr/>
        </p:nvSpPr>
        <p:spPr>
          <a:xfrm>
            <a:off x="114660" y="1737997"/>
            <a:ext cx="137616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Now,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78F3CC0-DBAA-4860-8EAE-1E5B7FD0B5D3}"/>
                  </a:ext>
                </a:extLst>
              </p:cNvPr>
              <p:cNvSpPr txBox="1"/>
              <p:nvPr/>
            </p:nvSpPr>
            <p:spPr>
              <a:xfrm>
                <a:off x="716709" y="2171096"/>
                <a:ext cx="4260195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78F3CC0-DBAA-4860-8EAE-1E5B7FD0B5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709" y="2171096"/>
                <a:ext cx="4260195" cy="136537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0D2CA41B-87C3-4252-A1B8-CE25B37560B7}"/>
                  </a:ext>
                </a:extLst>
              </p:cNvPr>
              <p:cNvSpPr/>
              <p:nvPr/>
            </p:nvSpPr>
            <p:spPr>
              <a:xfrm>
                <a:off x="114660" y="683132"/>
                <a:ext cx="2702600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0D2CA41B-87C3-4252-A1B8-CE25B37560B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660" y="683132"/>
                <a:ext cx="2702600" cy="115071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93FC4800-996F-4330-9F33-FB8130E68FD0}"/>
                  </a:ext>
                </a:extLst>
              </p:cNvPr>
              <p:cNvSpPr/>
              <p:nvPr/>
            </p:nvSpPr>
            <p:spPr>
              <a:xfrm>
                <a:off x="2586540" y="683132"/>
                <a:ext cx="2636613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Sup>
                            <m:sSub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27660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93FC4800-996F-4330-9F33-FB8130E68F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86540" y="683132"/>
                <a:ext cx="2636613" cy="1150719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93CC8B34-3B98-47F2-A82E-5943D3986CB2}"/>
                  </a:ext>
                </a:extLst>
              </p:cNvPr>
              <p:cNvSpPr/>
              <p:nvPr/>
            </p:nvSpPr>
            <p:spPr>
              <a:xfrm>
                <a:off x="10827276" y="996881"/>
                <a:ext cx="1364724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n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93CC8B34-3B98-47F2-A82E-5943D3986CB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27276" y="996881"/>
                <a:ext cx="136472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B5DC3693-70BB-4C65-A4A4-3570F6A60CA9}"/>
                  </a:ext>
                </a:extLst>
              </p:cNvPr>
              <p:cNvSpPr/>
              <p:nvPr/>
            </p:nvSpPr>
            <p:spPr>
              <a:xfrm>
                <a:off x="5481626" y="683132"/>
                <a:ext cx="2702600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y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B5DC3693-70BB-4C65-A4A4-3570F6A60C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81626" y="683132"/>
                <a:ext cx="2702600" cy="115071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973B78B7-6DC8-40DD-A718-711910FC99A2}"/>
                  </a:ext>
                </a:extLst>
              </p:cNvPr>
              <p:cNvSpPr/>
              <p:nvPr/>
            </p:nvSpPr>
            <p:spPr>
              <a:xfrm>
                <a:off x="7849419" y="683132"/>
                <a:ext cx="2847753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Sup>
                            <m:sSub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y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32308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973B78B7-6DC8-40DD-A718-711910FC99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49419" y="683132"/>
                <a:ext cx="2847753" cy="1150719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F66DD59-F480-493F-BA8D-D73A7D09B63A}"/>
                  </a:ext>
                </a:extLst>
              </p:cNvPr>
              <p:cNvSpPr txBox="1"/>
              <p:nvPr/>
            </p:nvSpPr>
            <p:spPr>
              <a:xfrm>
                <a:off x="7215097" y="5230667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25.0958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F66DD59-F480-493F-BA8D-D73A7D09B6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15097" y="5230667"/>
                <a:ext cx="2445782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2ABACEC-6445-4959-82EB-8EAA191CD583}"/>
                  </a:ext>
                </a:extLst>
              </p:cNvPr>
              <p:cNvSpPr txBox="1"/>
              <p:nvPr/>
            </p:nvSpPr>
            <p:spPr>
              <a:xfrm>
                <a:off x="6745023" y="412690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2ABACEC-6445-4959-82EB-8EAA191CD5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45023" y="4126903"/>
                <a:ext cx="50623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8F0DEBD8-EAB6-4CD0-8D07-A969B5F67E53}"/>
                  </a:ext>
                </a:extLst>
              </p:cNvPr>
              <p:cNvSpPr txBox="1"/>
              <p:nvPr/>
            </p:nvSpPr>
            <p:spPr>
              <a:xfrm>
                <a:off x="6768589" y="523066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8F0DEBD8-EAB6-4CD0-8D07-A969B5F67E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8589" y="5230667"/>
                <a:ext cx="50623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7B7C401E-D1E8-442D-BEDB-985F2A09510B}"/>
                  </a:ext>
                </a:extLst>
              </p:cNvPr>
              <p:cNvSpPr txBox="1"/>
              <p:nvPr/>
            </p:nvSpPr>
            <p:spPr>
              <a:xfrm>
                <a:off x="7215098" y="3647397"/>
                <a:ext cx="4694434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3</m:t>
                              </m:r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2308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10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5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</m:t>
                                      </m:r>
                                      <m:r>
                                        <a:rPr lang="en-US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0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US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10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7B7C401E-D1E8-442D-BEDB-985F2A0951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15098" y="3647397"/>
                <a:ext cx="4694434" cy="1365374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5156D7AC-29E6-414F-82D9-79F4B44787E6}"/>
                  </a:ext>
                </a:extLst>
              </p:cNvPr>
              <p:cNvSpPr txBox="1"/>
              <p:nvPr/>
            </p:nvSpPr>
            <p:spPr>
              <a:xfrm>
                <a:off x="7215097" y="2171096"/>
                <a:ext cx="4260195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y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IN" sz="2800" b="0" i="0" smtClean="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y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5156D7AC-29E6-414F-82D9-79F4B44787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15097" y="2171096"/>
                <a:ext cx="4260195" cy="1365374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FA2B0F09-06DA-4DF4-969E-B9B2BAFA7217}"/>
              </a:ext>
            </a:extLst>
          </p:cNvPr>
          <p:cNvCxnSpPr>
            <a:cxnSpLocks/>
          </p:cNvCxnSpPr>
          <p:nvPr/>
        </p:nvCxnSpPr>
        <p:spPr>
          <a:xfrm>
            <a:off x="6096000" y="1737997"/>
            <a:ext cx="0" cy="401589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939B7E69-B926-4600-BA4E-F704C599365D}"/>
              </a:ext>
            </a:extLst>
          </p:cNvPr>
          <p:cNvSpPr txBox="1"/>
          <p:nvPr/>
        </p:nvSpPr>
        <p:spPr>
          <a:xfrm>
            <a:off x="6318871" y="1737997"/>
            <a:ext cx="110356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and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320E43C9-1875-4A65-8711-3FE3420826FC}"/>
                  </a:ext>
                </a:extLst>
              </p:cNvPr>
              <p:cNvSpPr txBox="1"/>
              <p:nvPr/>
            </p:nvSpPr>
            <p:spPr>
              <a:xfrm>
                <a:off x="114660" y="5992589"/>
                <a:ext cx="98509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b="1" dirty="0">
                    <a:solidFill>
                      <a:srgbClr val="FF0000"/>
                    </a:solidFill>
                  </a:rPr>
                  <a:t>There is less variability in the performance of the machine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IN" sz="2800" b="1" dirty="0">
                    <a:solidFill>
                      <a:srgbClr val="FF0000"/>
                    </a:solidFill>
                  </a:rPr>
                  <a:t>.</a:t>
                </a:r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320E43C9-1875-4A65-8711-3FE3420826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660" y="5992589"/>
                <a:ext cx="9850990" cy="523220"/>
              </a:xfrm>
              <a:prstGeom prst="rect">
                <a:avLst/>
              </a:prstGeom>
              <a:blipFill>
                <a:blip r:embed="rId17"/>
                <a:stretch>
                  <a:fillRect l="-1300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8034214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0" grpId="0"/>
      <p:bldP spid="11" grpId="0"/>
      <p:bldP spid="12" grpId="0"/>
      <p:bldP spid="3" grpId="0"/>
      <p:bldP spid="57" grpId="0"/>
      <p:bldP spid="63" grpId="0"/>
      <p:bldP spid="64" grpId="0"/>
      <p:bldP spid="65" grpId="0"/>
      <p:bldP spid="66" grpId="0"/>
      <p:bldP spid="67" grpId="0"/>
      <p:bldP spid="69" grpId="0"/>
      <p:bldP spid="71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DE4E6-EBA8-AC3C-C42F-BAC17DC97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585799B9-A8F3-B78E-0A1C-F133DB088AC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466428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An analysis of monthly wages paid to the workers of two firms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A</m:t>
                    </m:r>
                  </m:oMath>
                </a14:m>
                <a:r>
                  <a:rPr lang="en-US" dirty="0"/>
                  <a:t> and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i="0" dirty="0" smtClean="0">
                        <a:latin typeface="Cambria Math" panose="02040503050406030204" pitchFamily="18" charset="0"/>
                      </a:rPr>
                      <m:t>B</m:t>
                    </m:r>
                  </m:oMath>
                </a14:m>
                <a:r>
                  <a:rPr lang="en-US" dirty="0"/>
                  <a:t> belonging to the same industry gives the following results:</a:t>
                </a:r>
                <a:endParaRPr lang="en-IN" dirty="0"/>
              </a:p>
              <a:p>
                <a:pPr>
                  <a:spcAft>
                    <a:spcPts val="300"/>
                  </a:spcAft>
                </a:pPr>
                <a:r>
                  <a:rPr lang="en-US" dirty="0"/>
                  <a:t> </a:t>
                </a:r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585799B9-A8F3-B78E-0A1C-F133DB088A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4664281"/>
              </a:xfrm>
              <a:prstGeom prst="rect">
                <a:avLst/>
              </a:prstGeom>
              <a:blipFill>
                <a:blip r:embed="rId3"/>
                <a:stretch>
                  <a:fillRect l="-1074" t="-1175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E5D3E381-830B-342B-6BD6-B48E814B3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6</a:t>
            </a:r>
            <a:endParaRPr lang="en-US" dirty="0"/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2C41418-D1E8-29B3-30F2-FA3742C7D7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8187447"/>
              </p:ext>
            </p:extLst>
          </p:nvPr>
        </p:nvGraphicFramePr>
        <p:xfrm>
          <a:off x="283302" y="1847222"/>
          <a:ext cx="10476138" cy="20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69848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2303145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2303145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 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Firm A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Firm B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Number of workers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500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600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Average daily wage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186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175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0621907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Variance of distribution of wages</a:t>
                      </a:r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81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2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100</a:t>
                      </a:r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0594930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561B066-CB5E-4D34-8A56-F873B6743661}"/>
              </a:ext>
            </a:extLst>
          </p:cNvPr>
          <p:cNvSpPr txBox="1"/>
          <p:nvPr/>
        </p:nvSpPr>
        <p:spPr>
          <a:xfrm>
            <a:off x="150771" y="3955185"/>
            <a:ext cx="120107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l">
              <a:tabLst>
                <a:tab pos="0" algn="l"/>
                <a:tab pos="447675" algn="l"/>
              </a:tabLst>
            </a:pPr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(1)  Which firm has a larger wage bill?</a:t>
            </a:r>
            <a:endParaRPr lang="en-IN" sz="2800" dirty="0">
              <a:solidFill>
                <a:schemeClr val="bg1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2357FA1-3D1E-4486-9062-75EAB4D4BECF}"/>
              </a:ext>
            </a:extLst>
          </p:cNvPr>
          <p:cNvSpPr txBox="1"/>
          <p:nvPr/>
        </p:nvSpPr>
        <p:spPr>
          <a:xfrm>
            <a:off x="150771" y="4452235"/>
            <a:ext cx="120107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just">
              <a:tabLst>
                <a:tab pos="0" algn="l"/>
                <a:tab pos="447675" algn="l"/>
              </a:tabLst>
            </a:pPr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(2)  In which firm, is there greater variability in individual wages?</a:t>
            </a:r>
            <a:endParaRPr lang="en-IN" sz="2800" dirty="0">
              <a:solidFill>
                <a:schemeClr val="bg1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082949D-9E99-4AB5-8228-804B9EF1EFDB}"/>
              </a:ext>
            </a:extLst>
          </p:cNvPr>
          <p:cNvSpPr txBox="1"/>
          <p:nvPr/>
        </p:nvSpPr>
        <p:spPr>
          <a:xfrm>
            <a:off x="150771" y="4949285"/>
            <a:ext cx="121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marR="0" indent="-514350" algn="just">
              <a:buAutoNum type="arabicParenBoth" startAt="3"/>
              <a:tabLst>
                <a:tab pos="0" algn="l"/>
                <a:tab pos="447675" algn="l"/>
                <a:tab pos="266700" algn="l"/>
                <a:tab pos="447675" algn="l"/>
              </a:tabLst>
            </a:pPr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Calculate average daily wages of all the workers in the firms A &amp; B taken together.</a:t>
            </a:r>
            <a:endParaRPr lang="en-IN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86B8F5DB-9006-4561-AA00-C590E3E62986}"/>
              </a:ext>
            </a:extLst>
          </p:cNvPr>
          <p:cNvSpPr txBox="1">
            <a:spLocks/>
          </p:cNvSpPr>
          <p:nvPr/>
        </p:nvSpPr>
        <p:spPr>
          <a:xfrm>
            <a:off x="131176" y="568875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</p:spTree>
    <p:extLst>
      <p:ext uri="{BB962C8B-B14F-4D97-AF65-F5344CB8AC3E}">
        <p14:creationId xmlns:p14="http://schemas.microsoft.com/office/powerpoint/2010/main" val="32602736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DE4E6-EBA8-AC3C-C42F-BAC17DC97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D3E381-830B-342B-6BD6-B48E814B3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6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2C41418-D1E8-29B3-30F2-FA3742C7D7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6782647"/>
              </p:ext>
            </p:extLst>
          </p:nvPr>
        </p:nvGraphicFramePr>
        <p:xfrm>
          <a:off x="232518" y="839306"/>
          <a:ext cx="8804801" cy="1584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9693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803933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803933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</a:tblGrid>
              <a:tr h="382139"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 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Firm A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Firm B</a:t>
                      </a:r>
                      <a:endParaRPr lang="en-IN" sz="26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382139"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Number of workers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500</a:t>
                      </a:r>
                      <a:endParaRPr lang="en-IN" sz="26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600</a:t>
                      </a:r>
                      <a:endParaRPr lang="en-IN" sz="26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  <a:tr h="382139">
                <a:tc>
                  <a:txBody>
                    <a:bodyPr/>
                    <a:lstStyle/>
                    <a:p>
                      <a:pPr algn="ctr"/>
                      <a:r>
                        <a:rPr lang="en-US" sz="26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Average daily wage</a:t>
                      </a:r>
                      <a:endParaRPr lang="en-IN" sz="26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186</a:t>
                      </a:r>
                      <a:endParaRPr lang="en-IN" sz="26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175</a:t>
                      </a:r>
                      <a:endParaRPr lang="en-IN" sz="26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0621907"/>
                  </a:ext>
                </a:extLst>
              </a:tr>
              <a:tr h="382139">
                <a:tc>
                  <a:txBody>
                    <a:bodyPr/>
                    <a:lstStyle/>
                    <a:p>
                      <a:pPr algn="ctr"/>
                      <a:r>
                        <a:rPr lang="en-US" sz="2600" b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Variance of distribution of wages</a:t>
                      </a:r>
                      <a:endParaRPr lang="en-IN" sz="2600" b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81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600" b="0" dirty="0">
                          <a:solidFill>
                            <a:srgbClr val="002060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100</a:t>
                      </a:r>
                      <a:endParaRPr lang="en-IN" sz="2600" b="0" dirty="0">
                        <a:solidFill>
                          <a:srgbClr val="002060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51998" marR="51998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05949301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561B066-CB5E-4D34-8A56-F873B6743661}"/>
              </a:ext>
            </a:extLst>
          </p:cNvPr>
          <p:cNvSpPr txBox="1"/>
          <p:nvPr/>
        </p:nvSpPr>
        <p:spPr>
          <a:xfrm>
            <a:off x="131176" y="7064050"/>
            <a:ext cx="120107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l">
              <a:tabLst>
                <a:tab pos="0" algn="l"/>
                <a:tab pos="447675" algn="l"/>
              </a:tabLst>
            </a:pPr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(1)  Which firm has a larger wage bill?</a:t>
            </a:r>
            <a:endParaRPr lang="en-IN" sz="2800" dirty="0">
              <a:solidFill>
                <a:schemeClr val="bg1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2357FA1-3D1E-4486-9062-75EAB4D4BECF}"/>
              </a:ext>
            </a:extLst>
          </p:cNvPr>
          <p:cNvSpPr txBox="1"/>
          <p:nvPr/>
        </p:nvSpPr>
        <p:spPr>
          <a:xfrm>
            <a:off x="131176" y="7561100"/>
            <a:ext cx="120107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just">
              <a:tabLst>
                <a:tab pos="0" algn="l"/>
                <a:tab pos="447675" algn="l"/>
              </a:tabLst>
            </a:pPr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(2)  In which firm, is there greater variability in individual wages?</a:t>
            </a:r>
            <a:endParaRPr lang="en-IN" sz="2800" dirty="0">
              <a:solidFill>
                <a:schemeClr val="bg1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082949D-9E99-4AB5-8228-804B9EF1EFDB}"/>
              </a:ext>
            </a:extLst>
          </p:cNvPr>
          <p:cNvSpPr txBox="1"/>
          <p:nvPr/>
        </p:nvSpPr>
        <p:spPr>
          <a:xfrm>
            <a:off x="131176" y="8058150"/>
            <a:ext cx="121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marR="0" indent="-514350" algn="just">
              <a:buAutoNum type="arabicParenBoth" startAt="3"/>
              <a:tabLst>
                <a:tab pos="0" algn="l"/>
                <a:tab pos="447675" algn="l"/>
                <a:tab pos="266700" algn="l"/>
                <a:tab pos="447675" algn="l"/>
              </a:tabLst>
            </a:pPr>
            <a:r>
              <a:rPr lang="en-US" sz="28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Calculate average daily wages of all the workers in the firms A &amp; B taken together.</a:t>
            </a:r>
            <a:endParaRPr lang="en-IN" sz="2800" dirty="0">
              <a:solidFill>
                <a:schemeClr val="bg1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/>
              <p:nvPr/>
            </p:nvSpPr>
            <p:spPr>
              <a:xfrm>
                <a:off x="232518" y="2524307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8" y="2524307"/>
                <a:ext cx="1365885" cy="523220"/>
              </a:xfrm>
              <a:prstGeom prst="rect">
                <a:avLst/>
              </a:prstGeom>
              <a:blipFill>
                <a:blip r:embed="rId3"/>
                <a:stretch>
                  <a:fillRect l="-892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Box 14">
            <a:extLst>
              <a:ext uri="{FF2B5EF4-FFF2-40B4-BE49-F238E27FC236}">
                <a16:creationId xmlns:a16="http://schemas.microsoft.com/office/drawing/2014/main" id="{283835CB-EC52-426E-9259-1A118BAF78F6}"/>
              </a:ext>
            </a:extLst>
          </p:cNvPr>
          <p:cNvSpPr txBox="1"/>
          <p:nvPr/>
        </p:nvSpPr>
        <p:spPr>
          <a:xfrm>
            <a:off x="232519" y="3066645"/>
            <a:ext cx="387667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Number of workers: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/>
              <p:nvPr/>
            </p:nvSpPr>
            <p:spPr>
              <a:xfrm>
                <a:off x="3142052" y="3066645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2052" y="3066645"/>
                <a:ext cx="218828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1C94B0C3-6543-41CA-B41E-12727FE63B74}"/>
              </a:ext>
            </a:extLst>
          </p:cNvPr>
          <p:cNvSpPr txBox="1"/>
          <p:nvPr/>
        </p:nvSpPr>
        <p:spPr>
          <a:xfrm>
            <a:off x="232519" y="3574213"/>
            <a:ext cx="387667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Average daily wage: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D9B20C8-DDFB-46BF-AB7B-8F2675828833}"/>
              </a:ext>
            </a:extLst>
          </p:cNvPr>
          <p:cNvSpPr txBox="1"/>
          <p:nvPr/>
        </p:nvSpPr>
        <p:spPr>
          <a:xfrm>
            <a:off x="1683948" y="4165529"/>
            <a:ext cx="152743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Variance: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/>
              <p:nvPr/>
            </p:nvSpPr>
            <p:spPr>
              <a:xfrm>
                <a:off x="3124476" y="4137796"/>
                <a:ext cx="2971524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=81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24476" y="4137796"/>
                <a:ext cx="2971524" cy="5400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/>
              <p:nvPr/>
            </p:nvSpPr>
            <p:spPr>
              <a:xfrm>
                <a:off x="3142052" y="3574212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=186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2052" y="3574212"/>
                <a:ext cx="218828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/>
              <p:nvPr/>
            </p:nvSpPr>
            <p:spPr>
              <a:xfrm>
                <a:off x="6475506" y="2524307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75506" y="2524307"/>
                <a:ext cx="1365885" cy="523220"/>
              </a:xfrm>
              <a:prstGeom prst="rect">
                <a:avLst/>
              </a:prstGeom>
              <a:blipFill>
                <a:blip r:embed="rId7"/>
                <a:stretch>
                  <a:fillRect l="-892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>
            <a:extLst>
              <a:ext uri="{FF2B5EF4-FFF2-40B4-BE49-F238E27FC236}">
                <a16:creationId xmlns:a16="http://schemas.microsoft.com/office/drawing/2014/main" id="{03764503-A65F-470F-A260-2ADC7A353B17}"/>
              </a:ext>
            </a:extLst>
          </p:cNvPr>
          <p:cNvSpPr txBox="1"/>
          <p:nvPr/>
        </p:nvSpPr>
        <p:spPr>
          <a:xfrm>
            <a:off x="6475506" y="3066645"/>
            <a:ext cx="387667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Number of workers: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/>
              <p:nvPr/>
            </p:nvSpPr>
            <p:spPr>
              <a:xfrm>
                <a:off x="9385039" y="3066645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85039" y="3066645"/>
                <a:ext cx="21882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81AFA74F-DC7D-4A82-97F8-15D9E68EBD08}"/>
              </a:ext>
            </a:extLst>
          </p:cNvPr>
          <p:cNvSpPr txBox="1"/>
          <p:nvPr/>
        </p:nvSpPr>
        <p:spPr>
          <a:xfrm>
            <a:off x="6475506" y="3574213"/>
            <a:ext cx="387667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Average daily wage: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F4B3697-E707-4701-B6A2-B2C4E2F62951}"/>
              </a:ext>
            </a:extLst>
          </p:cNvPr>
          <p:cNvSpPr txBox="1"/>
          <p:nvPr/>
        </p:nvSpPr>
        <p:spPr>
          <a:xfrm>
            <a:off x="7926935" y="4165529"/>
            <a:ext cx="152743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Variance:</a:t>
            </a:r>
            <a:endParaRPr lang="en-GB" sz="2800" b="0" i="0" dirty="0">
              <a:solidFill>
                <a:srgbClr val="002060"/>
              </a:solidFill>
              <a:effectLst/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/>
              <p:nvPr/>
            </p:nvSpPr>
            <p:spPr>
              <a:xfrm>
                <a:off x="9367463" y="4137796"/>
                <a:ext cx="3091237" cy="5379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  <m:sup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67463" y="4137796"/>
                <a:ext cx="3091237" cy="5379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/>
              <p:nvPr/>
            </p:nvSpPr>
            <p:spPr>
              <a:xfrm>
                <a:off x="9385039" y="3574212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175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85039" y="3574212"/>
                <a:ext cx="218828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2436820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5" grpId="0"/>
      <p:bldP spid="16" grpId="0"/>
      <p:bldP spid="17" grpId="0"/>
      <p:bldP spid="18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DE4E6-EBA8-AC3C-C42F-BAC17DC97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D3E381-830B-342B-6BD6-B48E814B3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6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561B066-CB5E-4D34-8A56-F873B6743661}"/>
              </a:ext>
            </a:extLst>
          </p:cNvPr>
          <p:cNvSpPr txBox="1"/>
          <p:nvPr/>
        </p:nvSpPr>
        <p:spPr>
          <a:xfrm>
            <a:off x="131176" y="2245260"/>
            <a:ext cx="56412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l">
              <a:tabLst>
                <a:tab pos="0" algn="l"/>
                <a:tab pos="447675" algn="l"/>
              </a:tabLst>
            </a:pP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(1)  Which firm has a larger wage bill?</a:t>
            </a:r>
            <a:endParaRPr lang="en-IN" sz="2800" b="1" dirty="0">
              <a:solidFill>
                <a:srgbClr val="002060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2357FA1-3D1E-4486-9062-75EAB4D4BECF}"/>
              </a:ext>
            </a:extLst>
          </p:cNvPr>
          <p:cNvSpPr txBox="1"/>
          <p:nvPr/>
        </p:nvSpPr>
        <p:spPr>
          <a:xfrm>
            <a:off x="131176" y="7561100"/>
            <a:ext cx="120107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just">
              <a:tabLst>
                <a:tab pos="0" algn="l"/>
                <a:tab pos="447675" algn="l"/>
              </a:tabLst>
            </a:pPr>
            <a:r>
              <a:rPr lang="en-US" sz="2800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(2)  In which firm, is there greater variability in individual wages?</a:t>
            </a:r>
            <a:endParaRPr lang="en-IN" sz="2800" dirty="0">
              <a:solidFill>
                <a:srgbClr val="002060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082949D-9E99-4AB5-8228-804B9EF1EFDB}"/>
              </a:ext>
            </a:extLst>
          </p:cNvPr>
          <p:cNvSpPr txBox="1"/>
          <p:nvPr/>
        </p:nvSpPr>
        <p:spPr>
          <a:xfrm>
            <a:off x="131176" y="8058150"/>
            <a:ext cx="121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marR="0" indent="-514350" algn="just">
              <a:buAutoNum type="arabicParenBoth" startAt="3"/>
              <a:tabLst>
                <a:tab pos="0" algn="l"/>
                <a:tab pos="447675" algn="l"/>
                <a:tab pos="266700" algn="l"/>
                <a:tab pos="447675" algn="l"/>
              </a:tabLst>
            </a:pPr>
            <a:r>
              <a:rPr lang="en-US" sz="2800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Calculate average daily wages of all the workers in the firms A &amp; B taken together.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/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blipFill>
                <a:blip r:embed="rId3"/>
                <a:stretch>
                  <a:fillRect l="-8929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/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/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=81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/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b="0" i="1" kern="1200" dirty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=186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/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blipFill>
                <a:blip r:embed="rId7"/>
                <a:stretch>
                  <a:fillRect l="-892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/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/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/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175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" name="TextBox 28">
            <a:extLst>
              <a:ext uri="{FF2B5EF4-FFF2-40B4-BE49-F238E27FC236}">
                <a16:creationId xmlns:a16="http://schemas.microsoft.com/office/drawing/2014/main" id="{FBA917ED-94BF-4C7A-BE9E-76096552D20F}"/>
              </a:ext>
            </a:extLst>
          </p:cNvPr>
          <p:cNvSpPr txBox="1"/>
          <p:nvPr/>
        </p:nvSpPr>
        <p:spPr>
          <a:xfrm>
            <a:off x="693289" y="2818128"/>
            <a:ext cx="93651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l">
              <a:tabLst>
                <a:tab pos="0" algn="l"/>
                <a:tab pos="447675" algn="l"/>
              </a:tabLst>
            </a:pPr>
            <a:r>
              <a:rPr lang="en-GB" sz="2800" b="0" i="0" dirty="0">
                <a:solidFill>
                  <a:srgbClr val="002060"/>
                </a:solidFill>
                <a:effectLst/>
                <a:latin typeface="+mj-lt"/>
              </a:rPr>
              <a:t>The wage bill is the total wages paid by each firm, calculated as:</a:t>
            </a:r>
            <a:endParaRPr lang="en-IN" sz="2800" b="1" dirty="0">
              <a:solidFill>
                <a:srgbClr val="002060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5EACA87-0800-4033-A458-D35A41AF2DCF}"/>
                  </a:ext>
                </a:extLst>
              </p:cNvPr>
              <p:cNvSpPr txBox="1"/>
              <p:nvPr/>
            </p:nvSpPr>
            <p:spPr>
              <a:xfrm>
                <a:off x="693290" y="3440350"/>
                <a:ext cx="297080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Wage bill of </a:t>
                </a:r>
                <a:r>
                  <a:rPr lang="en-IN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5EACA87-0800-4033-A458-D35A41AF2D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290" y="3440350"/>
                <a:ext cx="2970806" cy="523220"/>
              </a:xfrm>
              <a:prstGeom prst="rect">
                <a:avLst/>
              </a:prstGeom>
              <a:blipFill>
                <a:blip r:embed="rId11"/>
                <a:stretch>
                  <a:fillRect l="-4312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/>
              <p:nvPr/>
            </p:nvSpPr>
            <p:spPr>
              <a:xfrm>
                <a:off x="3530725" y="3440350"/>
                <a:ext cx="16508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5" y="3440350"/>
                <a:ext cx="1650875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8F83D7FC-215F-4DA0-9F7A-69EA45F16FA9}"/>
                  </a:ext>
                </a:extLst>
              </p:cNvPr>
              <p:cNvSpPr txBox="1"/>
              <p:nvPr/>
            </p:nvSpPr>
            <p:spPr>
              <a:xfrm>
                <a:off x="5181600" y="3440350"/>
                <a:ext cx="23222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500⋅186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8F83D7FC-215F-4DA0-9F7A-69EA45F16F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1600" y="3440350"/>
                <a:ext cx="2322286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E320FE7E-39B3-4536-BB54-719B9C5EAAE9}"/>
                  </a:ext>
                </a:extLst>
              </p:cNvPr>
              <p:cNvSpPr txBox="1"/>
              <p:nvPr/>
            </p:nvSpPr>
            <p:spPr>
              <a:xfrm>
                <a:off x="7138800" y="3440350"/>
                <a:ext cx="17584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93000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E320FE7E-39B3-4536-BB54-719B9C5EAA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8800" y="3440350"/>
                <a:ext cx="1758457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AF56A5F2-45F6-4A93-B6E5-9CF07C783E5D}"/>
                  </a:ext>
                </a:extLst>
              </p:cNvPr>
              <p:cNvSpPr txBox="1"/>
              <p:nvPr/>
            </p:nvSpPr>
            <p:spPr>
              <a:xfrm>
                <a:off x="693290" y="4062572"/>
                <a:ext cx="297080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dirty="0">
                    <a:solidFill>
                      <a:srgbClr val="002060"/>
                    </a:solidFill>
                  </a:rPr>
                  <a:t>Wage bill of </a:t>
                </a:r>
                <a:r>
                  <a:rPr lang="en-IN" sz="2800" b="1" dirty="0">
                    <a:solidFill>
                      <a:srgbClr val="002060"/>
                    </a:solidFill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AF56A5F2-45F6-4A93-B6E5-9CF07C783E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290" y="4062572"/>
                <a:ext cx="2970806" cy="523220"/>
              </a:xfrm>
              <a:prstGeom prst="rect">
                <a:avLst/>
              </a:prstGeom>
              <a:blipFill>
                <a:blip r:embed="rId15"/>
                <a:stretch>
                  <a:fillRect l="-4312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831FBEC5-5ABD-486A-9A73-7F9EE345C97F}"/>
                  </a:ext>
                </a:extLst>
              </p:cNvPr>
              <p:cNvSpPr txBox="1"/>
              <p:nvPr/>
            </p:nvSpPr>
            <p:spPr>
              <a:xfrm>
                <a:off x="3530725" y="4062572"/>
                <a:ext cx="165087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831FBEC5-5ABD-486A-9A73-7F9EE345C9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5" y="4062572"/>
                <a:ext cx="165087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D8A047D-18F0-4C3D-BC57-28767B8056DC}"/>
                  </a:ext>
                </a:extLst>
              </p:cNvPr>
              <p:cNvSpPr txBox="1"/>
              <p:nvPr/>
            </p:nvSpPr>
            <p:spPr>
              <a:xfrm>
                <a:off x="5181600" y="4062572"/>
                <a:ext cx="23222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600⋅175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i="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​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D8A047D-18F0-4C3D-BC57-28767B8056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1600" y="4062572"/>
                <a:ext cx="2322286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56F06BA0-9DBE-43FC-B207-FF09402E16E0}"/>
                  </a:ext>
                </a:extLst>
              </p:cNvPr>
              <p:cNvSpPr txBox="1"/>
              <p:nvPr/>
            </p:nvSpPr>
            <p:spPr>
              <a:xfrm>
                <a:off x="7138800" y="4062572"/>
                <a:ext cx="175845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105000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56F06BA0-9DBE-43FC-B207-FF09402E16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8800" y="4062572"/>
                <a:ext cx="175845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C0948CDE-DD9B-404D-9998-F36ED08ED3DD}"/>
              </a:ext>
            </a:extLst>
          </p:cNvPr>
          <p:cNvSpPr txBox="1"/>
          <p:nvPr/>
        </p:nvSpPr>
        <p:spPr>
          <a:xfrm>
            <a:off x="693289" y="4783622"/>
            <a:ext cx="448831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FF0000"/>
                </a:solidFill>
              </a:rPr>
              <a:t>Firm B has a larger wage bill.</a:t>
            </a:r>
            <a:endParaRPr lang="en-IN" sz="28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97312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25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DE4E6-EBA8-AC3C-C42F-BAC17DC97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D3E381-830B-342B-6BD6-B48E814B3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6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2357FA1-3D1E-4486-9062-75EAB4D4BECF}"/>
              </a:ext>
            </a:extLst>
          </p:cNvPr>
          <p:cNvSpPr txBox="1"/>
          <p:nvPr/>
        </p:nvSpPr>
        <p:spPr>
          <a:xfrm>
            <a:off x="131176" y="2245260"/>
            <a:ext cx="1201074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just">
              <a:tabLst>
                <a:tab pos="0" algn="l"/>
                <a:tab pos="447675" algn="l"/>
              </a:tabLst>
            </a:pP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(2)  In which firm, is there greater variability in individual wages?</a:t>
            </a:r>
            <a:endParaRPr lang="en-IN" sz="2800" b="1" dirty="0">
              <a:solidFill>
                <a:srgbClr val="002060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082949D-9E99-4AB5-8228-804B9EF1EFDB}"/>
              </a:ext>
            </a:extLst>
          </p:cNvPr>
          <p:cNvSpPr txBox="1"/>
          <p:nvPr/>
        </p:nvSpPr>
        <p:spPr>
          <a:xfrm>
            <a:off x="131176" y="8058150"/>
            <a:ext cx="121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marR="0" indent="-514350" algn="just">
              <a:buAutoNum type="arabicParenBoth" startAt="3"/>
              <a:tabLst>
                <a:tab pos="0" algn="l"/>
                <a:tab pos="447675" algn="l"/>
                <a:tab pos="266700" algn="l"/>
                <a:tab pos="447675" algn="l"/>
              </a:tabLst>
            </a:pPr>
            <a:r>
              <a:rPr lang="en-US" sz="2800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Calculate average daily wages of all the workers in the firms A &amp; B taken together.</a:t>
            </a:r>
            <a:endParaRPr lang="en-IN" sz="2800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/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blipFill>
                <a:blip r:embed="rId3"/>
                <a:stretch>
                  <a:fillRect l="-8929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/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/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=81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/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b="0" i="1" kern="1200" dirty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=186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/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blipFill>
                <a:blip r:embed="rId7"/>
                <a:stretch>
                  <a:fillRect l="-892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/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/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/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175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" name="TextBox 28">
            <a:extLst>
              <a:ext uri="{FF2B5EF4-FFF2-40B4-BE49-F238E27FC236}">
                <a16:creationId xmlns:a16="http://schemas.microsoft.com/office/drawing/2014/main" id="{FBA917ED-94BF-4C7A-BE9E-76096552D20F}"/>
              </a:ext>
            </a:extLst>
          </p:cNvPr>
          <p:cNvSpPr txBox="1"/>
          <p:nvPr/>
        </p:nvSpPr>
        <p:spPr>
          <a:xfrm>
            <a:off x="693289" y="2818128"/>
            <a:ext cx="936511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tabLst>
                <a:tab pos="0" algn="l"/>
                <a:tab pos="447675" algn="l"/>
              </a:tabLst>
            </a:pPr>
            <a:r>
              <a:rPr lang="en-GB" sz="2800">
                <a:solidFill>
                  <a:srgbClr val="002060"/>
                </a:solidFill>
                <a:latin typeface="+mj-lt"/>
              </a:rPr>
              <a:t>We measure variability using the Coefficient of Variation (CV):</a:t>
            </a:r>
            <a:endParaRPr lang="en-IN" sz="2800" b="1" dirty="0">
              <a:solidFill>
                <a:srgbClr val="002060"/>
              </a:solidFill>
              <a:effectLst/>
              <a:latin typeface="+mj-lt"/>
              <a:ea typeface="Calibri" panose="020F0502020204030204" pitchFamily="34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5EACA87-0800-4033-A458-D35A41AF2DCF}"/>
                  </a:ext>
                </a:extLst>
              </p:cNvPr>
              <p:cNvSpPr txBox="1"/>
              <p:nvPr/>
            </p:nvSpPr>
            <p:spPr>
              <a:xfrm>
                <a:off x="693289" y="3345100"/>
                <a:ext cx="18975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For </a:t>
                </a:r>
                <a:r>
                  <a:rPr lang="en-IN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5EACA87-0800-4033-A458-D35A41AF2D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289" y="3345100"/>
                <a:ext cx="1897511" cy="523220"/>
              </a:xfrm>
              <a:prstGeom prst="rect">
                <a:avLst/>
              </a:prstGeom>
              <a:blipFill>
                <a:blip r:embed="rId11"/>
                <a:stretch>
                  <a:fillRect l="-6752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/>
              <p:nvPr/>
            </p:nvSpPr>
            <p:spPr>
              <a:xfrm>
                <a:off x="8698543" y="793403"/>
                <a:ext cx="1650875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98543" y="793403"/>
                <a:ext cx="1650875" cy="5400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C0948CDE-DD9B-404D-9998-F36ED08ED3DD}"/>
              </a:ext>
            </a:extLst>
          </p:cNvPr>
          <p:cNvSpPr txBox="1"/>
          <p:nvPr/>
        </p:nvSpPr>
        <p:spPr>
          <a:xfrm>
            <a:off x="8067674" y="4214533"/>
            <a:ext cx="4074251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FF0000"/>
                </a:solidFill>
              </a:rPr>
              <a:t>Firm B has greater relative variability in wages</a:t>
            </a:r>
            <a:endParaRPr lang="en-IN" sz="2800" b="1" dirty="0">
              <a:solidFill>
                <a:srgbClr val="FF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956DD56-8CC8-4D49-BB55-5CB6C839B177}"/>
                  </a:ext>
                </a:extLst>
              </p:cNvPr>
              <p:cNvSpPr txBox="1"/>
              <p:nvPr/>
            </p:nvSpPr>
            <p:spPr>
              <a:xfrm>
                <a:off x="9305638" y="2679123"/>
                <a:ext cx="2898898" cy="8275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956DD56-8CC8-4D49-BB55-5CB6C839B1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05638" y="2679123"/>
                <a:ext cx="2898898" cy="827599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D1EA3237-C9BA-47B0-B528-FF60B4D8B8BE}"/>
                  </a:ext>
                </a:extLst>
              </p:cNvPr>
              <p:cNvSpPr txBox="1"/>
              <p:nvPr/>
            </p:nvSpPr>
            <p:spPr>
              <a:xfrm>
                <a:off x="693288" y="3921741"/>
                <a:ext cx="3231011" cy="898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σ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sub>
                          </m:s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bar>
                                <m:barPr>
                                  <m:pos m:val="top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A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D1EA3237-C9BA-47B0-B528-FF60B4D8B8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288" y="3921741"/>
                <a:ext cx="3231011" cy="898131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A948A91-E9A6-4DCD-AF16-0027F7E79090}"/>
                  </a:ext>
                </a:extLst>
              </p:cNvPr>
              <p:cNvSpPr txBox="1"/>
              <p:nvPr/>
            </p:nvSpPr>
            <p:spPr>
              <a:xfrm>
                <a:off x="1598403" y="4979956"/>
                <a:ext cx="232589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9</m:t>
                          </m:r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186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A948A91-E9A6-4DCD-AF16-0027F7E790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8403" y="4979956"/>
                <a:ext cx="2325896" cy="901785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19F6DCE-69AC-45BB-A84B-B0485F141D31}"/>
                  </a:ext>
                </a:extLst>
              </p:cNvPr>
              <p:cNvSpPr txBox="1"/>
              <p:nvPr/>
            </p:nvSpPr>
            <p:spPr>
              <a:xfrm>
                <a:off x="8155868" y="793403"/>
                <a:ext cx="535878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19F6DCE-69AC-45BB-A84B-B0485F141D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5868" y="793403"/>
                <a:ext cx="535878" cy="5400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E08A0B2-A454-4572-868C-64635CD526B9}"/>
                  </a:ext>
                </a:extLst>
              </p:cNvPr>
              <p:cNvSpPr txBox="1"/>
              <p:nvPr/>
            </p:nvSpPr>
            <p:spPr>
              <a:xfrm>
                <a:off x="1598403" y="6041825"/>
                <a:ext cx="23258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.8387%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E08A0B2-A454-4572-868C-64635CD526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8403" y="6041825"/>
                <a:ext cx="2325896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E461588C-E10A-45D0-AE47-C83F8E4FA0D1}"/>
              </a:ext>
            </a:extLst>
          </p:cNvPr>
          <p:cNvSpPr/>
          <p:nvPr/>
        </p:nvSpPr>
        <p:spPr>
          <a:xfrm>
            <a:off x="5590800" y="760162"/>
            <a:ext cx="2270562" cy="671870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0A182AC-B169-4FEA-BC13-46BABC48C943}"/>
                  </a:ext>
                </a:extLst>
              </p:cNvPr>
              <p:cNvSpPr txBox="1"/>
              <p:nvPr/>
            </p:nvSpPr>
            <p:spPr>
              <a:xfrm>
                <a:off x="4404931" y="3345100"/>
                <a:ext cx="189751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IN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For </a:t>
                </a:r>
                <a:r>
                  <a:rPr lang="en-IN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0A182AC-B169-4FEA-BC13-46BABC48C9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04931" y="3345100"/>
                <a:ext cx="1897511" cy="523220"/>
              </a:xfrm>
              <a:prstGeom prst="rect">
                <a:avLst/>
              </a:prstGeom>
              <a:blipFill>
                <a:blip r:embed="rId18"/>
                <a:stretch>
                  <a:fillRect l="-6752" t="-11628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B50852C-DBE4-4C88-8622-2BC9E608B9D5}"/>
                  </a:ext>
                </a:extLst>
              </p:cNvPr>
              <p:cNvSpPr txBox="1"/>
              <p:nvPr/>
            </p:nvSpPr>
            <p:spPr>
              <a:xfrm>
                <a:off x="8698543" y="1555875"/>
                <a:ext cx="1650875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B50852C-DBE4-4C88-8622-2BC9E608B9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98543" y="1555875"/>
                <a:ext cx="1650875" cy="5400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16061974-CF18-4296-BD12-99BBDA330961}"/>
                  </a:ext>
                </a:extLst>
              </p:cNvPr>
              <p:cNvSpPr txBox="1"/>
              <p:nvPr/>
            </p:nvSpPr>
            <p:spPr>
              <a:xfrm>
                <a:off x="4404930" y="3921741"/>
                <a:ext cx="3231011" cy="8981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V</m:t>
                      </m:r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σ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sub>
                          </m:s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bar>
                                <m:barPr>
                                  <m:pos m:val="top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</m:sub>
                          </m:s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16061974-CF18-4296-BD12-99BBDA3309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04930" y="3921741"/>
                <a:ext cx="3231011" cy="898131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53F506C4-396A-40E7-89C5-33798AA1F623}"/>
                  </a:ext>
                </a:extLst>
              </p:cNvPr>
              <p:cNvSpPr txBox="1"/>
              <p:nvPr/>
            </p:nvSpPr>
            <p:spPr>
              <a:xfrm>
                <a:off x="5310045" y="4979956"/>
                <a:ext cx="232589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175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×100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53F506C4-396A-40E7-89C5-33798AA1F6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0045" y="4979956"/>
                <a:ext cx="2325896" cy="901785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32018D5-B04D-42B5-9585-7952EECF15D3}"/>
                  </a:ext>
                </a:extLst>
              </p:cNvPr>
              <p:cNvSpPr txBox="1"/>
              <p:nvPr/>
            </p:nvSpPr>
            <p:spPr>
              <a:xfrm>
                <a:off x="8155868" y="1555875"/>
                <a:ext cx="535878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32018D5-B04D-42B5-9585-7952EECF15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5868" y="1555875"/>
                <a:ext cx="535878" cy="5400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459EC77-E60C-44FC-85E3-5E2A5B024A59}"/>
                  </a:ext>
                </a:extLst>
              </p:cNvPr>
              <p:cNvSpPr txBox="1"/>
              <p:nvPr/>
            </p:nvSpPr>
            <p:spPr>
              <a:xfrm>
                <a:off x="5310045" y="6041825"/>
                <a:ext cx="23258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66700" lvl="0" indent="-266700">
                  <a:buNone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.7143%</m:t>
                      </m:r>
                    </m:oMath>
                  </m:oMathPara>
                </a14:m>
                <a:endParaRPr lang="en-US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459EC77-E60C-44FC-85E3-5E2A5B024A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0045" y="6041825"/>
                <a:ext cx="2325896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3FD5A1A8-0DD1-497F-BA48-38E1916F00E7}"/>
              </a:ext>
            </a:extLst>
          </p:cNvPr>
          <p:cNvSpPr/>
          <p:nvPr/>
        </p:nvSpPr>
        <p:spPr>
          <a:xfrm>
            <a:off x="5590799" y="1522634"/>
            <a:ext cx="2476875" cy="671870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573F3AAB-EB63-4761-AB7F-7EA9A0E0F57B}"/>
              </a:ext>
            </a:extLst>
          </p:cNvPr>
          <p:cNvSpPr/>
          <p:nvPr/>
        </p:nvSpPr>
        <p:spPr>
          <a:xfrm>
            <a:off x="5371985" y="6009780"/>
            <a:ext cx="1860914" cy="555265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72663864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25" grpId="0"/>
      <p:bldP spid="26" grpId="0"/>
      <p:bldP spid="38" grpId="0"/>
      <p:bldP spid="39" grpId="0"/>
      <p:bldP spid="40" grpId="0"/>
      <p:bldP spid="41" grpId="0"/>
      <p:bldP spid="3" grpId="0" animBg="1"/>
      <p:bldP spid="3" grpId="1" animBg="1"/>
      <p:bldP spid="42" grpId="0"/>
      <p:bldP spid="43" grpId="0"/>
      <p:bldP spid="44" grpId="0"/>
      <p:bldP spid="45" grpId="0"/>
      <p:bldP spid="46" grpId="0"/>
      <p:bldP spid="47" grpId="0"/>
      <p:bldP spid="48" grpId="0" animBg="1"/>
      <p:bldP spid="48" grpId="1" animBg="1"/>
      <p:bldP spid="49" grpId="0" animBg="1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DE4E6-EBA8-AC3C-C42F-BAC17DC97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D3E381-830B-342B-6BD6-B48E814B3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6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082949D-9E99-4AB5-8228-804B9EF1EFDB}"/>
              </a:ext>
            </a:extLst>
          </p:cNvPr>
          <p:cNvSpPr txBox="1"/>
          <p:nvPr/>
        </p:nvSpPr>
        <p:spPr>
          <a:xfrm>
            <a:off x="131176" y="2244218"/>
            <a:ext cx="121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marR="0" indent="-514350" algn="just">
              <a:buAutoNum type="arabicParenBoth" startAt="3"/>
              <a:tabLst>
                <a:tab pos="0" algn="l"/>
                <a:tab pos="447675" algn="l"/>
                <a:tab pos="266700" algn="l"/>
                <a:tab pos="447675" algn="l"/>
              </a:tabLst>
            </a:pP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Calculate average daily wages of all the workers in the firms 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A</a:t>
            </a: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 &amp; 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B</a:t>
            </a:r>
            <a:r>
              <a:rPr lang="en-US" sz="2800" b="1" dirty="0">
                <a:solidFill>
                  <a:srgbClr val="002060"/>
                </a:solidFill>
                <a:effectLst/>
                <a:latin typeface="+mj-lt"/>
                <a:ea typeface="Calibri" panose="020F0502020204030204" pitchFamily="34" charset="0"/>
                <a:cs typeface="Shruti" panose="020B0502040204020203" pitchFamily="34" charset="0"/>
              </a:rPr>
              <a:t> taken together.</a:t>
            </a:r>
            <a:endParaRPr lang="en-IN" sz="2800" b="1" dirty="0">
              <a:solidFill>
                <a:srgbClr val="002060"/>
              </a:solidFill>
              <a:latin typeface="+mj-lt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/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GB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A4D89DB-7D62-4FED-98AD-CB90AA927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518" y="801803"/>
                <a:ext cx="1365885" cy="523220"/>
              </a:xfrm>
              <a:prstGeom prst="rect">
                <a:avLst/>
              </a:prstGeom>
              <a:blipFill>
                <a:blip r:embed="rId3"/>
                <a:stretch>
                  <a:fillRect l="-8929"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/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BE40B73-99C0-4FF1-B118-2CA340CB7C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801803"/>
                <a:ext cx="218828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/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=81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FB48A250-63A5-4E0A-A3D4-B3AC74F55A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6418" y="793403"/>
                <a:ext cx="2800822" cy="5400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/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b="0" i="1" kern="1200" dirty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GB" sz="280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=186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D907425-B95E-46C4-AFE5-03F66F314A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6" y="801803"/>
                <a:ext cx="218828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/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GB" sz="28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8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r>
                  <a:rPr lang="en-GB" sz="2800" b="0" i="0" dirty="0">
                    <a:solidFill>
                      <a:srgbClr val="002060"/>
                    </a:solidFill>
                    <a:effectLst/>
                    <a:latin typeface="+mj-lt"/>
                  </a:rPr>
                  <a:t>:</a:t>
                </a: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98E92DF-EE91-4F15-BAD5-B34AC761BD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135" y="1580723"/>
                <a:ext cx="1365885" cy="523220"/>
              </a:xfrm>
              <a:prstGeom prst="rect">
                <a:avLst/>
              </a:prstGeom>
              <a:blipFill>
                <a:blip r:embed="rId7"/>
                <a:stretch>
                  <a:fillRect l="-8929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/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GB" sz="280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600</m:t>
                      </m:r>
                    </m:oMath>
                  </m:oMathPara>
                </a14:m>
                <a:endParaRPr lang="en-GB" sz="28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E29D097-4EF8-482B-A71C-954076592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5812" y="1580723"/>
                <a:ext cx="218828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/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V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  <m:sup>
                          <m: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GB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6871472-C096-4E0E-95B5-6FCB58CA78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0800" y="1573349"/>
                <a:ext cx="3096000" cy="5379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/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bar>
                            <m:barPr>
                              <m:pos m:val="top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GB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ba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kern="1200" dirty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kern="120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175</m:t>
                      </m:r>
                    </m:oMath>
                  </m:oMathPara>
                </a14:m>
                <a:endParaRPr lang="en-GB" sz="4000" b="0" dirty="0">
                  <a:solidFill>
                    <a:srgbClr val="002060"/>
                  </a:solidFill>
                  <a:effectLst/>
                  <a:latin typeface="+mj-lt"/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41B30C3-7799-4383-9921-6C4C8B42E6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30725" y="1580723"/>
                <a:ext cx="218828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/>
              <p:nvPr/>
            </p:nvSpPr>
            <p:spPr>
              <a:xfrm>
                <a:off x="8698543" y="793403"/>
                <a:ext cx="1650875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9EE483A-2EC5-460C-9357-49BA9B6471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98543" y="793403"/>
                <a:ext cx="1650875" cy="5400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B50852C-DBE4-4C88-8622-2BC9E608B9D5}"/>
                  </a:ext>
                </a:extLst>
              </p:cNvPr>
              <p:cNvSpPr txBox="1"/>
              <p:nvPr/>
            </p:nvSpPr>
            <p:spPr>
              <a:xfrm>
                <a:off x="8698543" y="1555875"/>
                <a:ext cx="1650875" cy="5400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GB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B50852C-DBE4-4C88-8622-2BC9E608B9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98543" y="1555875"/>
                <a:ext cx="1650875" cy="5400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5BAFFC0B-E657-4FB1-85E1-122679448A13}"/>
              </a:ext>
            </a:extLst>
          </p:cNvPr>
          <p:cNvSpPr txBox="1"/>
          <p:nvPr/>
        </p:nvSpPr>
        <p:spPr>
          <a:xfrm>
            <a:off x="696871" y="3007439"/>
            <a:ext cx="2967224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rgbClr val="002060"/>
                </a:solidFill>
                <a:latin typeface="+mj-lt"/>
              </a:rPr>
              <a:t>Average of daily wages of all worker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83C4DEA1-176E-41CF-9A78-14EC5295FEFD}"/>
                  </a:ext>
                </a:extLst>
              </p:cNvPr>
              <p:cNvSpPr txBox="1"/>
              <p:nvPr/>
            </p:nvSpPr>
            <p:spPr>
              <a:xfrm>
                <a:off x="3664095" y="3049562"/>
                <a:ext cx="4719771" cy="9368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Total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wage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both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firms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Total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no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.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of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+mj-lt"/>
                            </a:rPr>
                            <m:t>workers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83C4DEA1-176E-41CF-9A78-14EC5295FE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4095" y="3049562"/>
                <a:ext cx="4719771" cy="93686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24BC486C-C3AE-423D-90F0-D50F159F7448}"/>
                  </a:ext>
                </a:extLst>
              </p:cNvPr>
              <p:cNvSpPr txBox="1"/>
              <p:nvPr/>
            </p:nvSpPr>
            <p:spPr>
              <a:xfrm>
                <a:off x="3664095" y="4410338"/>
                <a:ext cx="3104331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93000+</m:t>
                          </m:r>
                          <m: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105000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1100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24BC486C-C3AE-423D-90F0-D50F159F74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4095" y="4410338"/>
                <a:ext cx="3104331" cy="910570"/>
              </a:xfrm>
              <a:prstGeom prst="rect">
                <a:avLst/>
              </a:prstGeom>
              <a:blipFill>
                <a:blip r:embed="rId14"/>
                <a:stretch>
                  <a:fillRect r="-334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3AF8F28-2300-4CF9-8E03-3522206E0E3C}"/>
                  </a:ext>
                </a:extLst>
              </p:cNvPr>
              <p:cNvSpPr txBox="1"/>
              <p:nvPr/>
            </p:nvSpPr>
            <p:spPr>
              <a:xfrm>
                <a:off x="3664095" y="5541377"/>
                <a:ext cx="173273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1" i="1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𝟏𝟖𝟎</m:t>
                      </m:r>
                    </m:oMath>
                  </m:oMathPara>
                </a14:m>
                <a:endParaRPr lang="en-IN" sz="28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3AF8F28-2300-4CF9-8E03-3522206E0E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4095" y="5541377"/>
                <a:ext cx="173273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AA955227-6D6B-4F9D-98D9-7F2AB2539FED}"/>
                  </a:ext>
                </a:extLst>
              </p:cNvPr>
              <p:cNvSpPr txBox="1"/>
              <p:nvPr/>
            </p:nvSpPr>
            <p:spPr>
              <a:xfrm>
                <a:off x="9352370" y="3893630"/>
                <a:ext cx="2970806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IN" sz="2400" b="0" i="0" dirty="0">
                    <a:solidFill>
                      <a:srgbClr val="002060"/>
                    </a:solidFill>
                    <a:effectLst/>
                    <a:latin typeface="+mj-lt"/>
                  </a:rPr>
                  <a:t>Wage bill of </a:t>
                </a:r>
                <a:r>
                  <a:rPr lang="en-IN" sz="2400" b="1" i="0" dirty="0">
                    <a:solidFill>
                      <a:srgbClr val="002060"/>
                    </a:solidFill>
                    <a:effectLst/>
                    <a:latin typeface="+mj-lt"/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400" b="1" i="0" dirty="0" smtClean="0">
                        <a:solidFill>
                          <a:srgbClr val="002060"/>
                        </a:solidFill>
                        <a:effectLst/>
                        <a:latin typeface="Cambria Math" panose="02040503050406030204" pitchFamily="18" charset="0"/>
                      </a:rPr>
                      <m:t>𝐀</m:t>
                    </m:r>
                  </m:oMath>
                </a14:m>
                <a:endParaRPr lang="en-IN" sz="24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AA955227-6D6B-4F9D-98D9-7F2AB2539F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52370" y="3893630"/>
                <a:ext cx="2970806" cy="461665"/>
              </a:xfrm>
              <a:prstGeom prst="rect">
                <a:avLst/>
              </a:prstGeom>
              <a:blipFill>
                <a:blip r:embed="rId16"/>
                <a:stretch>
                  <a:fillRect t="-9333" b="-3200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E1B9DF1D-F8BC-431E-86DC-B45B65C76AE0}"/>
                  </a:ext>
                </a:extLst>
              </p:cNvPr>
              <p:cNvSpPr txBox="1"/>
              <p:nvPr/>
            </p:nvSpPr>
            <p:spPr>
              <a:xfrm>
                <a:off x="9958544" y="4294882"/>
                <a:ext cx="1758457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4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93</m:t>
                      </m:r>
                      <m:r>
                        <a:rPr lang="en-IN" sz="24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4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E1B9DF1D-F8BC-431E-86DC-B45B65C76A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58544" y="4294882"/>
                <a:ext cx="1758457" cy="461665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995F0265-7AAF-47E0-9AD8-22331648E73B}"/>
                  </a:ext>
                </a:extLst>
              </p:cNvPr>
              <p:cNvSpPr txBox="1"/>
              <p:nvPr/>
            </p:nvSpPr>
            <p:spPr>
              <a:xfrm>
                <a:off x="9352370" y="5018157"/>
                <a:ext cx="2970806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IN" sz="2400" dirty="0">
                    <a:solidFill>
                      <a:srgbClr val="002060"/>
                    </a:solidFill>
                  </a:rPr>
                  <a:t>Wage bill of </a:t>
                </a:r>
                <a:r>
                  <a:rPr lang="en-IN" sz="2400" b="1" dirty="0">
                    <a:solidFill>
                      <a:srgbClr val="002060"/>
                    </a:solidFill>
                  </a:rPr>
                  <a:t>Firm </a:t>
                </a:r>
                <a14:m>
                  <m:oMath xmlns:m="http://schemas.openxmlformats.org/officeDocument/2006/math">
                    <m:r>
                      <a:rPr lang="en-IN" sz="2400" b="1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𝐁</m:t>
                    </m:r>
                  </m:oMath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995F0265-7AAF-47E0-9AD8-22331648E7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52370" y="5018157"/>
                <a:ext cx="2970806" cy="461665"/>
              </a:xfrm>
              <a:prstGeom prst="rect">
                <a:avLst/>
              </a:prstGeom>
              <a:blipFill>
                <a:blip r:embed="rId18"/>
                <a:stretch>
                  <a:fillRect t="-9211" b="-3026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197A04CA-5B9E-463C-B71B-6BD3B327B650}"/>
                  </a:ext>
                </a:extLst>
              </p:cNvPr>
              <p:cNvSpPr txBox="1"/>
              <p:nvPr/>
            </p:nvSpPr>
            <p:spPr>
              <a:xfrm>
                <a:off x="9958543" y="5423078"/>
                <a:ext cx="1758457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4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105000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197A04CA-5B9E-463C-B71B-6BD3B327B6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58543" y="5423078"/>
                <a:ext cx="1758457" cy="461665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4083609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5" grpId="0"/>
      <p:bldP spid="52" grpId="0"/>
      <p:bldP spid="53" grpId="0"/>
      <p:bldP spid="54" grpId="0"/>
      <p:bldP spid="55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209200-FC51-844C-D102-DF40860B11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3C6976DE-AEDD-4658-A445-D80B95300FCF}"/>
              </a:ext>
            </a:extLst>
          </p:cNvPr>
          <p:cNvSpPr txBox="1">
            <a:spLocks/>
          </p:cNvSpPr>
          <p:nvPr/>
        </p:nvSpPr>
        <p:spPr>
          <a:xfrm>
            <a:off x="131176" y="867839"/>
            <a:ext cx="11929645" cy="122385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lnSpc>
                <a:spcPct val="125000"/>
              </a:lnSpc>
              <a:spcBef>
                <a:spcPts val="1000"/>
              </a:spcBef>
            </a:pPr>
            <a:r>
              <a:rPr lang="en-US" dirty="0"/>
              <a:t>Find the mean deviation about the mean and median for the following data:</a:t>
            </a:r>
          </a:p>
          <a:p>
            <a:pPr>
              <a:spcBef>
                <a:spcPts val="1000"/>
              </a:spcBef>
            </a:pPr>
            <a:r>
              <a:rPr lang="en-IN" dirty="0"/>
              <a:t>    ,        ,       ,        ,        .  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B71C3EA-0F08-73EE-30D3-229A25CDBB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7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C6931C56-5A64-4B9A-5530-4CE5FB29002F}"/>
              </a:ext>
            </a:extLst>
          </p:cNvPr>
          <p:cNvSpPr txBox="1">
            <a:spLocks/>
          </p:cNvSpPr>
          <p:nvPr/>
        </p:nvSpPr>
        <p:spPr>
          <a:xfrm>
            <a:off x="131176" y="224832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874D281-EA5E-D4AC-9BBF-7C67E7E48017}"/>
                  </a:ext>
                </a:extLst>
              </p:cNvPr>
              <p:cNvSpPr txBox="1"/>
              <p:nvPr/>
            </p:nvSpPr>
            <p:spPr>
              <a:xfrm>
                <a:off x="2100451" y="3180348"/>
                <a:ext cx="1621804" cy="9227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7874D281-EA5E-D4AC-9BBF-7C67E7E480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00451" y="3180348"/>
                <a:ext cx="1621804" cy="92275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B30E8C5-2357-EF58-ADEF-936BBE96A2BA}"/>
                  </a:ext>
                </a:extLst>
              </p:cNvPr>
              <p:cNvSpPr txBox="1"/>
              <p:nvPr/>
            </p:nvSpPr>
            <p:spPr>
              <a:xfrm>
                <a:off x="2106536" y="4189382"/>
                <a:ext cx="3951134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2+4+7+8+9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B30E8C5-2357-EF58-ADEF-936BBE96A2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06536" y="4189382"/>
                <a:ext cx="3951134" cy="89915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7B0FD70-6E92-1286-1BE3-BB31D293D393}"/>
              </a:ext>
            </a:extLst>
          </p:cNvPr>
          <p:cNvCxnSpPr>
            <a:cxnSpLocks/>
          </p:cNvCxnSpPr>
          <p:nvPr/>
        </p:nvCxnSpPr>
        <p:spPr>
          <a:xfrm>
            <a:off x="5692646" y="2779541"/>
            <a:ext cx="0" cy="371336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041E3143-7002-5D6F-E309-1F256CD9C06E}"/>
              </a:ext>
            </a:extLst>
          </p:cNvPr>
          <p:cNvSpPr txBox="1"/>
          <p:nvPr/>
        </p:nvSpPr>
        <p:spPr>
          <a:xfrm>
            <a:off x="5790746" y="3226664"/>
            <a:ext cx="6401252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Observations are already in ascending order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DEC1699-7E62-7E13-EB5D-1ED76F6FCB81}"/>
                  </a:ext>
                </a:extLst>
              </p:cNvPr>
              <p:cNvSpPr txBox="1"/>
              <p:nvPr/>
            </p:nvSpPr>
            <p:spPr>
              <a:xfrm>
                <a:off x="6062737" y="4756324"/>
                <a:ext cx="4834929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5+1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1DEC1699-7E62-7E13-EB5D-1ED76F6FCB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2737" y="4756324"/>
                <a:ext cx="4834929" cy="116602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4A72604B-6311-200B-FCD6-7405E922027A}"/>
                  </a:ext>
                </a:extLst>
              </p:cNvPr>
              <p:cNvSpPr txBox="1"/>
              <p:nvPr/>
            </p:nvSpPr>
            <p:spPr>
              <a:xfrm>
                <a:off x="6057670" y="3641724"/>
                <a:ext cx="5055993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4A72604B-6311-200B-FCD6-7405E92202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57670" y="3641724"/>
                <a:ext cx="5055993" cy="116602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9D171899-FD65-7FF8-58E7-4D86E7970953}"/>
                  </a:ext>
                </a:extLst>
              </p:cNvPr>
              <p:cNvSpPr txBox="1"/>
              <p:nvPr/>
            </p:nvSpPr>
            <p:spPr>
              <a:xfrm>
                <a:off x="1594216" y="442287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9D171899-FD65-7FF8-58E7-4D86E79709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4422878"/>
                <a:ext cx="50623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EA25239-3E31-981D-7BB9-F2BB80F1941E}"/>
                  </a:ext>
                </a:extLst>
              </p:cNvPr>
              <p:cNvSpPr txBox="1"/>
              <p:nvPr/>
            </p:nvSpPr>
            <p:spPr>
              <a:xfrm>
                <a:off x="1594216" y="540150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EA25239-3E31-981D-7BB9-F2BB80F194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5401501"/>
                <a:ext cx="506235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A872B2B-82E9-9CE1-36E7-6878A4207A42}"/>
                  </a:ext>
                </a:extLst>
              </p:cNvPr>
              <p:cNvSpPr txBox="1"/>
              <p:nvPr/>
            </p:nvSpPr>
            <p:spPr>
              <a:xfrm>
                <a:off x="5662445" y="510388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A872B2B-82E9-9CE1-36E7-6878A4207A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62445" y="5103884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Box 19">
            <a:extLst>
              <a:ext uri="{FF2B5EF4-FFF2-40B4-BE49-F238E27FC236}">
                <a16:creationId xmlns:a16="http://schemas.microsoft.com/office/drawing/2014/main" id="{73FBD43E-91CF-47DA-AA40-88609853BE39}"/>
              </a:ext>
            </a:extLst>
          </p:cNvPr>
          <p:cNvSpPr txBox="1"/>
          <p:nvPr/>
        </p:nvSpPr>
        <p:spPr>
          <a:xfrm>
            <a:off x="1594216" y="2256321"/>
            <a:ext cx="5644782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 total number of observations are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E925DBE-55BB-4892-A747-47BC73B3F8BD}"/>
                  </a:ext>
                </a:extLst>
              </p:cNvPr>
              <p:cNvSpPr txBox="1"/>
              <p:nvPr/>
            </p:nvSpPr>
            <p:spPr>
              <a:xfrm>
                <a:off x="7089622" y="2256321"/>
                <a:ext cx="12208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E925DBE-55BB-4892-A747-47BC73B3F8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89622" y="2256321"/>
                <a:ext cx="1220859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>
            <a:extLst>
              <a:ext uri="{FF2B5EF4-FFF2-40B4-BE49-F238E27FC236}">
                <a16:creationId xmlns:a16="http://schemas.microsoft.com/office/drawing/2014/main" id="{AAA33227-EB8C-44E0-9189-1CA12549E9BB}"/>
              </a:ext>
            </a:extLst>
          </p:cNvPr>
          <p:cNvSpPr txBox="1"/>
          <p:nvPr/>
        </p:nvSpPr>
        <p:spPr>
          <a:xfrm>
            <a:off x="1594216" y="2761077"/>
            <a:ext cx="1220855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3E32D105-D6FD-4CA6-81B3-3CC79E4DE1A0}"/>
                  </a:ext>
                </a:extLst>
              </p:cNvPr>
              <p:cNvSpPr txBox="1"/>
              <p:nvPr/>
            </p:nvSpPr>
            <p:spPr>
              <a:xfrm>
                <a:off x="2120568" y="5398370"/>
                <a:ext cx="2079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3E32D105-D6FD-4CA6-81B3-3CC79E4DE1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0568" y="5398370"/>
                <a:ext cx="2079461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A0BBCBDB-3700-4F46-A3A6-8B3BAEA733CC}"/>
              </a:ext>
            </a:extLst>
          </p:cNvPr>
          <p:cNvSpPr txBox="1"/>
          <p:nvPr/>
        </p:nvSpPr>
        <p:spPr>
          <a:xfrm>
            <a:off x="8079972" y="2256321"/>
            <a:ext cx="122085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(Odd)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74E00E7-45C5-4ADA-AEDC-84E44A58AFD3}"/>
              </a:ext>
            </a:extLst>
          </p:cNvPr>
          <p:cNvSpPr txBox="1"/>
          <p:nvPr/>
        </p:nvSpPr>
        <p:spPr>
          <a:xfrm>
            <a:off x="5828203" y="2761077"/>
            <a:ext cx="1410793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Median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EF7FBF8-22B7-41AF-8375-0CA95DC29F55}"/>
                  </a:ext>
                </a:extLst>
              </p:cNvPr>
              <p:cNvSpPr txBox="1"/>
              <p:nvPr/>
            </p:nvSpPr>
            <p:spPr>
              <a:xfrm>
                <a:off x="6062738" y="6000303"/>
                <a:ext cx="3238094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rd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EF7FBF8-22B7-41AF-8375-0CA95DC29F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2738" y="6000303"/>
                <a:ext cx="3238094" cy="54239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3810DAF5-845F-42DB-AA4E-1129C9AD0A53}"/>
                  </a:ext>
                </a:extLst>
              </p:cNvPr>
              <p:cNvSpPr txBox="1"/>
              <p:nvPr/>
            </p:nvSpPr>
            <p:spPr>
              <a:xfrm>
                <a:off x="5662445" y="600988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3810DAF5-845F-42DB-AA4E-1129C9AD0A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62445" y="6009889"/>
                <a:ext cx="50623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F16DD2E5-D24D-4FAF-B974-1EDA54080748}"/>
                  </a:ext>
                </a:extLst>
              </p:cNvPr>
              <p:cNvSpPr txBox="1"/>
              <p:nvPr/>
            </p:nvSpPr>
            <p:spPr>
              <a:xfrm>
                <a:off x="10101418" y="6000303"/>
                <a:ext cx="1142876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F16DD2E5-D24D-4FAF-B974-1EDA540807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01418" y="6000303"/>
                <a:ext cx="1142876" cy="54239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796521A-3914-4BBA-ACAC-53F428B5340E}"/>
                  </a:ext>
                </a:extLst>
              </p:cNvPr>
              <p:cNvSpPr txBox="1"/>
              <p:nvPr/>
            </p:nvSpPr>
            <p:spPr>
              <a:xfrm>
                <a:off x="9701125" y="600988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E796521A-3914-4BBA-ACAC-53F428B534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01125" y="6009889"/>
                <a:ext cx="50623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93063654-6DD7-4E4F-8A71-17152FB5DBCD}"/>
                  </a:ext>
                </a:extLst>
              </p:cNvPr>
              <p:cNvSpPr txBox="1"/>
              <p:nvPr/>
            </p:nvSpPr>
            <p:spPr>
              <a:xfrm>
                <a:off x="154938" y="1525817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US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93063654-6DD7-4E4F-8A71-17152FB5DB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938" y="1525817"/>
                <a:ext cx="554812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46C4332F-BDB7-4C6D-B9BB-22585F2B4B84}"/>
                  </a:ext>
                </a:extLst>
              </p:cNvPr>
              <p:cNvSpPr txBox="1"/>
              <p:nvPr/>
            </p:nvSpPr>
            <p:spPr>
              <a:xfrm>
                <a:off x="829422" y="1525817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US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46C4332F-BDB7-4C6D-B9BB-22585F2B4B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9422" y="1525817"/>
                <a:ext cx="554812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9C54EC7F-BE07-412C-9A54-4D78795A4583}"/>
                  </a:ext>
                </a:extLst>
              </p:cNvPr>
              <p:cNvSpPr txBox="1"/>
              <p:nvPr/>
            </p:nvSpPr>
            <p:spPr>
              <a:xfrm>
                <a:off x="1503906" y="1525817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US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9C54EC7F-BE07-412C-9A54-4D78795A45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3906" y="1525817"/>
                <a:ext cx="554812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66AC2F1-B02E-4DC0-8FDE-29996CD6627D}"/>
                  </a:ext>
                </a:extLst>
              </p:cNvPr>
              <p:cNvSpPr txBox="1"/>
              <p:nvPr/>
            </p:nvSpPr>
            <p:spPr>
              <a:xfrm>
                <a:off x="2178390" y="1525817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US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66AC2F1-B02E-4DC0-8FDE-29996CD662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8390" y="1525817"/>
                <a:ext cx="554812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B2FEE98-0A8D-438D-B603-B1EED9D9CE9F}"/>
                  </a:ext>
                </a:extLst>
              </p:cNvPr>
              <p:cNvSpPr txBox="1"/>
              <p:nvPr/>
            </p:nvSpPr>
            <p:spPr>
              <a:xfrm>
                <a:off x="2852875" y="1525817"/>
                <a:ext cx="55481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l"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US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B2FEE98-0A8D-438D-B603-B1EED9D9CE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52875" y="1525817"/>
                <a:ext cx="554812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7140397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11" grpId="0"/>
      <p:bldP spid="3" grpId="0"/>
      <p:bldP spid="9" grpId="0"/>
      <p:bldP spid="16" grpId="0"/>
      <p:bldP spid="17" grpId="0"/>
      <p:bldP spid="18" grpId="0"/>
      <p:bldP spid="20" grpId="0"/>
      <p:bldP spid="21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B05A6-3284-C939-5F38-548CBC0A88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40F256-43CF-C804-3505-5A58D15AD8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7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8" name="Table 17">
                <a:extLst>
                  <a:ext uri="{FF2B5EF4-FFF2-40B4-BE49-F238E27FC236}">
                    <a16:creationId xmlns:a16="http://schemas.microsoft.com/office/drawing/2014/main" id="{1EECB76C-E458-EC58-7DA9-5C14528AD60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24072031"/>
                  </p:ext>
                </p:extLst>
              </p:nvPr>
            </p:nvGraphicFramePr>
            <p:xfrm>
              <a:off x="223714" y="1301319"/>
              <a:ext cx="976436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76436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8" name="Table 17">
                <a:extLst>
                  <a:ext uri="{FF2B5EF4-FFF2-40B4-BE49-F238E27FC236}">
                    <a16:creationId xmlns:a16="http://schemas.microsoft.com/office/drawing/2014/main" id="{1EECB76C-E458-EC58-7DA9-5C14528AD60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24072031"/>
                  </p:ext>
                </p:extLst>
              </p:nvPr>
            </p:nvGraphicFramePr>
            <p:xfrm>
              <a:off x="223714" y="1301319"/>
              <a:ext cx="976436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76436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21" t="-1869" r="-1863" b="-61028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DB68CB4E-FBA1-6891-54BD-5DBEB51D90C8}"/>
                  </a:ext>
                </a:extLst>
              </p:cNvPr>
              <p:cNvSpPr/>
              <p:nvPr/>
            </p:nvSpPr>
            <p:spPr>
              <a:xfrm>
                <a:off x="2156460" y="197396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DB68CB4E-FBA1-6891-54BD-5DBEB51D90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6460" y="1973965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130C4939-B5E0-63D9-E99C-6242FBD736C2}"/>
                  </a:ext>
                </a:extLst>
              </p:cNvPr>
              <p:cNvSpPr/>
              <p:nvPr/>
            </p:nvSpPr>
            <p:spPr>
              <a:xfrm>
                <a:off x="2156460" y="253745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130C4939-B5E0-63D9-E99C-6242FBD736C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6460" y="2537454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5B1F683-A11B-B096-DE58-0F8F3918FD82}"/>
                  </a:ext>
                </a:extLst>
              </p:cNvPr>
              <p:cNvSpPr/>
              <p:nvPr/>
            </p:nvSpPr>
            <p:spPr>
              <a:xfrm>
                <a:off x="2156460" y="310094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5B1F683-A11B-B096-DE58-0F8F3918FD8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6460" y="3100943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52D5CC6B-59D8-9875-B8E2-E1F25F2CEAD4}"/>
                  </a:ext>
                </a:extLst>
              </p:cNvPr>
              <p:cNvSpPr/>
              <p:nvPr/>
            </p:nvSpPr>
            <p:spPr>
              <a:xfrm>
                <a:off x="2156460" y="366443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52D5CC6B-59D8-9875-B8E2-E1F25F2CEA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6460" y="3664432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85B4851-1588-0816-FC3C-5E93655AAC50}"/>
                  </a:ext>
                </a:extLst>
              </p:cNvPr>
              <p:cNvSpPr/>
              <p:nvPr/>
            </p:nvSpPr>
            <p:spPr>
              <a:xfrm>
                <a:off x="2156460" y="422792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85B4851-1588-0816-FC3C-5E93655AAC5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6460" y="4227922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26EF5CD-014D-2519-03B6-9D52CEA08E23}"/>
                  </a:ext>
                </a:extLst>
              </p:cNvPr>
              <p:cNvSpPr/>
              <p:nvPr/>
            </p:nvSpPr>
            <p:spPr>
              <a:xfrm>
                <a:off x="4971505" y="197396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26EF5CD-014D-2519-03B6-9D52CEA08E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71505" y="1973965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516D9FB-BE5D-F73F-0E19-BA93B39FCB4F}"/>
                  </a:ext>
                </a:extLst>
              </p:cNvPr>
              <p:cNvSpPr/>
              <p:nvPr/>
            </p:nvSpPr>
            <p:spPr>
              <a:xfrm>
                <a:off x="4971505" y="253745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516D9FB-BE5D-F73F-0E19-BA93B39FCB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71505" y="2537454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0A35CD5A-EF5A-92F7-3D5C-7197D31B243A}"/>
                  </a:ext>
                </a:extLst>
              </p:cNvPr>
              <p:cNvSpPr/>
              <p:nvPr/>
            </p:nvSpPr>
            <p:spPr>
              <a:xfrm>
                <a:off x="4971505" y="310094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0A35CD5A-EF5A-92F7-3D5C-7197D31B24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71505" y="3100943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90264C60-B218-01B7-FDA6-F011E551AAF0}"/>
                  </a:ext>
                </a:extLst>
              </p:cNvPr>
              <p:cNvSpPr/>
              <p:nvPr/>
            </p:nvSpPr>
            <p:spPr>
              <a:xfrm>
                <a:off x="4971505" y="366443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90264C60-B218-01B7-FDA6-F011E551AA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71505" y="3664432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CD30D864-041E-7049-291C-3D6BE80ECB08}"/>
                  </a:ext>
                </a:extLst>
              </p:cNvPr>
              <p:cNvSpPr/>
              <p:nvPr/>
            </p:nvSpPr>
            <p:spPr>
              <a:xfrm>
                <a:off x="4971505" y="422792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CD30D864-041E-7049-291C-3D6BE80ECB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71505" y="4227922"/>
                <a:ext cx="79030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3C7747CC-E932-F392-0F0F-FEF88BEF96EF}"/>
                  </a:ext>
                </a:extLst>
              </p:cNvPr>
              <p:cNvSpPr/>
              <p:nvPr/>
            </p:nvSpPr>
            <p:spPr>
              <a:xfrm>
                <a:off x="1239940" y="4779706"/>
                <a:ext cx="262334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3C7747CC-E932-F392-0F0F-FEF88BEF96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39940" y="4779706"/>
                <a:ext cx="2623342" cy="1135696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999DECFF-36E3-72D7-44A6-2CB55A8CFEE9}"/>
                  </a:ext>
                </a:extLst>
              </p:cNvPr>
              <p:cNvSpPr/>
              <p:nvPr/>
            </p:nvSpPr>
            <p:spPr>
              <a:xfrm>
                <a:off x="340269" y="197396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999DECFF-36E3-72D7-44A6-2CB55A8CFE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1973965"/>
                <a:ext cx="790303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3B8DBAA6-294E-57FC-C144-D83C9798D580}"/>
                  </a:ext>
                </a:extLst>
              </p:cNvPr>
              <p:cNvSpPr/>
              <p:nvPr/>
            </p:nvSpPr>
            <p:spPr>
              <a:xfrm>
                <a:off x="340269" y="253745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3B8DBAA6-294E-57FC-C144-D83C9798D58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2537454"/>
                <a:ext cx="790303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7717D58-ECC0-24A9-0A85-D41D27504A26}"/>
                  </a:ext>
                </a:extLst>
              </p:cNvPr>
              <p:cNvSpPr/>
              <p:nvPr/>
            </p:nvSpPr>
            <p:spPr>
              <a:xfrm>
                <a:off x="340269" y="310094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7717D58-ECC0-24A9-0A85-D41D27504A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3100943"/>
                <a:ext cx="790303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B5FBF339-F707-D35A-7309-405132548C4A}"/>
                  </a:ext>
                </a:extLst>
              </p:cNvPr>
              <p:cNvSpPr/>
              <p:nvPr/>
            </p:nvSpPr>
            <p:spPr>
              <a:xfrm>
                <a:off x="340269" y="366443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B5FBF339-F707-D35A-7309-405132548C4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3664432"/>
                <a:ext cx="790303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01023AE7-98ED-65D8-61D3-4D8E06AD6BF5}"/>
                  </a:ext>
                </a:extLst>
              </p:cNvPr>
              <p:cNvSpPr/>
              <p:nvPr/>
            </p:nvSpPr>
            <p:spPr>
              <a:xfrm>
                <a:off x="340269" y="422792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01023AE7-98ED-65D8-61D3-4D8E06AD6BF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269" y="4227922"/>
                <a:ext cx="790303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3BCAB6A4-469C-1077-999B-D6ADF2536EC3}"/>
                  </a:ext>
                </a:extLst>
              </p:cNvPr>
              <p:cNvSpPr/>
              <p:nvPr/>
            </p:nvSpPr>
            <p:spPr>
              <a:xfrm>
                <a:off x="4054986" y="4779706"/>
                <a:ext cx="262334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M</m:t>
                              </m:r>
                            </m:e>
                          </m:d>
                        </m:e>
                      </m:nary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=11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3BCAB6A4-469C-1077-999B-D6ADF2536E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54986" y="4779706"/>
                <a:ext cx="2623342" cy="1135696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F9DB68EC-7FA2-49C6-81E0-80FA759C0A2E}"/>
                  </a:ext>
                </a:extLst>
              </p:cNvPr>
              <p:cNvSpPr txBox="1"/>
              <p:nvPr/>
            </p:nvSpPr>
            <p:spPr>
              <a:xfrm>
                <a:off x="223715" y="740528"/>
                <a:ext cx="1142876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F9DB68EC-7FA2-49C6-81E0-80FA759C0A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3715" y="740528"/>
                <a:ext cx="1142876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BF7B588-D2F7-4ABA-B655-8EC60EB36D7D}"/>
                  </a:ext>
                </a:extLst>
              </p:cNvPr>
              <p:cNvSpPr txBox="1"/>
              <p:nvPr/>
            </p:nvSpPr>
            <p:spPr>
              <a:xfrm>
                <a:off x="1585022" y="730942"/>
                <a:ext cx="1142876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BF7B588-D2F7-4ABA-B655-8EC60EB36D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5022" y="730942"/>
                <a:ext cx="1142876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8E1DA1F2-0DCC-4141-9AD0-50D7C156F5B3}"/>
                  </a:ext>
                </a:extLst>
              </p:cNvPr>
              <p:cNvSpPr txBox="1"/>
              <p:nvPr/>
            </p:nvSpPr>
            <p:spPr>
              <a:xfrm>
                <a:off x="7742502" y="1252942"/>
                <a:ext cx="4099180" cy="93179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MD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̅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acc>
                        </m:e>
                      </m:d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800" i="1" dirty="0">
                                          <a:solidFill>
                                            <a:srgbClr val="002060"/>
                                          </a:solidFill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dirty="0">
                                          <a:solidFill>
                                            <a:srgbClr val="002060"/>
                                          </a:solidFill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8E1DA1F2-0DCC-4141-9AD0-50D7C156F5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42502" y="1252942"/>
                <a:ext cx="4099180" cy="931794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E099069-2958-42C0-92F3-791C05CAEC01}"/>
                  </a:ext>
                </a:extLst>
              </p:cNvPr>
              <p:cNvSpPr txBox="1"/>
              <p:nvPr/>
            </p:nvSpPr>
            <p:spPr>
              <a:xfrm>
                <a:off x="9937315" y="2607621"/>
                <a:ext cx="12154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=2.4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AE099069-2958-42C0-92F3-791C05CAEC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37315" y="2607621"/>
                <a:ext cx="1215427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1558AA90-85E6-4564-80D3-709BE46DF81F}"/>
                  </a:ext>
                </a:extLst>
              </p:cNvPr>
              <p:cNvSpPr txBox="1"/>
              <p:nvPr/>
            </p:nvSpPr>
            <p:spPr>
              <a:xfrm>
                <a:off x="7742502" y="2375447"/>
                <a:ext cx="2474817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MD</m:t>
                      </m:r>
                      <m:d>
                        <m:dPr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̅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m:rPr>
                                  <m:sty m:val="p"/>
                                </m:rPr>
                                <a:rPr lang="en-US" sz="28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acc>
                        </m:e>
                      </m:d>
                      <m:r>
                        <a:rPr lang="en-IN" sz="280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</m:t>
                          </m:r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1558AA90-85E6-4564-80D3-709BE46DF8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42502" y="2375447"/>
                <a:ext cx="2474817" cy="901785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97C71BA-6CBA-4B54-8F45-D6E6904B9B16}"/>
                  </a:ext>
                </a:extLst>
              </p:cNvPr>
              <p:cNvSpPr txBox="1"/>
              <p:nvPr/>
            </p:nvSpPr>
            <p:spPr>
              <a:xfrm>
                <a:off x="7742502" y="4480100"/>
                <a:ext cx="3317384" cy="9227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MD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M</m:t>
                          </m:r>
                        </m:e>
                      </m:d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M</m:t>
                                  </m: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97C71BA-6CBA-4B54-8F45-D6E6904B9B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42502" y="4480100"/>
                <a:ext cx="3317384" cy="922753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81F12D11-D7FC-4F4B-99F4-C0274C6CCDC4}"/>
                  </a:ext>
                </a:extLst>
              </p:cNvPr>
              <p:cNvSpPr txBox="1"/>
              <p:nvPr/>
            </p:nvSpPr>
            <p:spPr>
              <a:xfrm>
                <a:off x="7742502" y="5572596"/>
                <a:ext cx="2581228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MD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M</m:t>
                          </m:r>
                        </m:e>
                      </m:d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81F12D11-D7FC-4F4B-99F4-C0274C6CCD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42502" y="5572596"/>
                <a:ext cx="2581228" cy="901785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89C8334C-9B5A-45B4-8325-7A20890C0950}"/>
                  </a:ext>
                </a:extLst>
              </p:cNvPr>
              <p:cNvSpPr txBox="1"/>
              <p:nvPr/>
            </p:nvSpPr>
            <p:spPr>
              <a:xfrm>
                <a:off x="7236267" y="256472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89C8334C-9B5A-45B4-8325-7A20890C09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36267" y="2564729"/>
                <a:ext cx="506235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C916BA25-48E5-4546-BFBE-23387A016FA5}"/>
                  </a:ext>
                </a:extLst>
              </p:cNvPr>
              <p:cNvSpPr txBox="1"/>
              <p:nvPr/>
            </p:nvSpPr>
            <p:spPr>
              <a:xfrm>
                <a:off x="7236267" y="576187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C916BA25-48E5-4546-BFBE-23387A016F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36267" y="5761878"/>
                <a:ext cx="506235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21CDDC68-CD51-4A37-B476-66253869A5B7}"/>
                  </a:ext>
                </a:extLst>
              </p:cNvPr>
              <p:cNvSpPr txBox="1"/>
              <p:nvPr/>
            </p:nvSpPr>
            <p:spPr>
              <a:xfrm>
                <a:off x="10018630" y="5792358"/>
                <a:ext cx="121542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=2.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21CDDC68-CD51-4A37-B476-66253869A5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8630" y="5792358"/>
                <a:ext cx="1215427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TextBox 50">
            <a:extLst>
              <a:ext uri="{FF2B5EF4-FFF2-40B4-BE49-F238E27FC236}">
                <a16:creationId xmlns:a16="http://schemas.microsoft.com/office/drawing/2014/main" id="{E329C519-E418-48FF-9D8B-8023AA008BFC}"/>
              </a:ext>
            </a:extLst>
          </p:cNvPr>
          <p:cNvSpPr txBox="1"/>
          <p:nvPr/>
        </p:nvSpPr>
        <p:spPr>
          <a:xfrm>
            <a:off x="6878956" y="740528"/>
            <a:ext cx="4741544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Deviation About Mean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A3BBF512-CEA7-427A-BF73-042D6A72D9FD}"/>
              </a:ext>
            </a:extLst>
          </p:cNvPr>
          <p:cNvSpPr txBox="1"/>
          <p:nvPr/>
        </p:nvSpPr>
        <p:spPr>
          <a:xfrm>
            <a:off x="6878956" y="3691364"/>
            <a:ext cx="4741544" cy="5232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Mean Deviation About Median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C4BD67FF-CEE6-410E-8157-47858652F26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72583615"/>
                  </p:ext>
                </p:extLst>
              </p:nvPr>
            </p:nvGraphicFramePr>
            <p:xfrm>
              <a:off x="1200150" y="1301859"/>
              <a:ext cx="2760345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60345">
                      <a:extLst>
                        <a:ext uri="{9D8B030D-6E8A-4147-A177-3AD203B41FA5}">
                          <a16:colId xmlns:a16="http://schemas.microsoft.com/office/drawing/2014/main" val="1993910765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i="1" dirty="0" smtClean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dirty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</m:e>
                                </m:d>
                                <m: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=|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  <m: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−6|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9321525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3806073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476345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65863081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1536494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13437921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35608494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C4BD67FF-CEE6-410E-8157-47858652F26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72583615"/>
                  </p:ext>
                </p:extLst>
              </p:nvPr>
            </p:nvGraphicFramePr>
            <p:xfrm>
              <a:off x="1200150" y="1301859"/>
              <a:ext cx="2760345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60345">
                      <a:extLst>
                        <a:ext uri="{9D8B030D-6E8A-4147-A177-3AD203B41FA5}">
                          <a16:colId xmlns:a16="http://schemas.microsoft.com/office/drawing/2014/main" val="1993910765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1"/>
                          <a:stretch>
                            <a:fillRect l="-220" t="-1869" r="-661" b="-61028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9321525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3806073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476345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65863081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1536494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13437921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35608494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40E9040E-466C-459D-B279-E199CEF40AA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58080598"/>
                  </p:ext>
                </p:extLst>
              </p:nvPr>
            </p:nvGraphicFramePr>
            <p:xfrm>
              <a:off x="3960495" y="1301319"/>
              <a:ext cx="2760345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60345">
                      <a:extLst>
                        <a:ext uri="{9D8B030D-6E8A-4147-A177-3AD203B41FA5}">
                          <a16:colId xmlns:a16="http://schemas.microsoft.com/office/drawing/2014/main" val="311392150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M</m:t>
                                    </m:r>
                                  </m:e>
                                </m:d>
                                <m: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=|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  <m:r>
                                  <a:rPr lang="en-US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</a:rPr>
                                  <m:t>−7|</m:t>
                                </m:r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025644306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2300778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148108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79183679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9077273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5319438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8824887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40E9040E-466C-459D-B279-E199CEF40AA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58080598"/>
                  </p:ext>
                </p:extLst>
              </p:nvPr>
            </p:nvGraphicFramePr>
            <p:xfrm>
              <a:off x="3960495" y="1301319"/>
              <a:ext cx="2760345" cy="4606762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60345">
                      <a:extLst>
                        <a:ext uri="{9D8B030D-6E8A-4147-A177-3AD203B41FA5}">
                          <a16:colId xmlns:a16="http://schemas.microsoft.com/office/drawing/2014/main" val="311392150"/>
                        </a:ext>
                      </a:extLst>
                    </a:gridCol>
                  </a:tblGrid>
                  <a:tr h="652342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2"/>
                          <a:stretch>
                            <a:fillRect l="-220" t="-1869" r="-661" b="-61028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025644306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2300778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148108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79183679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90772737"/>
                      </a:ext>
                    </a:extLst>
                  </a:tr>
                  <a:tr h="563513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5319438"/>
                      </a:ext>
                    </a:extLst>
                  </a:tr>
                  <a:tr h="1136855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88248875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27568967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7" grpId="0"/>
      <p:bldP spid="41" grpId="0"/>
      <p:bldP spid="42" grpId="0"/>
      <p:bldP spid="43" grpId="0"/>
      <p:bldP spid="44" grpId="0"/>
      <p:bldP spid="45" grpId="0"/>
      <p:bldP spid="46" grpId="0"/>
      <p:bldP spid="48" grpId="0"/>
      <p:bldP spid="50" grpId="0"/>
      <p:bldP spid="51" grpId="0"/>
      <p:bldP spid="52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CC3F8A-3654-FB82-4B41-B09C706580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787305F2-2AC5-265D-0DAB-60E202CE7BF2}"/>
              </a:ext>
            </a:extLst>
          </p:cNvPr>
          <p:cNvSpPr txBox="1">
            <a:spLocks/>
          </p:cNvSpPr>
          <p:nvPr/>
        </p:nvSpPr>
        <p:spPr>
          <a:xfrm>
            <a:off x="131176" y="867838"/>
            <a:ext cx="11929645" cy="1800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spcAft>
                <a:spcPts val="300"/>
              </a:spcAft>
            </a:pPr>
            <a:r>
              <a:rPr lang="en-US" dirty="0"/>
              <a:t>Find mean deviation about the mean, median and mode for the following data:</a:t>
            </a: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A901A2F-FA66-C1F5-6BCF-9FE593CAD5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3 ⇝ Example 8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F70E86F0-9E7A-E46A-1102-D71049B16DDF}"/>
              </a:ext>
            </a:extLst>
          </p:cNvPr>
          <p:cNvSpPr txBox="1">
            <a:spLocks/>
          </p:cNvSpPr>
          <p:nvPr/>
        </p:nvSpPr>
        <p:spPr>
          <a:xfrm>
            <a:off x="131176" y="2824475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174E9BD-B41B-3373-D030-F4CA1DE77A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9266696"/>
              </p:ext>
            </p:extLst>
          </p:nvPr>
        </p:nvGraphicFramePr>
        <p:xfrm>
          <a:off x="293352" y="1384857"/>
          <a:ext cx="10216944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02824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702824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17349FC-2751-402A-97DA-A9AF45F3A18D}"/>
                  </a:ext>
                </a:extLst>
              </p:cNvPr>
              <p:cNvSpPr/>
              <p:nvPr/>
            </p:nvSpPr>
            <p:spPr>
              <a:xfrm>
                <a:off x="2441566" y="198501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717349FC-2751-402A-97DA-A9AF45F3A18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1566" y="1985015"/>
                <a:ext cx="79030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3EB465E1-3F4E-4E64-881D-37952CE5EAE5}"/>
                  </a:ext>
                </a:extLst>
              </p:cNvPr>
              <p:cNvSpPr/>
              <p:nvPr/>
            </p:nvSpPr>
            <p:spPr>
              <a:xfrm>
                <a:off x="4142211" y="198501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3EB465E1-3F4E-4E64-881D-37952CE5EAE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42211" y="1985015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3EDFDD2-706E-4C04-892D-D0A1D607131B}"/>
                  </a:ext>
                </a:extLst>
              </p:cNvPr>
              <p:cNvSpPr/>
              <p:nvPr/>
            </p:nvSpPr>
            <p:spPr>
              <a:xfrm>
                <a:off x="5842856" y="198501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3EDFDD2-706E-4C04-892D-D0A1D60713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42856" y="1985015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203D4900-083B-4013-8945-5AB12E6E2E29}"/>
                  </a:ext>
                </a:extLst>
              </p:cNvPr>
              <p:cNvSpPr/>
              <p:nvPr/>
            </p:nvSpPr>
            <p:spPr>
              <a:xfrm>
                <a:off x="7543501" y="198501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203D4900-083B-4013-8945-5AB12E6E2E2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43501" y="1985015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2F049AD5-DD77-4349-9B34-0B205148BBE0}"/>
                  </a:ext>
                </a:extLst>
              </p:cNvPr>
              <p:cNvSpPr/>
              <p:nvPr/>
            </p:nvSpPr>
            <p:spPr>
              <a:xfrm>
                <a:off x="9244148" y="198501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2F049AD5-DD77-4349-9B34-0B205148BBE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44148" y="1985015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129CD3FA-6B3C-4627-AB21-9BA269A1139E}"/>
                  </a:ext>
                </a:extLst>
              </p:cNvPr>
              <p:cNvSpPr/>
              <p:nvPr/>
            </p:nvSpPr>
            <p:spPr>
              <a:xfrm>
                <a:off x="2441567" y="14033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129CD3FA-6B3C-4627-AB21-9BA269A1139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1567" y="1403372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30CA3F4-E857-44EB-99E3-1DD3232165B5}"/>
                  </a:ext>
                </a:extLst>
              </p:cNvPr>
              <p:cNvSpPr/>
              <p:nvPr/>
            </p:nvSpPr>
            <p:spPr>
              <a:xfrm>
                <a:off x="4142212" y="14033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130CA3F4-E857-44EB-99E3-1DD3232165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42212" y="1403372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1BE68AC-AD3C-4B1B-BE6C-91ABA084ECAD}"/>
                  </a:ext>
                </a:extLst>
              </p:cNvPr>
              <p:cNvSpPr/>
              <p:nvPr/>
            </p:nvSpPr>
            <p:spPr>
              <a:xfrm>
                <a:off x="5842857" y="14033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1BE68AC-AD3C-4B1B-BE6C-91ABA084ECA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42857" y="1403372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4132AF11-8B7A-4B6C-BD2F-B7B7F00AAFCC}"/>
                  </a:ext>
                </a:extLst>
              </p:cNvPr>
              <p:cNvSpPr/>
              <p:nvPr/>
            </p:nvSpPr>
            <p:spPr>
              <a:xfrm>
                <a:off x="7543502" y="14033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4132AF11-8B7A-4B6C-BD2F-B7B7F00AAF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43502" y="1403372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D786ECED-39D6-4977-8C59-262A25BC4C25}"/>
                  </a:ext>
                </a:extLst>
              </p:cNvPr>
              <p:cNvSpPr/>
              <p:nvPr/>
            </p:nvSpPr>
            <p:spPr>
              <a:xfrm>
                <a:off x="9244148" y="140337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D786ECED-39D6-4977-8C59-262A25BC4C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44148" y="1403372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585494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286985-C73D-90BD-0FFB-3FC113FF16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01DAA19C-DE05-4329-9218-F3391A6FBF1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16421406"/>
                  </p:ext>
                </p:extLst>
              </p:nvPr>
            </p:nvGraphicFramePr>
            <p:xfrm>
              <a:off x="5425440" y="855240"/>
              <a:ext cx="4526280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47800">
                      <a:extLst>
                        <a:ext uri="{9D8B030D-6E8A-4147-A177-3AD203B41FA5}">
                          <a16:colId xmlns:a16="http://schemas.microsoft.com/office/drawing/2014/main" val="1391981047"/>
                        </a:ext>
                      </a:extLst>
                    </a:gridCol>
                    <a:gridCol w="3078480">
                      <a:extLst>
                        <a:ext uri="{9D8B030D-6E8A-4147-A177-3AD203B41FA5}">
                          <a16:colId xmlns:a16="http://schemas.microsoft.com/office/drawing/2014/main" val="1291747413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i="1" dirty="0" smtClean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dirty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i="1" dirty="0" smtClean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dirty="0">
                                            <a:solidFill>
                                              <a:srgbClr val="002060"/>
                                            </a:solidFill>
                                            <a:uFill>
                                              <a:solidFill>
                                                <a:srgbClr val="0070C0"/>
                                              </a:solidFill>
                                            </a:u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6136309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0560446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690576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61582638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39631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3925215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203359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01DAA19C-DE05-4329-9218-F3391A6FBF1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16421406"/>
                  </p:ext>
                </p:extLst>
              </p:nvPr>
            </p:nvGraphicFramePr>
            <p:xfrm>
              <a:off x="5425440" y="855240"/>
              <a:ext cx="4526280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47800">
                      <a:extLst>
                        <a:ext uri="{9D8B030D-6E8A-4147-A177-3AD203B41FA5}">
                          <a16:colId xmlns:a16="http://schemas.microsoft.com/office/drawing/2014/main" val="1391981047"/>
                        </a:ext>
                      </a:extLst>
                    </a:gridCol>
                    <a:gridCol w="3078480">
                      <a:extLst>
                        <a:ext uri="{9D8B030D-6E8A-4147-A177-3AD203B41FA5}">
                          <a16:colId xmlns:a16="http://schemas.microsoft.com/office/drawing/2014/main" val="1291747413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40" t="-2326" r="-213445" b="-75697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7525" t="-2326" r="-594" b="-75697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6136309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0560446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690576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461582638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39631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63925215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2033598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A38BD59F-7789-80A6-04CC-7D97A3EBC4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8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E72D161F-039C-0BBB-0885-F407139F5A6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44545487"/>
                  </p:ext>
                </p:extLst>
              </p:nvPr>
            </p:nvGraphicFramePr>
            <p:xfrm>
              <a:off x="234996" y="855240"/>
              <a:ext cx="2813004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E72D161F-039C-0BBB-0885-F407139F5A6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44545487"/>
                  </p:ext>
                </p:extLst>
              </p:nvPr>
            </p:nvGraphicFramePr>
            <p:xfrm>
              <a:off x="234996" y="855240"/>
              <a:ext cx="2813004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342" t="-2326" r="-212752" b="-75697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48243" t="-2326" r="-1278" b="-75697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3B4BC1A-E593-2EA3-C376-8AB834A75A8D}"/>
                  </a:ext>
                </a:extLst>
              </p:cNvPr>
              <p:cNvSpPr/>
              <p:nvPr/>
            </p:nvSpPr>
            <p:spPr>
              <a:xfrm>
                <a:off x="1685681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3B4BC1A-E593-2EA3-C376-8AB834A75A8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1427295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646FDEC-6086-58F5-B851-918CDA5F6F7D}"/>
                  </a:ext>
                </a:extLst>
              </p:cNvPr>
              <p:cNvSpPr/>
              <p:nvPr/>
            </p:nvSpPr>
            <p:spPr>
              <a:xfrm>
                <a:off x="1685681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3646FDEC-6086-58F5-B851-918CDA5F6F7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1995678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CD9C3E0-4DEA-794D-4975-61B353E90189}"/>
                  </a:ext>
                </a:extLst>
              </p:cNvPr>
              <p:cNvSpPr/>
              <p:nvPr/>
            </p:nvSpPr>
            <p:spPr>
              <a:xfrm>
                <a:off x="1685681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4CD9C3E0-4DEA-794D-4975-61B353E9018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2564061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DC9B4AE1-AEA1-2D47-D5A3-B7D8E95F5716}"/>
                  </a:ext>
                </a:extLst>
              </p:cNvPr>
              <p:cNvSpPr/>
              <p:nvPr/>
            </p:nvSpPr>
            <p:spPr>
              <a:xfrm>
                <a:off x="1685681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DC9B4AE1-AEA1-2D47-D5A3-B7D8E95F57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3132444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D16DD19-6659-9FF4-AF5E-6047D670628B}"/>
                  </a:ext>
                </a:extLst>
              </p:cNvPr>
              <p:cNvSpPr/>
              <p:nvPr/>
            </p:nvSpPr>
            <p:spPr>
              <a:xfrm>
                <a:off x="1685681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D16DD19-6659-9FF4-AF5E-6047D670628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3700829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6246F01-1902-C78D-C910-A5C91B03C1B1}"/>
                  </a:ext>
                </a:extLst>
              </p:cNvPr>
              <p:cNvSpPr/>
              <p:nvPr/>
            </p:nvSpPr>
            <p:spPr>
              <a:xfrm>
                <a:off x="287508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F6246F01-1902-C78D-C910-A5C91B03C1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1427295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563C9A0-816C-2CA2-6FF2-3591D07A891A}"/>
                  </a:ext>
                </a:extLst>
              </p:cNvPr>
              <p:cNvSpPr/>
              <p:nvPr/>
            </p:nvSpPr>
            <p:spPr>
              <a:xfrm>
                <a:off x="287508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4563C9A0-816C-2CA2-6FF2-3591D07A89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1995678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E6A461B0-D9AE-2510-23A9-2AF0A7113C7E}"/>
                  </a:ext>
                </a:extLst>
              </p:cNvPr>
              <p:cNvSpPr/>
              <p:nvPr/>
            </p:nvSpPr>
            <p:spPr>
              <a:xfrm>
                <a:off x="287508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E6A461B0-D9AE-2510-23A9-2AF0A7113C7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2564061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C6A99C46-81FB-B964-D5CA-E2E8E4811BFA}"/>
                  </a:ext>
                </a:extLst>
              </p:cNvPr>
              <p:cNvSpPr/>
              <p:nvPr/>
            </p:nvSpPr>
            <p:spPr>
              <a:xfrm>
                <a:off x="287508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C6A99C46-81FB-B964-D5CA-E2E8E4811BF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3132444"/>
                <a:ext cx="79030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F810D578-1F40-7DCB-32A9-06F2E2D9DD45}"/>
                  </a:ext>
                </a:extLst>
              </p:cNvPr>
              <p:cNvSpPr/>
              <p:nvPr/>
            </p:nvSpPr>
            <p:spPr>
              <a:xfrm>
                <a:off x="287508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F810D578-1F40-7DCB-32A9-06F2E2D9DD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3700829"/>
                <a:ext cx="79030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D244ADA5-1507-7319-E898-C3196F125033}"/>
                  </a:ext>
                </a:extLst>
              </p:cNvPr>
              <p:cNvSpPr/>
              <p:nvPr/>
            </p:nvSpPr>
            <p:spPr>
              <a:xfrm>
                <a:off x="3826732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D244ADA5-1507-7319-E898-C3196F1250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6732" y="1427295"/>
                <a:ext cx="790303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300958D-08AE-CF2B-6805-8B5A6097C3A7}"/>
                  </a:ext>
                </a:extLst>
              </p:cNvPr>
              <p:cNvSpPr/>
              <p:nvPr/>
            </p:nvSpPr>
            <p:spPr>
              <a:xfrm>
                <a:off x="3826732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300958D-08AE-CF2B-6805-8B5A6097C3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6732" y="1995678"/>
                <a:ext cx="790303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7867FAF-8823-E1C4-C719-69387166B6BE}"/>
                  </a:ext>
                </a:extLst>
              </p:cNvPr>
              <p:cNvSpPr/>
              <p:nvPr/>
            </p:nvSpPr>
            <p:spPr>
              <a:xfrm>
                <a:off x="3826732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F7867FAF-8823-E1C4-C719-69387166B6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6732" y="2564061"/>
                <a:ext cx="790303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5502ADA9-BD42-CC1E-7042-74133E0757D4}"/>
                  </a:ext>
                </a:extLst>
              </p:cNvPr>
              <p:cNvSpPr/>
              <p:nvPr/>
            </p:nvSpPr>
            <p:spPr>
              <a:xfrm>
                <a:off x="3826732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5502ADA9-BD42-CC1E-7042-74133E0757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6732" y="3132444"/>
                <a:ext cx="790303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70359140-BC0E-E779-6892-8888C6E9F08D}"/>
                  </a:ext>
                </a:extLst>
              </p:cNvPr>
              <p:cNvSpPr/>
              <p:nvPr/>
            </p:nvSpPr>
            <p:spPr>
              <a:xfrm>
                <a:off x="3826732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70359140-BC0E-E779-6892-8888C6E9F08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6732" y="3700829"/>
                <a:ext cx="790303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4360B7F-9BEB-87A3-0062-97497D86C790}"/>
                  </a:ext>
                </a:extLst>
              </p:cNvPr>
              <p:cNvSpPr/>
              <p:nvPr/>
            </p:nvSpPr>
            <p:spPr>
              <a:xfrm>
                <a:off x="5754961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4360B7F-9BEB-87A3-0062-97497D86C79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4961" y="1427295"/>
                <a:ext cx="790303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698248AF-28A3-4109-79D5-45C6ED8C43A0}"/>
                  </a:ext>
                </a:extLst>
              </p:cNvPr>
              <p:cNvSpPr/>
              <p:nvPr/>
            </p:nvSpPr>
            <p:spPr>
              <a:xfrm>
                <a:off x="5754961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698248AF-28A3-4109-79D5-45C6ED8C43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4961" y="1995678"/>
                <a:ext cx="790303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F249F3B7-7036-BBB4-4C19-81EFCC23DC3D}"/>
                  </a:ext>
                </a:extLst>
              </p:cNvPr>
              <p:cNvSpPr/>
              <p:nvPr/>
            </p:nvSpPr>
            <p:spPr>
              <a:xfrm>
                <a:off x="5754961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F249F3B7-7036-BBB4-4C19-81EFCC23DC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4961" y="2564061"/>
                <a:ext cx="790303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AF71B577-871D-7836-E7A2-51D97B65600C}"/>
                  </a:ext>
                </a:extLst>
              </p:cNvPr>
              <p:cNvSpPr/>
              <p:nvPr/>
            </p:nvSpPr>
            <p:spPr>
              <a:xfrm>
                <a:off x="5754961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AF71B577-871D-7836-E7A2-51D97B6560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4961" y="3132444"/>
                <a:ext cx="790303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FB557AE1-EB61-EB05-D895-E3FF3E0013DB}"/>
                  </a:ext>
                </a:extLst>
              </p:cNvPr>
              <p:cNvSpPr/>
              <p:nvPr/>
            </p:nvSpPr>
            <p:spPr>
              <a:xfrm>
                <a:off x="5754961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FB557AE1-EB61-EB05-D895-E3FF3E0013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4961" y="3700829"/>
                <a:ext cx="790303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BA250B18-1204-569B-3CAD-ED59492BC257}"/>
                  </a:ext>
                </a:extLst>
              </p:cNvPr>
              <p:cNvSpPr/>
              <p:nvPr/>
            </p:nvSpPr>
            <p:spPr>
              <a:xfrm>
                <a:off x="7959830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BA250B18-1204-569B-3CAD-ED59492BC2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59830" y="1427295"/>
                <a:ext cx="790303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865E7209-D25D-E88B-6A79-B3766734FA80}"/>
                  </a:ext>
                </a:extLst>
              </p:cNvPr>
              <p:cNvSpPr/>
              <p:nvPr/>
            </p:nvSpPr>
            <p:spPr>
              <a:xfrm>
                <a:off x="7959830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865E7209-D25D-E88B-6A79-B3766734FA8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59830" y="1995678"/>
                <a:ext cx="790303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A3D49C6B-03C7-4E7F-7503-E4C5B663FF55}"/>
                  </a:ext>
                </a:extLst>
              </p:cNvPr>
              <p:cNvSpPr/>
              <p:nvPr/>
            </p:nvSpPr>
            <p:spPr>
              <a:xfrm>
                <a:off x="7959830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A3D49C6B-03C7-4E7F-7503-E4C5B663FF5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59830" y="2564061"/>
                <a:ext cx="790303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A630F01-C363-AB32-5B3C-AF412726FE60}"/>
                  </a:ext>
                </a:extLst>
              </p:cNvPr>
              <p:cNvSpPr/>
              <p:nvPr/>
            </p:nvSpPr>
            <p:spPr>
              <a:xfrm>
                <a:off x="7959830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A630F01-C363-AB32-5B3C-AF412726FE6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59830" y="3132444"/>
                <a:ext cx="790303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BB17E80-B1FF-B864-5F12-53CED03C0C5A}"/>
                  </a:ext>
                </a:extLst>
              </p:cNvPr>
              <p:cNvSpPr/>
              <p:nvPr/>
            </p:nvSpPr>
            <p:spPr>
              <a:xfrm>
                <a:off x="7959830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BB17E80-B1FF-B864-5F12-53CED03C0C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59830" y="3700829"/>
                <a:ext cx="790303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CC5BAE01-FCF4-AE94-C205-86A3F8781506}"/>
                  </a:ext>
                </a:extLst>
              </p:cNvPr>
              <p:cNvSpPr/>
              <p:nvPr/>
            </p:nvSpPr>
            <p:spPr>
              <a:xfrm>
                <a:off x="3083659" y="4316233"/>
                <a:ext cx="2377807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CC5BAE01-FCF4-AE94-C205-86A3F87815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3659" y="4316233"/>
                <a:ext cx="2377807" cy="1135696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62923593-6219-61CB-9BC2-FDD2AAF8ED58}"/>
                  </a:ext>
                </a:extLst>
              </p:cNvPr>
              <p:cNvSpPr/>
              <p:nvPr/>
            </p:nvSpPr>
            <p:spPr>
              <a:xfrm>
                <a:off x="6873647" y="4353327"/>
                <a:ext cx="3370431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dirty="0">
                                      <a:solidFill>
                                        <a:srgbClr val="002060"/>
                                      </a:solidFill>
                                      <a:uFill>
                                        <a:solidFill>
                                          <a:srgbClr val="0070C0"/>
                                        </a:solidFill>
                                      </a:u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62923593-6219-61CB-9BC2-FDD2AAF8ED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73647" y="4353327"/>
                <a:ext cx="3370431" cy="1135696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9819C6D6-5356-96D3-FE62-B4B744D1B8A8}"/>
                  </a:ext>
                </a:extLst>
              </p:cNvPr>
              <p:cNvSpPr/>
              <p:nvPr/>
            </p:nvSpPr>
            <p:spPr>
              <a:xfrm>
                <a:off x="1170836" y="4289419"/>
                <a:ext cx="1912823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t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9819C6D6-5356-96D3-FE62-B4B744D1B8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70836" y="4289419"/>
                <a:ext cx="1912823" cy="1135696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6BF8AA8-89FD-500B-13D5-ABD88DE66875}"/>
                  </a:ext>
                </a:extLst>
              </p:cNvPr>
              <p:cNvSpPr txBox="1"/>
              <p:nvPr/>
            </p:nvSpPr>
            <p:spPr>
              <a:xfrm>
                <a:off x="10394455" y="3147686"/>
                <a:ext cx="20794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6BF8AA8-89FD-500B-13D5-ABD88DE668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4455" y="3147686"/>
                <a:ext cx="2079461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734654A-99AE-C1F4-E157-88A4270EB9BD}"/>
                  </a:ext>
                </a:extLst>
              </p:cNvPr>
              <p:cNvSpPr txBox="1"/>
              <p:nvPr/>
            </p:nvSpPr>
            <p:spPr>
              <a:xfrm>
                <a:off x="9951720" y="2269453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734654A-99AE-C1F4-E157-88A4270EB9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51720" y="2269453"/>
                <a:ext cx="506235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43FC5BA6-0B3E-D234-9A07-6DB4683AF8EF}"/>
                  </a:ext>
                </a:extLst>
              </p:cNvPr>
              <p:cNvSpPr txBox="1"/>
              <p:nvPr/>
            </p:nvSpPr>
            <p:spPr>
              <a:xfrm>
                <a:off x="10002948" y="313291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43FC5BA6-0B3E-D234-9A07-6DB4683AF8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02948" y="3132916"/>
                <a:ext cx="506235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2724460-3479-AE4B-EED8-0A6F07E22D51}"/>
                  </a:ext>
                </a:extLst>
              </p:cNvPr>
              <p:cNvSpPr txBox="1"/>
              <p:nvPr/>
            </p:nvSpPr>
            <p:spPr>
              <a:xfrm>
                <a:off x="10394455" y="2033770"/>
                <a:ext cx="1456469" cy="90794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350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2724460-3479-AE4B-EED8-0A6F07E22D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4455" y="2033770"/>
                <a:ext cx="1456469" cy="907941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E2975F4-4314-E82C-AF68-E5C21EDBF251}"/>
                  </a:ext>
                </a:extLst>
              </p:cNvPr>
              <p:cNvSpPr txBox="1"/>
              <p:nvPr/>
            </p:nvSpPr>
            <p:spPr>
              <a:xfrm>
                <a:off x="10394455" y="908514"/>
                <a:ext cx="1898356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E2975F4-4314-E82C-AF68-E5C21EDBF2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4455" y="908514"/>
                <a:ext cx="1898356" cy="995978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EF55ED19-0B78-2638-C19F-8F10B8AE42ED}"/>
                  </a:ext>
                </a:extLst>
              </p:cNvPr>
              <p:cNvSpPr txBox="1"/>
              <p:nvPr/>
            </p:nvSpPr>
            <p:spPr>
              <a:xfrm>
                <a:off x="234996" y="5450567"/>
                <a:ext cx="3626145" cy="100501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MD</m:t>
                      </m:r>
                      <m:d>
                        <m:d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̅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acc>
                        </m:e>
                      </m:d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800" i="1" dirty="0">
                                          <a:solidFill>
                                            <a:srgbClr val="002060"/>
                                          </a:solidFill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dirty="0">
                                          <a:solidFill>
                                            <a:srgbClr val="002060"/>
                                          </a:solidFill>
                                          <a:uFill>
                                            <a:solidFill>
                                              <a:srgbClr val="0070C0"/>
                                            </a:solidFill>
                                          </a:u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EF55ED19-0B78-2638-C19F-8F10B8AE42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996" y="5450567"/>
                <a:ext cx="3626145" cy="1005019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D05F6D20-5DE1-7BBF-1C4E-65A988749A58}"/>
                  </a:ext>
                </a:extLst>
              </p:cNvPr>
              <p:cNvSpPr txBox="1"/>
              <p:nvPr/>
            </p:nvSpPr>
            <p:spPr>
              <a:xfrm>
                <a:off x="4683504" y="5748199"/>
                <a:ext cx="133717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6.32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D05F6D20-5DE1-7BBF-1C4E-65A988749A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83504" y="5748199"/>
                <a:ext cx="1337171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6F93486C-4451-4B46-8EC5-BC0A6BCB4B04}"/>
                  </a:ext>
                </a:extLst>
              </p:cNvPr>
              <p:cNvSpPr txBox="1"/>
              <p:nvPr/>
            </p:nvSpPr>
            <p:spPr>
              <a:xfrm>
                <a:off x="3523158" y="5514475"/>
                <a:ext cx="1337170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158 </m:t>
                          </m:r>
                        </m:num>
                        <m:den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6F93486C-4451-4B46-8EC5-BC0A6BCB4B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3158" y="5514475"/>
                <a:ext cx="1337170" cy="91057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12B27BF1-D202-481F-818E-4D8270AE6CF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5471024"/>
                  </p:ext>
                </p:extLst>
              </p:nvPr>
            </p:nvGraphicFramePr>
            <p:xfrm>
              <a:off x="3043451" y="852911"/>
              <a:ext cx="2377440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77440">
                      <a:extLst>
                        <a:ext uri="{9D8B030D-6E8A-4147-A177-3AD203B41FA5}">
                          <a16:colId xmlns:a16="http://schemas.microsoft.com/office/drawing/2014/main" val="692738498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40827248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2004640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497468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8184749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8990042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33534813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749325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12B27BF1-D202-481F-818E-4D8270AE6CF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5471024"/>
                  </p:ext>
                </p:extLst>
              </p:nvPr>
            </p:nvGraphicFramePr>
            <p:xfrm>
              <a:off x="3043451" y="852911"/>
              <a:ext cx="2377440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77440">
                      <a:extLst>
                        <a:ext uri="{9D8B030D-6E8A-4147-A177-3AD203B41FA5}">
                          <a16:colId xmlns:a16="http://schemas.microsoft.com/office/drawing/2014/main" val="692738498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1"/>
                          <a:stretch>
                            <a:fillRect l="-512" t="-1163" r="-767" b="-75697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40827248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12004640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4974683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8184749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8990042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33534813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7493259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16434781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34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8" grpId="0"/>
      <p:bldP spid="3" grpId="0"/>
      <p:bldP spid="31" grpId="0"/>
      <p:bldP spid="32" grpId="0"/>
      <p:bldP spid="35" grpId="0"/>
      <p:bldP spid="47" grpId="0"/>
      <p:bldP spid="49" grpId="0"/>
      <p:bldP spid="50" grpId="0"/>
      <p:bldP spid="51" grpId="0"/>
      <p:bldP spid="53" grpId="0"/>
      <p:bldP spid="58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37D74B-826A-F2E2-95D6-2A0237ED20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D8DE18C2-4E11-4B9D-B86C-6526E8E72F9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20516390"/>
                  </p:ext>
                </p:extLst>
              </p:nvPr>
            </p:nvGraphicFramePr>
            <p:xfrm>
              <a:off x="234996" y="855240"/>
              <a:ext cx="2813004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D8DE18C2-4E11-4B9D-B86C-6526E8E72F9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20516390"/>
                  </p:ext>
                </p:extLst>
              </p:nvPr>
            </p:nvGraphicFramePr>
            <p:xfrm>
              <a:off x="234996" y="855240"/>
              <a:ext cx="2813004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342" t="-2326" r="-212752" b="-75697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8243" t="-2326" r="-1278" b="-75697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B9E9F0E5-F76D-E585-1405-CD6B0238C8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8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511B1B0C-875A-48C9-A2A6-7AAC7D9A109D}"/>
                  </a:ext>
                </a:extLst>
              </p:cNvPr>
              <p:cNvSpPr/>
              <p:nvPr/>
            </p:nvSpPr>
            <p:spPr>
              <a:xfrm>
                <a:off x="3282057" y="1424177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511B1B0C-875A-48C9-A2A6-7AAC7D9A109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2057" y="1424177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D891FDC1-B7E7-4B43-F1D0-7D57AA47ECFB}"/>
                  </a:ext>
                </a:extLst>
              </p:cNvPr>
              <p:cNvSpPr/>
              <p:nvPr/>
            </p:nvSpPr>
            <p:spPr>
              <a:xfrm>
                <a:off x="3282057" y="199421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D891FDC1-B7E7-4B43-F1D0-7D57AA47EC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2057" y="1994211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4284B3EA-5412-3329-95AC-D2812C3507A6}"/>
                  </a:ext>
                </a:extLst>
              </p:cNvPr>
              <p:cNvSpPr/>
              <p:nvPr/>
            </p:nvSpPr>
            <p:spPr>
              <a:xfrm>
                <a:off x="3282057" y="256424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4284B3EA-5412-3329-95AC-D2812C3507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2057" y="2564245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BD90C8FC-0F1A-1432-5643-1C08E0354326}"/>
                  </a:ext>
                </a:extLst>
              </p:cNvPr>
              <p:cNvSpPr/>
              <p:nvPr/>
            </p:nvSpPr>
            <p:spPr>
              <a:xfrm>
                <a:off x="3282057" y="313427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BD90C8FC-0F1A-1432-5643-1C08E03543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2057" y="3134279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3A211141-CF1F-8C8E-25DF-47F9A1E33592}"/>
                  </a:ext>
                </a:extLst>
              </p:cNvPr>
              <p:cNvSpPr/>
              <p:nvPr/>
            </p:nvSpPr>
            <p:spPr>
              <a:xfrm>
                <a:off x="3282057" y="370431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3A211141-CF1F-8C8E-25DF-47F9A1E335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2057" y="3704313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F828A4A-6939-4F7A-992A-9D746E0A8432}"/>
                  </a:ext>
                </a:extLst>
              </p:cNvPr>
              <p:cNvSpPr/>
              <p:nvPr/>
            </p:nvSpPr>
            <p:spPr>
              <a:xfrm>
                <a:off x="1685681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F828A4A-6939-4F7A-992A-9D746E0A84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1427295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925C7400-7B7D-4F3B-B085-B747839D1328}"/>
                  </a:ext>
                </a:extLst>
              </p:cNvPr>
              <p:cNvSpPr/>
              <p:nvPr/>
            </p:nvSpPr>
            <p:spPr>
              <a:xfrm>
                <a:off x="1685681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925C7400-7B7D-4F3B-B085-B747839D13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1995678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1EB805EB-B1DF-4089-8039-785F718005D6}"/>
                  </a:ext>
                </a:extLst>
              </p:cNvPr>
              <p:cNvSpPr/>
              <p:nvPr/>
            </p:nvSpPr>
            <p:spPr>
              <a:xfrm>
                <a:off x="1685681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1EB805EB-B1DF-4089-8039-785F718005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2564061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D4E01ACE-2135-4D08-8B04-FCCCA9CB5110}"/>
                  </a:ext>
                </a:extLst>
              </p:cNvPr>
              <p:cNvSpPr/>
              <p:nvPr/>
            </p:nvSpPr>
            <p:spPr>
              <a:xfrm>
                <a:off x="1685681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D4E01ACE-2135-4D08-8B04-FCCCA9CB51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3132444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9B3EBF85-28C0-4BC8-B2AD-4620188DFD33}"/>
                  </a:ext>
                </a:extLst>
              </p:cNvPr>
              <p:cNvSpPr/>
              <p:nvPr/>
            </p:nvSpPr>
            <p:spPr>
              <a:xfrm>
                <a:off x="1685681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9B3EBF85-28C0-4BC8-B2AD-4620188DFD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3700829"/>
                <a:ext cx="79030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D28E0420-0141-417F-9A3C-58A7BE0F81E9}"/>
                  </a:ext>
                </a:extLst>
              </p:cNvPr>
              <p:cNvSpPr/>
              <p:nvPr/>
            </p:nvSpPr>
            <p:spPr>
              <a:xfrm>
                <a:off x="287508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D28E0420-0141-417F-9A3C-58A7BE0F81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1427295"/>
                <a:ext cx="79030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D46B5AB0-675E-4EF0-874C-EF73C58ECE67}"/>
                  </a:ext>
                </a:extLst>
              </p:cNvPr>
              <p:cNvSpPr/>
              <p:nvPr/>
            </p:nvSpPr>
            <p:spPr>
              <a:xfrm>
                <a:off x="287508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D46B5AB0-675E-4EF0-874C-EF73C58ECE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1995678"/>
                <a:ext cx="790303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E1A46F46-18C6-4DD4-9B80-BCC3484F16D3}"/>
                  </a:ext>
                </a:extLst>
              </p:cNvPr>
              <p:cNvSpPr/>
              <p:nvPr/>
            </p:nvSpPr>
            <p:spPr>
              <a:xfrm>
                <a:off x="287508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E1A46F46-18C6-4DD4-9B80-BCC3484F16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2564061"/>
                <a:ext cx="790303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DE914C7A-12DD-451B-98A7-13BBFCBC786B}"/>
                  </a:ext>
                </a:extLst>
              </p:cNvPr>
              <p:cNvSpPr/>
              <p:nvPr/>
            </p:nvSpPr>
            <p:spPr>
              <a:xfrm>
                <a:off x="287508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DE914C7A-12DD-451B-98A7-13BBFCBC78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3132444"/>
                <a:ext cx="790303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0A33B213-6D14-4401-84EE-82F2BD5B391C}"/>
                  </a:ext>
                </a:extLst>
              </p:cNvPr>
              <p:cNvSpPr/>
              <p:nvPr/>
            </p:nvSpPr>
            <p:spPr>
              <a:xfrm>
                <a:off x="287508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0A33B213-6D14-4401-84EE-82F2BD5B391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3700829"/>
                <a:ext cx="790303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730863B6-1C98-4CC8-8F89-0813BD4A5CA5}"/>
                  </a:ext>
                </a:extLst>
              </p:cNvPr>
              <p:cNvSpPr/>
              <p:nvPr/>
            </p:nvSpPr>
            <p:spPr>
              <a:xfrm>
                <a:off x="1170836" y="4289419"/>
                <a:ext cx="1912823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t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730863B6-1C98-4CC8-8F89-0813BD4A5C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70836" y="4289419"/>
                <a:ext cx="1912823" cy="1135696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E13FA0C7-572E-453C-89FD-6775C4E7F14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7217678"/>
                  </p:ext>
                </p:extLst>
              </p:nvPr>
            </p:nvGraphicFramePr>
            <p:xfrm>
              <a:off x="3048000" y="853949"/>
              <a:ext cx="1199535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199535">
                      <a:extLst>
                        <a:ext uri="{9D8B030D-6E8A-4147-A177-3AD203B41FA5}">
                          <a16:colId xmlns:a16="http://schemas.microsoft.com/office/drawing/2014/main" val="249788515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c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170505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9005570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4893873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4095291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9542130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25630394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0830378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E13FA0C7-572E-453C-89FD-6775C4E7F14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7217678"/>
                  </p:ext>
                </p:extLst>
              </p:nvPr>
            </p:nvGraphicFramePr>
            <p:xfrm>
              <a:off x="3048000" y="853949"/>
              <a:ext cx="1199535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199535">
                      <a:extLst>
                        <a:ext uri="{9D8B030D-6E8A-4147-A177-3AD203B41FA5}">
                          <a16:colId xmlns:a16="http://schemas.microsoft.com/office/drawing/2014/main" val="249788515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0"/>
                          <a:stretch>
                            <a:fillRect l="-1015" t="-2326" r="-1523" b="-75581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170505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9005570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4893873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4095291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09542130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25630394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0830378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FBE78AC3-2444-4520-8A09-95F6A86DBD8D}"/>
                  </a:ext>
                </a:extLst>
              </p:cNvPr>
              <p:cNvSpPr txBox="1"/>
              <p:nvPr/>
            </p:nvSpPr>
            <p:spPr>
              <a:xfrm>
                <a:off x="5906025" y="914595"/>
                <a:ext cx="149073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FBE78AC3-2444-4520-8A09-95F6A86DBD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06025" y="914595"/>
                <a:ext cx="149073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7419C7BF-552B-486C-9D9C-4AC3E8991214}"/>
                  </a:ext>
                </a:extLst>
              </p:cNvPr>
              <p:cNvSpPr txBox="1"/>
              <p:nvPr/>
            </p:nvSpPr>
            <p:spPr>
              <a:xfrm>
                <a:off x="5499974" y="1584567"/>
                <a:ext cx="4748312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7419C7BF-552B-486C-9D9C-4AC3E89912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974" y="1584567"/>
                <a:ext cx="4748312" cy="1166025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3176C0B9-82AA-4D2A-BB1E-065578839F43}"/>
                  </a:ext>
                </a:extLst>
              </p:cNvPr>
              <p:cNvSpPr txBox="1"/>
              <p:nvPr/>
            </p:nvSpPr>
            <p:spPr>
              <a:xfrm>
                <a:off x="5499974" y="3072391"/>
                <a:ext cx="4748312" cy="11660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sz="280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3+1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3176C0B9-82AA-4D2A-BB1E-065578839F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974" y="3072391"/>
                <a:ext cx="4748312" cy="1166025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BFD76F17-7A1F-4D42-9E1D-5E850E0D4FE5}"/>
                  </a:ext>
                </a:extLst>
              </p:cNvPr>
              <p:cNvSpPr txBox="1"/>
              <p:nvPr/>
            </p:nvSpPr>
            <p:spPr>
              <a:xfrm>
                <a:off x="5499974" y="4691309"/>
                <a:ext cx="4076383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12</m:t>
                              </m:r>
                            </m:e>
                          </m:d>
                        </m:e>
                        <m:sup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th</m:t>
                          </m:r>
                        </m:sup>
                      </m:sSup>
                      <m:r>
                        <a:rPr lang="en-US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BFD76F17-7A1F-4D42-9E1D-5E850E0D4F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974" y="4691309"/>
                <a:ext cx="4076383" cy="542393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CB2FE8F5-7A6E-402C-8580-91EC3874B254}"/>
                  </a:ext>
                </a:extLst>
              </p:cNvPr>
              <p:cNvSpPr txBox="1"/>
              <p:nvPr/>
            </p:nvSpPr>
            <p:spPr>
              <a:xfrm>
                <a:off x="5499974" y="5521489"/>
                <a:ext cx="1439047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CB2FE8F5-7A6E-402C-8580-91EC3874B2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974" y="5521489"/>
                <a:ext cx="1439047" cy="542393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77663CCB-77F9-4F6A-8C25-30496F46C855}"/>
                  </a:ext>
                </a:extLst>
              </p:cNvPr>
              <p:cNvSpPr txBox="1"/>
              <p:nvPr/>
            </p:nvSpPr>
            <p:spPr>
              <a:xfrm>
                <a:off x="4960823" y="193244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77663CCB-77F9-4F6A-8C25-30496F46C8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60823" y="1932444"/>
                <a:ext cx="506235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D257BB9C-4633-4587-9434-F20B5E847ED6}"/>
                  </a:ext>
                </a:extLst>
              </p:cNvPr>
              <p:cNvSpPr txBox="1"/>
              <p:nvPr/>
            </p:nvSpPr>
            <p:spPr>
              <a:xfrm>
                <a:off x="4960823" y="346317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D257BB9C-4633-4587-9434-F20B5E847E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60823" y="3463172"/>
                <a:ext cx="506235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D2DEB7D3-4785-4C96-8614-8B590ED0BB5C}"/>
                  </a:ext>
                </a:extLst>
              </p:cNvPr>
              <p:cNvSpPr txBox="1"/>
              <p:nvPr/>
            </p:nvSpPr>
            <p:spPr>
              <a:xfrm>
                <a:off x="5006831" y="471300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D2DEB7D3-4785-4C96-8614-8B590ED0BB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06831" y="4713006"/>
                <a:ext cx="506235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9A4FD5CA-81C8-4951-81B6-8CE115F281D5}"/>
                  </a:ext>
                </a:extLst>
              </p:cNvPr>
              <p:cNvSpPr txBox="1"/>
              <p:nvPr/>
            </p:nvSpPr>
            <p:spPr>
              <a:xfrm>
                <a:off x="5006830" y="551442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9A4FD5CA-81C8-4951-81B6-8CE115F281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06830" y="5514429"/>
                <a:ext cx="506235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7" name="TextBox 96">
            <a:extLst>
              <a:ext uri="{FF2B5EF4-FFF2-40B4-BE49-F238E27FC236}">
                <a16:creationId xmlns:a16="http://schemas.microsoft.com/office/drawing/2014/main" id="{695A086F-FD0E-41F8-8184-7CB577DF8FEE}"/>
              </a:ext>
            </a:extLst>
          </p:cNvPr>
          <p:cNvSpPr txBox="1"/>
          <p:nvPr/>
        </p:nvSpPr>
        <p:spPr>
          <a:xfrm>
            <a:off x="7142726" y="914595"/>
            <a:ext cx="11064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(odd)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D79B16A1-9B16-4697-A347-7CD1FE87C463}"/>
              </a:ext>
            </a:extLst>
          </p:cNvPr>
          <p:cNvSpPr txBox="1"/>
          <p:nvPr/>
        </p:nvSpPr>
        <p:spPr>
          <a:xfrm>
            <a:off x="5006830" y="914595"/>
            <a:ext cx="11064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i="0" dirty="0">
                <a:solidFill>
                  <a:srgbClr val="002060"/>
                </a:solidFill>
                <a:latin typeface="+mj-lt"/>
              </a:rPr>
              <a:t>Here,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99" name="Rectangle: Rounded Corners 98">
            <a:extLst>
              <a:ext uri="{FF2B5EF4-FFF2-40B4-BE49-F238E27FC236}">
                <a16:creationId xmlns:a16="http://schemas.microsoft.com/office/drawing/2014/main" id="{84E5D44F-4F9C-47F9-8DAC-83B94FE24DBF}"/>
              </a:ext>
            </a:extLst>
          </p:cNvPr>
          <p:cNvSpPr/>
          <p:nvPr/>
        </p:nvSpPr>
        <p:spPr>
          <a:xfrm>
            <a:off x="3364419" y="2575004"/>
            <a:ext cx="625577" cy="47454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/>
          </a:p>
        </p:txBody>
      </p:sp>
      <p:sp>
        <p:nvSpPr>
          <p:cNvPr id="100" name="Rectangle: Rounded Corners 99">
            <a:extLst>
              <a:ext uri="{FF2B5EF4-FFF2-40B4-BE49-F238E27FC236}">
                <a16:creationId xmlns:a16="http://schemas.microsoft.com/office/drawing/2014/main" id="{72AE01EA-995B-49F1-B9E0-AC8F3F8E8A91}"/>
              </a:ext>
            </a:extLst>
          </p:cNvPr>
          <p:cNvSpPr/>
          <p:nvPr/>
        </p:nvSpPr>
        <p:spPr>
          <a:xfrm>
            <a:off x="369870" y="2575004"/>
            <a:ext cx="625577" cy="474545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2800"/>
          </a:p>
        </p:txBody>
      </p:sp>
    </p:spTree>
    <p:extLst>
      <p:ext uri="{BB962C8B-B14F-4D97-AF65-F5344CB8AC3E}">
        <p14:creationId xmlns:p14="http://schemas.microsoft.com/office/powerpoint/2010/main" val="416271309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34" grpId="0"/>
      <p:bldP spid="36" grpId="0"/>
      <p:bldP spid="87" grpId="0"/>
      <p:bldP spid="88" grpId="0"/>
      <p:bldP spid="89" grpId="0"/>
      <p:bldP spid="90" grpId="0"/>
      <p:bldP spid="91" grpId="0"/>
      <p:bldP spid="93" grpId="0"/>
      <p:bldP spid="94" grpId="0"/>
      <p:bldP spid="95" grpId="0"/>
      <p:bldP spid="96" grpId="0"/>
      <p:bldP spid="97" grpId="0"/>
      <p:bldP spid="98" grpId="0"/>
      <p:bldP spid="99" grpId="0" animBg="1"/>
      <p:bldP spid="100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37D74B-826A-F2E2-95D6-2A0237ED20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D8DE18C2-4E11-4B9D-B86C-6526E8E72F9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34996" y="855240"/>
              <a:ext cx="2813004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D8DE18C2-4E11-4B9D-B86C-6526E8E72F9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34996" y="855240"/>
              <a:ext cx="2813004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342" t="-2326" r="-212752" b="-75697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8243" t="-2326" r="-1278" b="-75697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B9E9F0E5-F76D-E585-1405-CD6B0238C8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8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FA5C7E8F-655C-7058-7D4D-D094E2E23061}"/>
                  </a:ext>
                </a:extLst>
              </p:cNvPr>
              <p:cNvSpPr/>
              <p:nvPr/>
            </p:nvSpPr>
            <p:spPr>
              <a:xfrm>
                <a:off x="3437062" y="1424177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FA5C7E8F-655C-7058-7D4D-D094E2E230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7062" y="1424177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13222641-8393-6171-A572-C6EC02EE538E}"/>
                  </a:ext>
                </a:extLst>
              </p:cNvPr>
              <p:cNvSpPr/>
              <p:nvPr/>
            </p:nvSpPr>
            <p:spPr>
              <a:xfrm>
                <a:off x="3437062" y="1993340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13222641-8393-6171-A572-C6EC02EE53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7062" y="1993340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34D5AC58-45D0-85F3-1606-9B161682EF1D}"/>
                  </a:ext>
                </a:extLst>
              </p:cNvPr>
              <p:cNvSpPr/>
              <p:nvPr/>
            </p:nvSpPr>
            <p:spPr>
              <a:xfrm>
                <a:off x="3437062" y="256250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34D5AC58-45D0-85F3-1606-9B161682EF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7062" y="2562503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583ACD54-9455-7A60-F191-1816AA4581BA}"/>
                  </a:ext>
                </a:extLst>
              </p:cNvPr>
              <p:cNvSpPr/>
              <p:nvPr/>
            </p:nvSpPr>
            <p:spPr>
              <a:xfrm>
                <a:off x="3437062" y="3131666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583ACD54-9455-7A60-F191-1816AA4581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7062" y="3131666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1784BE34-3107-877B-FD90-2A01FD326AF3}"/>
                  </a:ext>
                </a:extLst>
              </p:cNvPr>
              <p:cNvSpPr/>
              <p:nvPr/>
            </p:nvSpPr>
            <p:spPr>
              <a:xfrm>
                <a:off x="3437062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1784BE34-3107-877B-FD90-2A01FD326A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7062" y="3700829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48D3DDE9-CEC9-3C93-9B82-A7BAA74B1EDC}"/>
                  </a:ext>
                </a:extLst>
              </p:cNvPr>
              <p:cNvSpPr/>
              <p:nvPr/>
            </p:nvSpPr>
            <p:spPr>
              <a:xfrm>
                <a:off x="5866749" y="142265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48D3DDE9-CEC9-3C93-9B82-A7BAA74B1E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6749" y="1422654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ABA14186-7440-173E-8E9C-9C4F6A86122D}"/>
                  </a:ext>
                </a:extLst>
              </p:cNvPr>
              <p:cNvSpPr/>
              <p:nvPr/>
            </p:nvSpPr>
            <p:spPr>
              <a:xfrm>
                <a:off x="5866749" y="199219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ABA14186-7440-173E-8E9C-9C4F6A8612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6749" y="1992198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F8B668B-3D62-4085-88A8-2E4AED5570BA}"/>
                  </a:ext>
                </a:extLst>
              </p:cNvPr>
              <p:cNvSpPr/>
              <p:nvPr/>
            </p:nvSpPr>
            <p:spPr>
              <a:xfrm>
                <a:off x="5866749" y="2561742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F8B668B-3D62-4085-88A8-2E4AED5570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6749" y="2561742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1C258FC2-78ED-6DA0-A487-5BBB46D95BAF}"/>
                  </a:ext>
                </a:extLst>
              </p:cNvPr>
              <p:cNvSpPr/>
              <p:nvPr/>
            </p:nvSpPr>
            <p:spPr>
              <a:xfrm>
                <a:off x="5866749" y="3131286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1C258FC2-78ED-6DA0-A487-5BBB46D95B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6749" y="3131286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13A9DD6-514C-4ADA-FA2E-4E2C1B97D350}"/>
                  </a:ext>
                </a:extLst>
              </p:cNvPr>
              <p:cNvSpPr/>
              <p:nvPr/>
            </p:nvSpPr>
            <p:spPr>
              <a:xfrm>
                <a:off x="5866749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13A9DD6-514C-4ADA-FA2E-4E2C1B97D35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6749" y="3700829"/>
                <a:ext cx="79030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01FA852B-3B22-0959-1ACE-4EFB5D3FB48F}"/>
                  </a:ext>
                </a:extLst>
              </p:cNvPr>
              <p:cNvSpPr txBox="1"/>
              <p:nvPr/>
            </p:nvSpPr>
            <p:spPr>
              <a:xfrm>
                <a:off x="8488657" y="2630991"/>
                <a:ext cx="2810666" cy="90794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MD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)=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155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01FA852B-3B22-0959-1ACE-4EFB5D3FB4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88657" y="2630991"/>
                <a:ext cx="2810666" cy="907941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FDB0A2D-F4DB-1525-12E0-32F408E13865}"/>
                  </a:ext>
                </a:extLst>
              </p:cNvPr>
              <p:cNvSpPr txBox="1"/>
              <p:nvPr/>
            </p:nvSpPr>
            <p:spPr>
              <a:xfrm>
                <a:off x="8488657" y="4027809"/>
                <a:ext cx="222832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MD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</m:t>
                      </m:r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)=6.2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FDB0A2D-F4DB-1525-12E0-32F408E138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88657" y="4027809"/>
                <a:ext cx="222832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53C8CF1-425B-09CC-3B9A-7D31C7349E65}"/>
                  </a:ext>
                </a:extLst>
              </p:cNvPr>
              <p:cNvSpPr txBox="1"/>
              <p:nvPr/>
            </p:nvSpPr>
            <p:spPr>
              <a:xfrm>
                <a:off x="7969551" y="4027809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53C8CF1-425B-09CC-3B9A-7D31C7349E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69551" y="4027809"/>
                <a:ext cx="50623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2BA8DEFF-50C1-E82E-5E45-21EF4501D32F}"/>
                  </a:ext>
                </a:extLst>
              </p:cNvPr>
              <p:cNvSpPr/>
              <p:nvPr/>
            </p:nvSpPr>
            <p:spPr>
              <a:xfrm>
                <a:off x="4599436" y="4289419"/>
                <a:ext cx="3314259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M</m:t>
                              </m:r>
                            </m:e>
                          </m:d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2BA8DEFF-50C1-E82E-5E45-21EF4501D32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99436" y="4289419"/>
                <a:ext cx="3314259" cy="1135696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A7827723-941F-2139-8232-142E2059A177}"/>
                  </a:ext>
                </a:extLst>
              </p:cNvPr>
              <p:cNvSpPr txBox="1"/>
              <p:nvPr/>
            </p:nvSpPr>
            <p:spPr>
              <a:xfrm>
                <a:off x="8488657" y="1186275"/>
                <a:ext cx="3738960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MD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M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)=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M</m:t>
                                  </m: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A7827723-941F-2139-8232-142E2059A1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88657" y="1186275"/>
                <a:ext cx="3738960" cy="995978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AB0B55DE-CD5E-712E-B8F2-EF8AA18E5BBB}"/>
                  </a:ext>
                </a:extLst>
              </p:cNvPr>
              <p:cNvSpPr txBox="1"/>
              <p:nvPr/>
            </p:nvSpPr>
            <p:spPr>
              <a:xfrm>
                <a:off x="7969552" y="285709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AB0B55DE-CD5E-712E-B8F2-EF8AA18E5B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69552" y="2857098"/>
                <a:ext cx="50623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F828A4A-6939-4F7A-992A-9D746E0A8432}"/>
                  </a:ext>
                </a:extLst>
              </p:cNvPr>
              <p:cNvSpPr/>
              <p:nvPr/>
            </p:nvSpPr>
            <p:spPr>
              <a:xfrm>
                <a:off x="1685681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F828A4A-6939-4F7A-992A-9D746E0A84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1427295"/>
                <a:ext cx="790303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925C7400-7B7D-4F3B-B085-B747839D1328}"/>
                  </a:ext>
                </a:extLst>
              </p:cNvPr>
              <p:cNvSpPr/>
              <p:nvPr/>
            </p:nvSpPr>
            <p:spPr>
              <a:xfrm>
                <a:off x="1685681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925C7400-7B7D-4F3B-B085-B747839D13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1995678"/>
                <a:ext cx="790303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1EB805EB-B1DF-4089-8039-785F718005D6}"/>
                  </a:ext>
                </a:extLst>
              </p:cNvPr>
              <p:cNvSpPr/>
              <p:nvPr/>
            </p:nvSpPr>
            <p:spPr>
              <a:xfrm>
                <a:off x="1685681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1EB805EB-B1DF-4089-8039-785F718005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2564061"/>
                <a:ext cx="790303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D4E01ACE-2135-4D08-8B04-FCCCA9CB5110}"/>
                  </a:ext>
                </a:extLst>
              </p:cNvPr>
              <p:cNvSpPr/>
              <p:nvPr/>
            </p:nvSpPr>
            <p:spPr>
              <a:xfrm>
                <a:off x="1685681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D4E01ACE-2135-4D08-8B04-FCCCA9CB51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3132444"/>
                <a:ext cx="790303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9B3EBF85-28C0-4BC8-B2AD-4620188DFD33}"/>
                  </a:ext>
                </a:extLst>
              </p:cNvPr>
              <p:cNvSpPr/>
              <p:nvPr/>
            </p:nvSpPr>
            <p:spPr>
              <a:xfrm>
                <a:off x="1685681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9B3EBF85-28C0-4BC8-B2AD-4620188DFD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3700829"/>
                <a:ext cx="790303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D28E0420-0141-417F-9A3C-58A7BE0F81E9}"/>
                  </a:ext>
                </a:extLst>
              </p:cNvPr>
              <p:cNvSpPr/>
              <p:nvPr/>
            </p:nvSpPr>
            <p:spPr>
              <a:xfrm>
                <a:off x="287508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D28E0420-0141-417F-9A3C-58A7BE0F81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1427295"/>
                <a:ext cx="790303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D46B5AB0-675E-4EF0-874C-EF73C58ECE67}"/>
                  </a:ext>
                </a:extLst>
              </p:cNvPr>
              <p:cNvSpPr/>
              <p:nvPr/>
            </p:nvSpPr>
            <p:spPr>
              <a:xfrm>
                <a:off x="287508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D46B5AB0-675E-4EF0-874C-EF73C58ECE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1995678"/>
                <a:ext cx="790303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E1A46F46-18C6-4DD4-9B80-BCC3484F16D3}"/>
                  </a:ext>
                </a:extLst>
              </p:cNvPr>
              <p:cNvSpPr/>
              <p:nvPr/>
            </p:nvSpPr>
            <p:spPr>
              <a:xfrm>
                <a:off x="287508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E1A46F46-18C6-4DD4-9B80-BCC3484F16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2564061"/>
                <a:ext cx="790303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DE914C7A-12DD-451B-98A7-13BBFCBC786B}"/>
                  </a:ext>
                </a:extLst>
              </p:cNvPr>
              <p:cNvSpPr/>
              <p:nvPr/>
            </p:nvSpPr>
            <p:spPr>
              <a:xfrm>
                <a:off x="287508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DE914C7A-12DD-451B-98A7-13BBFCBC78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3132444"/>
                <a:ext cx="790303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0A33B213-6D14-4401-84EE-82F2BD5B391C}"/>
                  </a:ext>
                </a:extLst>
              </p:cNvPr>
              <p:cNvSpPr/>
              <p:nvPr/>
            </p:nvSpPr>
            <p:spPr>
              <a:xfrm>
                <a:off x="287508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0A33B213-6D14-4401-84EE-82F2BD5B391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3700829"/>
                <a:ext cx="790303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730863B6-1C98-4CC8-8F89-0813BD4A5CA5}"/>
                  </a:ext>
                </a:extLst>
              </p:cNvPr>
              <p:cNvSpPr/>
              <p:nvPr/>
            </p:nvSpPr>
            <p:spPr>
              <a:xfrm>
                <a:off x="1170836" y="4289419"/>
                <a:ext cx="1912823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t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730863B6-1C98-4CC8-8F89-0813BD4A5CA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70836" y="4289419"/>
                <a:ext cx="1912823" cy="1135696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E84A979A-1BF6-46A0-9CFA-1EBDDE743A1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75690751"/>
                  </p:ext>
                </p:extLst>
              </p:nvPr>
            </p:nvGraphicFramePr>
            <p:xfrm>
              <a:off x="3048000" y="854157"/>
              <a:ext cx="4678751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81765">
                      <a:extLst>
                        <a:ext uri="{9D8B030D-6E8A-4147-A177-3AD203B41FA5}">
                          <a16:colId xmlns:a16="http://schemas.microsoft.com/office/drawing/2014/main" val="4059355915"/>
                        </a:ext>
                      </a:extLst>
                    </a:gridCol>
                    <a:gridCol w="3096986">
                      <a:extLst>
                        <a:ext uri="{9D8B030D-6E8A-4147-A177-3AD203B41FA5}">
                          <a16:colId xmlns:a16="http://schemas.microsoft.com/office/drawing/2014/main" val="14513907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M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M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2989394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2365854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287864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7238239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46766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8478194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0805081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E84A979A-1BF6-46A0-9CFA-1EBDDE743A1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75690751"/>
                  </p:ext>
                </p:extLst>
              </p:nvPr>
            </p:nvGraphicFramePr>
            <p:xfrm>
              <a:off x="3048000" y="854157"/>
              <a:ext cx="4678751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81765">
                      <a:extLst>
                        <a:ext uri="{9D8B030D-6E8A-4147-A177-3AD203B41FA5}">
                          <a16:colId xmlns:a16="http://schemas.microsoft.com/office/drawing/2014/main" val="4059355915"/>
                        </a:ext>
                      </a:extLst>
                    </a:gridCol>
                    <a:gridCol w="3096986">
                      <a:extLst>
                        <a:ext uri="{9D8B030D-6E8A-4147-A177-3AD203B41FA5}">
                          <a16:colId xmlns:a16="http://schemas.microsoft.com/office/drawing/2014/main" val="14513907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1"/>
                          <a:stretch>
                            <a:fillRect l="-769" t="-2326" r="-196538" b="-75581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1"/>
                          <a:stretch>
                            <a:fillRect l="-51575" t="-2326" r="-591" b="-75581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2989394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2365854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287864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7238239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46766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8478194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0805081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2F3FF40-88F5-4196-ADDC-30C77B3E0DA7}"/>
                  </a:ext>
                </a:extLst>
              </p:cNvPr>
              <p:cNvSpPr txBox="1"/>
              <p:nvPr/>
            </p:nvSpPr>
            <p:spPr>
              <a:xfrm>
                <a:off x="234345" y="5681880"/>
                <a:ext cx="1439047" cy="5423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2F3FF40-88F5-4196-ADDC-30C77B3E0D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345" y="5681880"/>
                <a:ext cx="1439047" cy="542393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5658520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15" grpId="0"/>
      <p:bldP spid="27" grpId="0"/>
      <p:bldP spid="31" grpId="0"/>
      <p:bldP spid="33" grpId="0"/>
      <p:bldP spid="67" grpId="0"/>
      <p:bldP spid="68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8E8F73-2A05-95F7-50C2-8B7E311AEC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7" name="Table 56">
                <a:extLst>
                  <a:ext uri="{FF2B5EF4-FFF2-40B4-BE49-F238E27FC236}">
                    <a16:creationId xmlns:a16="http://schemas.microsoft.com/office/drawing/2014/main" id="{E0DB43D7-4351-441C-90D3-194C0192B23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890116216"/>
                  </p:ext>
                </p:extLst>
              </p:nvPr>
            </p:nvGraphicFramePr>
            <p:xfrm>
              <a:off x="3048000" y="854157"/>
              <a:ext cx="4678751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81765">
                      <a:extLst>
                        <a:ext uri="{9D8B030D-6E8A-4147-A177-3AD203B41FA5}">
                          <a16:colId xmlns:a16="http://schemas.microsoft.com/office/drawing/2014/main" val="4059355915"/>
                        </a:ext>
                      </a:extLst>
                    </a:gridCol>
                    <a:gridCol w="3096986">
                      <a:extLst>
                        <a:ext uri="{9D8B030D-6E8A-4147-A177-3AD203B41FA5}">
                          <a16:colId xmlns:a16="http://schemas.microsoft.com/office/drawing/2014/main" val="14513907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Z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US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dirty="0" smtClean="0">
                                        <a:solidFill>
                                          <a:srgbClr val="002060"/>
                                        </a:solidFill>
                                        <a:uFill>
                                          <a:solidFill>
                                            <a:srgbClr val="0070C0"/>
                                          </a:solidFill>
                                        </a:u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Z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2989394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2365854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287864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7238239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46766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8478194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0805081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7" name="Table 56">
                <a:extLst>
                  <a:ext uri="{FF2B5EF4-FFF2-40B4-BE49-F238E27FC236}">
                    <a16:creationId xmlns:a16="http://schemas.microsoft.com/office/drawing/2014/main" id="{E0DB43D7-4351-441C-90D3-194C0192B23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890116216"/>
                  </p:ext>
                </p:extLst>
              </p:nvPr>
            </p:nvGraphicFramePr>
            <p:xfrm>
              <a:off x="3048000" y="854157"/>
              <a:ext cx="4678751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81765">
                      <a:extLst>
                        <a:ext uri="{9D8B030D-6E8A-4147-A177-3AD203B41FA5}">
                          <a16:colId xmlns:a16="http://schemas.microsoft.com/office/drawing/2014/main" val="4059355915"/>
                        </a:ext>
                      </a:extLst>
                    </a:gridCol>
                    <a:gridCol w="3096986">
                      <a:extLst>
                        <a:ext uri="{9D8B030D-6E8A-4147-A177-3AD203B41FA5}">
                          <a16:colId xmlns:a16="http://schemas.microsoft.com/office/drawing/2014/main" val="14513907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69" t="-2326" r="-196538" b="-755814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51575" t="-2326" r="-591" b="-75581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329893944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23658543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28786497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72382390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467668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98478194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08050816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127C7B38-BB83-DF24-5E4D-C3FAC2806C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8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E8C9C7C-7EB8-7737-F27C-E356C7FDFA06}"/>
                  </a:ext>
                </a:extLst>
              </p:cNvPr>
              <p:cNvSpPr/>
              <p:nvPr/>
            </p:nvSpPr>
            <p:spPr>
              <a:xfrm>
                <a:off x="3460062" y="142014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4E8C9C7C-7EB8-7737-F27C-E356C7FDFA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0062" y="1420145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BAA207E-60BD-4458-1A60-04677F088114}"/>
                  </a:ext>
                </a:extLst>
              </p:cNvPr>
              <p:cNvSpPr/>
              <p:nvPr/>
            </p:nvSpPr>
            <p:spPr>
              <a:xfrm>
                <a:off x="3460062" y="1990316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EBAA207E-60BD-4458-1A60-04677F0881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0062" y="1990316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4E4CC50B-8BE2-604C-5E1A-6E7F3CAEB6C1}"/>
                  </a:ext>
                </a:extLst>
              </p:cNvPr>
              <p:cNvSpPr/>
              <p:nvPr/>
            </p:nvSpPr>
            <p:spPr>
              <a:xfrm>
                <a:off x="3460062" y="2560487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4E4CC50B-8BE2-604C-5E1A-6E7F3CAEB6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0062" y="2560487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5AC03DC8-77F1-BA52-BBB2-580CD22106C9}"/>
                  </a:ext>
                </a:extLst>
              </p:cNvPr>
              <p:cNvSpPr/>
              <p:nvPr/>
            </p:nvSpPr>
            <p:spPr>
              <a:xfrm>
                <a:off x="3460062" y="313065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5AC03DC8-77F1-BA52-BBB2-580CD22106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0062" y="3130658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6770ABA8-6086-454D-EF01-BC1A1259267A}"/>
                  </a:ext>
                </a:extLst>
              </p:cNvPr>
              <p:cNvSpPr/>
              <p:nvPr/>
            </p:nvSpPr>
            <p:spPr>
              <a:xfrm>
                <a:off x="3460062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6770ABA8-6086-454D-EF01-BC1A1259267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60062" y="3700829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13EDF249-7FD2-AB98-7F77-EB2991E01133}"/>
                  </a:ext>
                </a:extLst>
              </p:cNvPr>
              <p:cNvSpPr/>
              <p:nvPr/>
            </p:nvSpPr>
            <p:spPr>
              <a:xfrm>
                <a:off x="5823918" y="1404550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13EDF249-7FD2-AB98-7F77-EB2991E011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3918" y="1404550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CFFC7630-DB76-5F52-2B7B-BFDFD31C4BA2}"/>
                  </a:ext>
                </a:extLst>
              </p:cNvPr>
              <p:cNvSpPr/>
              <p:nvPr/>
            </p:nvSpPr>
            <p:spPr>
              <a:xfrm>
                <a:off x="5823918" y="1978620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CFFC7630-DB76-5F52-2B7B-BFDFD31C4B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3918" y="1978620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CF35B578-9C05-FA24-8F39-2E8D593E5939}"/>
                  </a:ext>
                </a:extLst>
              </p:cNvPr>
              <p:cNvSpPr/>
              <p:nvPr/>
            </p:nvSpPr>
            <p:spPr>
              <a:xfrm>
                <a:off x="5823918" y="2552690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CF35B578-9C05-FA24-8F39-2E8D593E593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3918" y="2552690"/>
                <a:ext cx="790303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41DF4D48-ED26-3DFC-8BF9-C97A0091C72D}"/>
                  </a:ext>
                </a:extLst>
              </p:cNvPr>
              <p:cNvSpPr/>
              <p:nvPr/>
            </p:nvSpPr>
            <p:spPr>
              <a:xfrm>
                <a:off x="5823918" y="3126760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41DF4D48-ED26-3DFC-8BF9-C97A0091C7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3918" y="3126760"/>
                <a:ext cx="790303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DAC0BC74-444D-881B-C3DA-5947445236A8}"/>
                  </a:ext>
                </a:extLst>
              </p:cNvPr>
              <p:cNvSpPr/>
              <p:nvPr/>
            </p:nvSpPr>
            <p:spPr>
              <a:xfrm>
                <a:off x="5823918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DAC0BC74-444D-881B-C3DA-5947445236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3918" y="3700829"/>
                <a:ext cx="79030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82EC31AB-9F38-FD83-11CF-A6288D289A14}"/>
                  </a:ext>
                </a:extLst>
              </p:cNvPr>
              <p:cNvSpPr/>
              <p:nvPr/>
            </p:nvSpPr>
            <p:spPr>
              <a:xfrm>
                <a:off x="4603221" y="4273662"/>
                <a:ext cx="3365045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Z</m:t>
                              </m:r>
                            </m:e>
                          </m:d>
                          <m:r>
                            <m:rPr>
                              <m:nor/>
                            </m:rPr>
                            <a:rPr lang="pt-BR" sz="2800" dirty="0">
                              <a:solidFill>
                                <a:srgbClr val="002060"/>
                              </a:solidFill>
                            </a:rPr>
                            <m:t> </m:t>
                          </m:r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=225</m:t>
                      </m:r>
                    </m:oMath>
                  </m:oMathPara>
                </a14:m>
                <a:endParaRPr lang="pt-BR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82EC31AB-9F38-FD83-11CF-A6288D289A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03221" y="4273662"/>
                <a:ext cx="3365045" cy="1135696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347012A-599E-205C-0FE8-048BFC8E8F0C}"/>
                  </a:ext>
                </a:extLst>
              </p:cNvPr>
              <p:cNvSpPr txBox="1"/>
              <p:nvPr/>
            </p:nvSpPr>
            <p:spPr>
              <a:xfrm>
                <a:off x="8514919" y="2224828"/>
                <a:ext cx="2810666" cy="90794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MD</m:t>
                      </m:r>
                      <m:d>
                        <m:d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Z</m:t>
                          </m:r>
                        </m:e>
                      </m:d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255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1347012A-599E-205C-0FE8-048BFC8E8F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14919" y="2224828"/>
                <a:ext cx="2810666" cy="907941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6BF2D9B2-62C7-BEF9-4053-1DE7C370ACB2}"/>
                  </a:ext>
                </a:extLst>
              </p:cNvPr>
              <p:cNvSpPr txBox="1"/>
              <p:nvPr/>
            </p:nvSpPr>
            <p:spPr>
              <a:xfrm>
                <a:off x="8514919" y="3467933"/>
                <a:ext cx="215537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MD</m:t>
                      </m:r>
                      <m:d>
                        <m:dPr>
                          <m:ctrlP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Z</m:t>
                          </m:r>
                        </m:e>
                      </m:d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6BF2D9B2-62C7-BEF9-4053-1DE7C370AC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14919" y="3467933"/>
                <a:ext cx="2155372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EEF88EAC-79CD-187F-52A2-4CFB8BD91E25}"/>
                  </a:ext>
                </a:extLst>
              </p:cNvPr>
              <p:cNvSpPr txBox="1"/>
              <p:nvPr/>
            </p:nvSpPr>
            <p:spPr>
              <a:xfrm>
                <a:off x="8514919" y="1034363"/>
                <a:ext cx="3442086" cy="9227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MD</m:t>
                      </m:r>
                      <m:d>
                        <m:d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Z</m:t>
                          </m:r>
                        </m:e>
                      </m:d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Z</m:t>
                                  </m: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EEF88EAC-79CD-187F-52A2-4CFB8BD91E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14919" y="1034363"/>
                <a:ext cx="3442086" cy="922753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18DE274B-0F4E-DBC8-2AF5-6DB563DF2629}"/>
                  </a:ext>
                </a:extLst>
              </p:cNvPr>
              <p:cNvSpPr txBox="1"/>
              <p:nvPr/>
            </p:nvSpPr>
            <p:spPr>
              <a:xfrm>
                <a:off x="8007688" y="245091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18DE274B-0F4E-DBC8-2AF5-6DB563DF26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07688" y="2450915"/>
                <a:ext cx="506235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A5BEA0D4-5589-4BD5-930F-0146D21DA988}"/>
                  </a:ext>
                </a:extLst>
              </p:cNvPr>
              <p:cNvSpPr txBox="1"/>
              <p:nvPr/>
            </p:nvSpPr>
            <p:spPr>
              <a:xfrm>
                <a:off x="8006895" y="345286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A5BEA0D4-5589-4BD5-930F-0146D21DA9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06895" y="3452866"/>
                <a:ext cx="50623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5" name="Table 34">
                <a:extLst>
                  <a:ext uri="{FF2B5EF4-FFF2-40B4-BE49-F238E27FC236}">
                    <a16:creationId xmlns:a16="http://schemas.microsoft.com/office/drawing/2014/main" id="{3F8D9A2B-52C3-43BF-A0D1-ACCD634B3FC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34996" y="855240"/>
              <a:ext cx="2813004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5" name="Table 34">
                <a:extLst>
                  <a:ext uri="{FF2B5EF4-FFF2-40B4-BE49-F238E27FC236}">
                    <a16:creationId xmlns:a16="http://schemas.microsoft.com/office/drawing/2014/main" id="{3F8D9A2B-52C3-43BF-A0D1-ACCD634B3FC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34996" y="855240"/>
              <a:ext cx="2813004" cy="44664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908004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905000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52576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0"/>
                          <a:stretch>
                            <a:fillRect l="-1342" t="-2326" r="-212752" b="-75697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0"/>
                          <a:stretch>
                            <a:fillRect l="-48243" t="-2326" r="-1278" b="-75697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76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60636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4E5667B5-886F-4362-8ECA-D5CECA7354A0}"/>
                  </a:ext>
                </a:extLst>
              </p:cNvPr>
              <p:cNvSpPr/>
              <p:nvPr/>
            </p:nvSpPr>
            <p:spPr>
              <a:xfrm>
                <a:off x="1685681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4E5667B5-886F-4362-8ECA-D5CECA7354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1427295"/>
                <a:ext cx="790303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30A1FFC8-5F4C-4DFE-80EC-6815AEFC395A}"/>
                  </a:ext>
                </a:extLst>
              </p:cNvPr>
              <p:cNvSpPr/>
              <p:nvPr/>
            </p:nvSpPr>
            <p:spPr>
              <a:xfrm>
                <a:off x="1685681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30A1FFC8-5F4C-4DFE-80EC-6815AEFC395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1995678"/>
                <a:ext cx="790303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FE196B6-F1E5-49EF-A39C-2E53AFB68171}"/>
                  </a:ext>
                </a:extLst>
              </p:cNvPr>
              <p:cNvSpPr/>
              <p:nvPr/>
            </p:nvSpPr>
            <p:spPr>
              <a:xfrm>
                <a:off x="1685681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FE196B6-F1E5-49EF-A39C-2E53AFB681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2564061"/>
                <a:ext cx="790303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1215F8CA-6D5E-4D1C-B5BE-8F8A7D007874}"/>
                  </a:ext>
                </a:extLst>
              </p:cNvPr>
              <p:cNvSpPr/>
              <p:nvPr/>
            </p:nvSpPr>
            <p:spPr>
              <a:xfrm>
                <a:off x="1685681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1215F8CA-6D5E-4D1C-B5BE-8F8A7D00787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3132444"/>
                <a:ext cx="790303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F38F6C4-DA27-4823-9877-D1DDDC7D88A7}"/>
                  </a:ext>
                </a:extLst>
              </p:cNvPr>
              <p:cNvSpPr/>
              <p:nvPr/>
            </p:nvSpPr>
            <p:spPr>
              <a:xfrm>
                <a:off x="1685681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BF38F6C4-DA27-4823-9877-D1DDDC7D88A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5681" y="3700829"/>
                <a:ext cx="790303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B264D549-978E-4D74-927F-BF2AD0414830}"/>
                  </a:ext>
                </a:extLst>
              </p:cNvPr>
              <p:cNvSpPr/>
              <p:nvPr/>
            </p:nvSpPr>
            <p:spPr>
              <a:xfrm>
                <a:off x="287508" y="142729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B264D549-978E-4D74-927F-BF2AD04148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1427295"/>
                <a:ext cx="790303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087DDD9-62C6-488F-9B6C-6FC9A98798E9}"/>
                  </a:ext>
                </a:extLst>
              </p:cNvPr>
              <p:cNvSpPr/>
              <p:nvPr/>
            </p:nvSpPr>
            <p:spPr>
              <a:xfrm>
                <a:off x="287508" y="1995678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087DDD9-62C6-488F-9B6C-6FC9A98798E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1995678"/>
                <a:ext cx="790303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267B7AA-BCF8-4712-896E-83A1450265FF}"/>
                  </a:ext>
                </a:extLst>
              </p:cNvPr>
              <p:cNvSpPr/>
              <p:nvPr/>
            </p:nvSpPr>
            <p:spPr>
              <a:xfrm>
                <a:off x="287508" y="2564061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267B7AA-BCF8-4712-896E-83A1450265F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2564061"/>
                <a:ext cx="790303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7545DDBD-904D-4E69-BC5B-D0D0A3FB95F3}"/>
                  </a:ext>
                </a:extLst>
              </p:cNvPr>
              <p:cNvSpPr/>
              <p:nvPr/>
            </p:nvSpPr>
            <p:spPr>
              <a:xfrm>
                <a:off x="287508" y="313244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7545DDBD-904D-4E69-BC5B-D0D0A3FB95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3132444"/>
                <a:ext cx="790303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542501DC-9AC2-4690-8A02-CAC645A77D45}"/>
                  </a:ext>
                </a:extLst>
              </p:cNvPr>
              <p:cNvSpPr/>
              <p:nvPr/>
            </p:nvSpPr>
            <p:spPr>
              <a:xfrm>
                <a:off x="287508" y="3700829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542501DC-9AC2-4690-8A02-CAC645A77D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508" y="3700829"/>
                <a:ext cx="790303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E273F43E-0944-4E91-9D95-AE7A8562FA2E}"/>
                  </a:ext>
                </a:extLst>
              </p:cNvPr>
              <p:cNvSpPr/>
              <p:nvPr/>
            </p:nvSpPr>
            <p:spPr>
              <a:xfrm>
                <a:off x="1170836" y="4289419"/>
                <a:ext cx="1912823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t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E273F43E-0944-4E91-9D95-AE7A8562FA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70836" y="4289419"/>
                <a:ext cx="1912823" cy="1135696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65E46A8C-1646-4CA1-813F-6BBC6087A6C4}"/>
                  </a:ext>
                </a:extLst>
              </p:cNvPr>
              <p:cNvSpPr txBox="1"/>
              <p:nvPr/>
            </p:nvSpPr>
            <p:spPr>
              <a:xfrm>
                <a:off x="234345" y="5513930"/>
                <a:ext cx="56635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Observation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against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highest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+mj-lt"/>
                        </a:rPr>
                        <m:t>freq</m:t>
                      </m:r>
                      <m:r>
                        <m:rPr>
                          <m:nor/>
                        </m:rPr>
                        <a:rPr lang="en-IN" sz="2800" i="0" dirty="0">
                          <a:solidFill>
                            <a:srgbClr val="002060"/>
                          </a:solidFill>
                          <a:latin typeface="+mj-lt"/>
                        </a:rPr>
                        <m:t>.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65E46A8C-1646-4CA1-813F-6BBC6087A6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345" y="5513930"/>
                <a:ext cx="5663534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0C006EC3-0D88-44E5-BF74-1E25CA458F38}"/>
                  </a:ext>
                </a:extLst>
              </p:cNvPr>
              <p:cNvSpPr txBox="1"/>
              <p:nvPr/>
            </p:nvSpPr>
            <p:spPr>
              <a:xfrm>
                <a:off x="234345" y="6087741"/>
                <a:ext cx="128965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latin typeface="+mj-lt"/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0C006EC3-0D88-44E5-BF74-1E25CA458F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345" y="6087741"/>
                <a:ext cx="1289652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5" name="Oval 54">
            <a:extLst>
              <a:ext uri="{FF2B5EF4-FFF2-40B4-BE49-F238E27FC236}">
                <a16:creationId xmlns:a16="http://schemas.microsoft.com/office/drawing/2014/main" id="{9DC6EE45-E5E5-41E5-87F5-62338DCD2AF6}"/>
              </a:ext>
            </a:extLst>
          </p:cNvPr>
          <p:cNvSpPr/>
          <p:nvPr/>
        </p:nvSpPr>
        <p:spPr>
          <a:xfrm>
            <a:off x="1797792" y="1404550"/>
            <a:ext cx="561724" cy="519351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spAutoFit/>
          </a:bodyPr>
          <a:lstStyle/>
          <a:p>
            <a:pPr algn="ctr"/>
            <a:endParaRPr lang="en-IN"/>
          </a:p>
        </p:txBody>
      </p:sp>
      <p:sp>
        <p:nvSpPr>
          <p:cNvPr id="56" name="Rectangle: Diagonal Corners Rounded 55">
            <a:extLst>
              <a:ext uri="{FF2B5EF4-FFF2-40B4-BE49-F238E27FC236}">
                <a16:creationId xmlns:a16="http://schemas.microsoft.com/office/drawing/2014/main" id="{EBE42CF7-C3AC-4D3B-972E-9F285708D6E7}"/>
              </a:ext>
            </a:extLst>
          </p:cNvPr>
          <p:cNvSpPr/>
          <p:nvPr/>
        </p:nvSpPr>
        <p:spPr>
          <a:xfrm>
            <a:off x="304192" y="1477825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spAutoFit/>
          </a:bodyPr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29755622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34" grpId="0"/>
      <p:bldP spid="36" grpId="0"/>
      <p:bldP spid="37" grpId="0"/>
      <p:bldP spid="38" grpId="0"/>
      <p:bldP spid="39" grpId="0"/>
      <p:bldP spid="40" grpId="0"/>
      <p:bldP spid="41" grpId="0"/>
      <p:bldP spid="4" grpId="0"/>
      <p:bldP spid="7" grpId="0"/>
      <p:bldP spid="8" grpId="0"/>
      <p:bldP spid="12" grpId="0"/>
      <p:bldP spid="15" grpId="0"/>
      <p:bldP spid="27" grpId="0"/>
      <p:bldP spid="53" grpId="0"/>
      <p:bldP spid="54" grpId="0"/>
      <p:bldP spid="55" grpId="0" animBg="1"/>
      <p:bldP spid="56" grpId="0" animBg="1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93A24E-F3C2-AD7C-ABF7-3B47BEDBC7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F3DDFB5F-CDB8-9964-A118-DD906EAC00A9}"/>
              </a:ext>
            </a:extLst>
          </p:cNvPr>
          <p:cNvSpPr txBox="1">
            <a:spLocks/>
          </p:cNvSpPr>
          <p:nvPr/>
        </p:nvSpPr>
        <p:spPr>
          <a:xfrm>
            <a:off x="131176" y="867839"/>
            <a:ext cx="11929645" cy="206628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Find mean deviation about the mean, median and mode for the following data:</a:t>
            </a:r>
            <a:endParaRPr lang="en-IN" dirty="0"/>
          </a:p>
          <a:p>
            <a:pPr>
              <a:spcAft>
                <a:spcPts val="300"/>
              </a:spcAft>
            </a:pPr>
            <a:r>
              <a:rPr lang="en-US" dirty="0"/>
              <a:t> </a:t>
            </a:r>
          </a:p>
          <a:p>
            <a:pPr>
              <a:spcAft>
                <a:spcPts val="300"/>
              </a:spcAft>
            </a:pP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11C5397-57E2-8361-5EC9-6B494234A11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15F6BF6F-B9C1-DBAD-33DD-B49BF65A6794}"/>
              </a:ext>
            </a:extLst>
          </p:cNvPr>
          <p:cNvSpPr txBox="1">
            <a:spLocks/>
          </p:cNvSpPr>
          <p:nvPr/>
        </p:nvSpPr>
        <p:spPr>
          <a:xfrm>
            <a:off x="131176" y="305654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AEEDC2EF-769C-BE94-CB60-CEA0E04AE4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0811559"/>
              </p:ext>
            </p:extLst>
          </p:nvPr>
        </p:nvGraphicFramePr>
        <p:xfrm>
          <a:off x="283303" y="1585824"/>
          <a:ext cx="11151722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3497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819645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819645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819645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819645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819645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Class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453B8B5-D4CA-487C-B724-0A5A1969CDA9}"/>
                  </a:ext>
                </a:extLst>
              </p:cNvPr>
              <p:cNvSpPr/>
              <p:nvPr/>
            </p:nvSpPr>
            <p:spPr>
              <a:xfrm>
                <a:off x="2849274" y="219082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453B8B5-D4CA-487C-B724-0A5A1969CDA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49274" y="2190825"/>
                <a:ext cx="790303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3F62EE4D-D89D-4BFE-8134-7E9DCD2FEA51}"/>
                  </a:ext>
                </a:extLst>
              </p:cNvPr>
              <p:cNvSpPr/>
              <p:nvPr/>
            </p:nvSpPr>
            <p:spPr>
              <a:xfrm>
                <a:off x="4669269" y="219082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3F62EE4D-D89D-4BFE-8134-7E9DCD2FEA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69269" y="2190825"/>
                <a:ext cx="7903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7CCD6F1F-D9B5-42F8-A7A2-2CFE5784D3FD}"/>
                  </a:ext>
                </a:extLst>
              </p:cNvPr>
              <p:cNvSpPr/>
              <p:nvPr/>
            </p:nvSpPr>
            <p:spPr>
              <a:xfrm>
                <a:off x="6489264" y="219082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7CCD6F1F-D9B5-42F8-A7A2-2CFE5784D3F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89264" y="2190825"/>
                <a:ext cx="790303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EA53601-3D99-4E3E-A576-6A1166461496}"/>
                  </a:ext>
                </a:extLst>
              </p:cNvPr>
              <p:cNvSpPr/>
              <p:nvPr/>
            </p:nvSpPr>
            <p:spPr>
              <a:xfrm>
                <a:off x="8309259" y="219082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EA53601-3D99-4E3E-A576-6A11664614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09259" y="2190825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5454D04-8E4A-4F95-945D-5BA2D8606093}"/>
                  </a:ext>
                </a:extLst>
              </p:cNvPr>
              <p:cNvSpPr/>
              <p:nvPr/>
            </p:nvSpPr>
            <p:spPr>
              <a:xfrm>
                <a:off x="10129253" y="2190825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5454D04-8E4A-4F95-945D-5BA2D86060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29253" y="2190825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799C348C-2E04-49ED-9ECA-A83CC35831CB}"/>
                  </a:ext>
                </a:extLst>
              </p:cNvPr>
              <p:cNvSpPr/>
              <p:nvPr/>
            </p:nvSpPr>
            <p:spPr>
              <a:xfrm>
                <a:off x="2362426" y="1616095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799C348C-2E04-49ED-9ECA-A83CC35831C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62426" y="1616095"/>
                <a:ext cx="1764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B1E3CFE-53B9-4B27-A018-E2B84F106844}"/>
                  </a:ext>
                </a:extLst>
              </p:cNvPr>
              <p:cNvSpPr/>
              <p:nvPr/>
            </p:nvSpPr>
            <p:spPr>
              <a:xfrm>
                <a:off x="4181919" y="1616095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4B1E3CFE-53B9-4B27-A018-E2B84F1068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81919" y="1616095"/>
                <a:ext cx="1764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48551AC3-C765-48CB-898D-548B9BF671FB}"/>
                  </a:ext>
                </a:extLst>
              </p:cNvPr>
              <p:cNvSpPr/>
              <p:nvPr/>
            </p:nvSpPr>
            <p:spPr>
              <a:xfrm>
                <a:off x="6001412" y="1616095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48551AC3-C765-48CB-898D-548B9BF671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01412" y="1616095"/>
                <a:ext cx="1764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D670DFF-6ABB-42B8-B501-05AC9F6A9737}"/>
                  </a:ext>
                </a:extLst>
              </p:cNvPr>
              <p:cNvSpPr/>
              <p:nvPr/>
            </p:nvSpPr>
            <p:spPr>
              <a:xfrm>
                <a:off x="7820906" y="1616095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CD670DFF-6ABB-42B8-B501-05AC9F6A97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20906" y="1616095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EFB55CDE-DFAF-42A4-B3CC-0F706AC1526C}"/>
                  </a:ext>
                </a:extLst>
              </p:cNvPr>
              <p:cNvSpPr/>
              <p:nvPr/>
            </p:nvSpPr>
            <p:spPr>
              <a:xfrm>
                <a:off x="9640400" y="1616095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EFB55CDE-DFAF-42A4-B3CC-0F706AC1526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40400" y="1616095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153828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4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8A9F67-443A-E357-0108-355445FC4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6DA4AC-25BB-9D19-5662-04D5DA0D96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57CAA08E-3106-D8E0-779B-C95A3515A4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2621947"/>
                  </p:ext>
                </p:extLst>
              </p:nvPr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57CAA08E-3106-D8E0-779B-C95A3515A4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2621947"/>
                  </p:ext>
                </p:extLst>
              </p:nvPr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46" t="-971" r="-107090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5070" t="-971" r="-1056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411AA9B-8825-F4F2-C1CE-D87B59E4458D}"/>
                  </a:ext>
                </a:extLst>
              </p:cNvPr>
              <p:cNvSpPr/>
              <p:nvPr/>
            </p:nvSpPr>
            <p:spPr>
              <a:xfrm>
                <a:off x="2284491" y="146008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411AA9B-8825-F4F2-C1CE-D87B59E4458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4491" y="1460082"/>
                <a:ext cx="79200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F51B7F7-575B-1E99-EC9C-D972377FAA19}"/>
                  </a:ext>
                </a:extLst>
              </p:cNvPr>
              <p:cNvSpPr/>
              <p:nvPr/>
            </p:nvSpPr>
            <p:spPr>
              <a:xfrm>
                <a:off x="2284491" y="199365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F51B7F7-575B-1E99-EC9C-D972377FAA1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4491" y="1993652"/>
                <a:ext cx="79200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BAB8344-F17D-931E-394D-BC124BEAA108}"/>
                  </a:ext>
                </a:extLst>
              </p:cNvPr>
              <p:cNvSpPr/>
              <p:nvPr/>
            </p:nvSpPr>
            <p:spPr>
              <a:xfrm>
                <a:off x="2284491" y="253456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BAB8344-F17D-931E-394D-BC124BEAA1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4491" y="2534561"/>
                <a:ext cx="7920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C906CD29-4638-AC08-0E86-78D913F0E802}"/>
                  </a:ext>
                </a:extLst>
              </p:cNvPr>
              <p:cNvSpPr/>
              <p:nvPr/>
            </p:nvSpPr>
            <p:spPr>
              <a:xfrm>
                <a:off x="2284491" y="307547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C906CD29-4638-AC08-0E86-78D913F0E8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4491" y="3075470"/>
                <a:ext cx="7920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2C657E7-B568-350E-FF1E-70325D4DA612}"/>
                  </a:ext>
                </a:extLst>
              </p:cNvPr>
              <p:cNvSpPr/>
              <p:nvPr/>
            </p:nvSpPr>
            <p:spPr>
              <a:xfrm>
                <a:off x="2284491" y="360963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2C657E7-B568-350E-FF1E-70325D4DA61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4491" y="3609634"/>
                <a:ext cx="792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55C0E6B-E6EE-E077-5CD8-1E235426F7B8}"/>
                  </a:ext>
                </a:extLst>
              </p:cNvPr>
              <p:cNvSpPr/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55C0E6B-E6EE-E077-5CD8-1E235426F7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DB346EB-C4EB-2079-8BC9-39B554BBFBFC}"/>
                  </a:ext>
                </a:extLst>
              </p:cNvPr>
              <p:cNvSpPr/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DB346EB-C4EB-2079-8BC9-39B554BBFB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42F705D5-FD56-F4AC-32CF-9ED811ADFE0A}"/>
                  </a:ext>
                </a:extLst>
              </p:cNvPr>
              <p:cNvSpPr/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42F705D5-FD56-F4AC-32CF-9ED811ADFE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8FBED14B-BB47-2DDF-69B6-221168B3A058}"/>
                  </a:ext>
                </a:extLst>
              </p:cNvPr>
              <p:cNvSpPr/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8FBED14B-BB47-2DDF-69B6-221168B3A0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7426F78-4C85-216B-B233-1DAB0A7AF3BE}"/>
                  </a:ext>
                </a:extLst>
              </p:cNvPr>
              <p:cNvSpPr/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7426F78-4C85-216B-B233-1DAB0A7AF3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78BE35AF-3662-B3BC-9FA0-E9C75C524FA3}"/>
                  </a:ext>
                </a:extLst>
              </p:cNvPr>
              <p:cNvSpPr/>
              <p:nvPr/>
            </p:nvSpPr>
            <p:spPr>
              <a:xfrm>
                <a:off x="5434972" y="1460082"/>
                <a:ext cx="126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78BE35AF-3662-B3BC-9FA0-E9C75C524FA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972" y="1460082"/>
                <a:ext cx="1260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3A29E9EA-0AE0-C2DD-5325-648552B7E39F}"/>
                  </a:ext>
                </a:extLst>
              </p:cNvPr>
              <p:cNvSpPr/>
              <p:nvPr/>
            </p:nvSpPr>
            <p:spPr>
              <a:xfrm>
                <a:off x="5434972" y="1997470"/>
                <a:ext cx="126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3A29E9EA-0AE0-C2DD-5325-648552B7E3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972" y="1997470"/>
                <a:ext cx="1260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4CFEAB3-8E12-4C73-8CD0-9621848FF8F6}"/>
                  </a:ext>
                </a:extLst>
              </p:cNvPr>
              <p:cNvSpPr/>
              <p:nvPr/>
            </p:nvSpPr>
            <p:spPr>
              <a:xfrm>
                <a:off x="5434972" y="2534858"/>
                <a:ext cx="126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4CFEAB3-8E12-4C73-8CD0-9621848FF8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972" y="2534858"/>
                <a:ext cx="126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A9F2CD35-8FA1-5B42-14B0-3CD5017C3E2A}"/>
                  </a:ext>
                </a:extLst>
              </p:cNvPr>
              <p:cNvSpPr/>
              <p:nvPr/>
            </p:nvSpPr>
            <p:spPr>
              <a:xfrm>
                <a:off x="5434972" y="3072246"/>
                <a:ext cx="126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A9F2CD35-8FA1-5B42-14B0-3CD5017C3E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972" y="3072246"/>
                <a:ext cx="126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6BE3907A-5632-183D-489B-674BD75B3271}"/>
                  </a:ext>
                </a:extLst>
              </p:cNvPr>
              <p:cNvSpPr/>
              <p:nvPr/>
            </p:nvSpPr>
            <p:spPr>
              <a:xfrm>
                <a:off x="5434972" y="3609634"/>
                <a:ext cx="126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6BE3907A-5632-183D-489B-674BD75B32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972" y="3609634"/>
                <a:ext cx="126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6585FF9-855F-F80A-DA58-F5DD6212E473}"/>
                  </a:ext>
                </a:extLst>
              </p:cNvPr>
              <p:cNvSpPr/>
              <p:nvPr/>
            </p:nvSpPr>
            <p:spPr>
              <a:xfrm>
                <a:off x="4826338" y="4130827"/>
                <a:ext cx="2610010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i</m:t>
                          </m:r>
                        </m:sub>
                      </m:sSub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=3300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6585FF9-855F-F80A-DA58-F5DD6212E47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26338" y="4130827"/>
                <a:ext cx="2610010" cy="1135696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1D4B20F-DB95-4AD9-EC1C-609DFE24F7E8}"/>
                  </a:ext>
                </a:extLst>
              </p:cNvPr>
              <p:cNvSpPr txBox="1"/>
              <p:nvPr/>
            </p:nvSpPr>
            <p:spPr>
              <a:xfrm>
                <a:off x="9024286" y="3469794"/>
                <a:ext cx="1301125" cy="523220"/>
              </a:xfrm>
              <a:prstGeom prst="rect">
                <a:avLst/>
              </a:prstGeom>
              <a:noFill/>
            </p:spPr>
            <p:txBody>
              <a:bodyPr wrap="none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1D4B20F-DB95-4AD9-EC1C-609DFE24F7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4286" y="3469794"/>
                <a:ext cx="1301125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F07C4E1-54AD-C6C7-B0E6-68AE89E6DF89}"/>
                  </a:ext>
                </a:extLst>
              </p:cNvPr>
              <p:cNvSpPr txBox="1"/>
              <p:nvPr/>
            </p:nvSpPr>
            <p:spPr>
              <a:xfrm>
                <a:off x="9024286" y="2239485"/>
                <a:ext cx="1698670" cy="901785"/>
              </a:xfrm>
              <a:prstGeom prst="rect">
                <a:avLst/>
              </a:prstGeom>
              <a:noFill/>
            </p:spPr>
            <p:txBody>
              <a:bodyPr wrap="none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3300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F07C4E1-54AD-C6C7-B0E6-68AE89E6DF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4286" y="2239485"/>
                <a:ext cx="1698670" cy="901785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7D421243-598C-5488-8B36-27A6A129E48E}"/>
                  </a:ext>
                </a:extLst>
              </p:cNvPr>
              <p:cNvSpPr txBox="1"/>
              <p:nvPr/>
            </p:nvSpPr>
            <p:spPr>
              <a:xfrm>
                <a:off x="9024286" y="914984"/>
                <a:ext cx="1766446" cy="995978"/>
              </a:xfrm>
              <a:prstGeom prst="rect">
                <a:avLst/>
              </a:prstGeom>
              <a:noFill/>
            </p:spPr>
            <p:txBody>
              <a:bodyPr wrap="none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7D421243-598C-5488-8B36-27A6A129E4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24286" y="914984"/>
                <a:ext cx="1766446" cy="995978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0B5EB51-8585-A218-3C47-531A6B095ECC}"/>
                  </a:ext>
                </a:extLst>
              </p:cNvPr>
              <p:cNvSpPr/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80B5EB51-8585-A218-3C47-531A6B095E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3A373135-774E-4D70-2559-72DF05531E09}"/>
                  </a:ext>
                </a:extLst>
              </p:cNvPr>
              <p:cNvSpPr/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3A373135-774E-4D70-2559-72DF05531E0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D71D141A-E560-27E3-D4C4-FA3DB80EBE46}"/>
                  </a:ext>
                </a:extLst>
              </p:cNvPr>
              <p:cNvSpPr/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D71D141A-E560-27E3-D4C4-FA3DB80EBE4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A799A817-7CEA-B601-FCC0-7FE42FB504BC}"/>
                  </a:ext>
                </a:extLst>
              </p:cNvPr>
              <p:cNvSpPr/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A799A817-7CEA-B601-FCC0-7FE42FB504B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11A55157-4144-CDF2-DC4D-0421EDA54B25}"/>
                  </a:ext>
                </a:extLst>
              </p:cNvPr>
              <p:cNvSpPr/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11A55157-4144-CDF2-DC4D-0421EDA54B2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9883CA02-0861-3B7E-E2BC-A63BE9D41B83}"/>
                  </a:ext>
                </a:extLst>
              </p:cNvPr>
              <p:cNvSpPr/>
              <p:nvPr/>
            </p:nvSpPr>
            <p:spPr>
              <a:xfrm>
                <a:off x="1759982" y="4110868"/>
                <a:ext cx="187269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9883CA02-0861-3B7E-E2BC-A63BE9D41B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9982" y="4110868"/>
                <a:ext cx="1872692" cy="1135696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65BBAC0-7F28-41C2-A479-426DB681A6D4}"/>
                  </a:ext>
                </a:extLst>
              </p:cNvPr>
              <p:cNvSpPr txBox="1"/>
              <p:nvPr/>
            </p:nvSpPr>
            <p:spPr>
              <a:xfrm>
                <a:off x="8414051" y="346979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65BBAC0-7F28-41C2-A479-426DB681A6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14051" y="3469794"/>
                <a:ext cx="506235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1DF005C4-4DD3-44AC-92C6-5D76AF4DF022}"/>
                  </a:ext>
                </a:extLst>
              </p:cNvPr>
              <p:cNvSpPr txBox="1"/>
              <p:nvPr/>
            </p:nvSpPr>
            <p:spPr>
              <a:xfrm>
                <a:off x="8414051" y="247572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1DF005C4-4DD3-44AC-92C6-5D76AF4DF0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14051" y="2475727"/>
                <a:ext cx="506235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0" name="Table 29">
                <a:extLst>
                  <a:ext uri="{FF2B5EF4-FFF2-40B4-BE49-F238E27FC236}">
                    <a16:creationId xmlns:a16="http://schemas.microsoft.com/office/drawing/2014/main" id="{D4D29DC7-87B4-4278-820B-E7F5E90B41A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79692277"/>
                  </p:ext>
                </p:extLst>
              </p:nvPr>
            </p:nvGraphicFramePr>
            <p:xfrm>
              <a:off x="4791075" y="821042"/>
              <a:ext cx="260985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609850">
                      <a:extLst>
                        <a:ext uri="{9D8B030D-6E8A-4147-A177-3AD203B41FA5}">
                          <a16:colId xmlns:a16="http://schemas.microsoft.com/office/drawing/2014/main" val="865333735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pt-BR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259288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799294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3615702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7386262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4109075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78433375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630688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0" name="Table 29">
                <a:extLst>
                  <a:ext uri="{FF2B5EF4-FFF2-40B4-BE49-F238E27FC236}">
                    <a16:creationId xmlns:a16="http://schemas.microsoft.com/office/drawing/2014/main" id="{D4D29DC7-87B4-4278-820B-E7F5E90B41A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79692277"/>
                  </p:ext>
                </p:extLst>
              </p:nvPr>
            </p:nvGraphicFramePr>
            <p:xfrm>
              <a:off x="4791075" y="821042"/>
              <a:ext cx="260985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609850">
                      <a:extLst>
                        <a:ext uri="{9D8B030D-6E8A-4147-A177-3AD203B41FA5}">
                          <a16:colId xmlns:a16="http://schemas.microsoft.com/office/drawing/2014/main" val="865333735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1"/>
                          <a:stretch>
                            <a:fillRect l="-233" t="-971" r="-698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8259288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7799294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3615702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7386262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4109075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78433375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630688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1" name="Table 30">
                <a:extLst>
                  <a:ext uri="{FF2B5EF4-FFF2-40B4-BE49-F238E27FC236}">
                    <a16:creationId xmlns:a16="http://schemas.microsoft.com/office/drawing/2014/main" id="{EEE08C6E-BF3A-4297-A113-FFF27878785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65499055"/>
                  </p:ext>
                </p:extLst>
              </p:nvPr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1" name="Table 30">
                <a:extLst>
                  <a:ext uri="{FF2B5EF4-FFF2-40B4-BE49-F238E27FC236}">
                    <a16:creationId xmlns:a16="http://schemas.microsoft.com/office/drawing/2014/main" id="{EEE08C6E-BF3A-4297-A113-FFF27878785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65499055"/>
                  </p:ext>
                </p:extLst>
              </p:nvPr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2"/>
                          <a:stretch>
                            <a:fillRect l="-957" t="-971" r="-1435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200960944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34" grpId="0"/>
      <p:bldP spid="36" grpId="0"/>
      <p:bldP spid="48" grpId="0"/>
      <p:bldP spid="4" grpId="0"/>
      <p:bldP spid="9" grpId="0"/>
      <p:bldP spid="12" grpId="0"/>
      <p:bldP spid="13" grpId="0"/>
      <p:bldP spid="14" grpId="0"/>
      <p:bldP spid="15" grpId="0"/>
      <p:bldP spid="27" grpId="0"/>
      <p:bldP spid="28" grpId="0"/>
      <p:bldP spid="29" grpId="0"/>
      <p:bldP spid="47" grpId="0"/>
      <p:bldP spid="49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8A9F67-443A-E357-0108-355445FC4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6DA4AC-25BB-9D19-5662-04D5DA0D96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57CAA08E-3106-D8E0-779B-C95A3515A4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9475758"/>
                  </p:ext>
                </p:extLst>
              </p:nvPr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57CAA08E-3106-D8E0-779B-C95A3515A43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9475758"/>
                  </p:ext>
                </p:extLst>
              </p:nvPr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46" t="-971" r="-107090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5070" t="-971" r="-1056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411AA9B-8825-F4F2-C1CE-D87B59E4458D}"/>
                  </a:ext>
                </a:extLst>
              </p:cNvPr>
              <p:cNvSpPr/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A411AA9B-8825-F4F2-C1CE-D87B59E4458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F51B7F7-575B-1E99-EC9C-D972377FAA19}"/>
                  </a:ext>
                </a:extLst>
              </p:cNvPr>
              <p:cNvSpPr/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DF51B7F7-575B-1E99-EC9C-D972377FAA1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BAB8344-F17D-931E-394D-BC124BEAA108}"/>
                  </a:ext>
                </a:extLst>
              </p:cNvPr>
              <p:cNvSpPr/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BBAB8344-F17D-931E-394D-BC124BEAA1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C906CD29-4638-AC08-0E86-78D913F0E802}"/>
                  </a:ext>
                </a:extLst>
              </p:cNvPr>
              <p:cNvSpPr/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C906CD29-4638-AC08-0E86-78D913F0E8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2C657E7-B568-350E-FF1E-70325D4DA612}"/>
                  </a:ext>
                </a:extLst>
              </p:cNvPr>
              <p:cNvSpPr/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2C657E7-B568-350E-FF1E-70325D4DA61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55C0E6B-E6EE-E077-5CD8-1E235426F7B8}"/>
                  </a:ext>
                </a:extLst>
              </p:cNvPr>
              <p:cNvSpPr/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55C0E6B-E6EE-E077-5CD8-1E235426F7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DB346EB-C4EB-2079-8BC9-39B554BBFBFC}"/>
                  </a:ext>
                </a:extLst>
              </p:cNvPr>
              <p:cNvSpPr/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9DB346EB-C4EB-2079-8BC9-39B554BBFB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42F705D5-FD56-F4AC-32CF-9ED811ADFE0A}"/>
                  </a:ext>
                </a:extLst>
              </p:cNvPr>
              <p:cNvSpPr/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42F705D5-FD56-F4AC-32CF-9ED811ADFE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8FBED14B-BB47-2DDF-69B6-221168B3A058}"/>
                  </a:ext>
                </a:extLst>
              </p:cNvPr>
              <p:cNvSpPr/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8FBED14B-BB47-2DDF-69B6-221168B3A0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7426F78-4C85-216B-B233-1DAB0A7AF3BE}"/>
                  </a:ext>
                </a:extLst>
              </p:cNvPr>
              <p:cNvSpPr/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47426F78-4C85-216B-B233-1DAB0A7AF3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B2DC1D14-9AFE-5340-F51A-01DC29ED555C}"/>
                  </a:ext>
                </a:extLst>
              </p:cNvPr>
              <p:cNvSpPr/>
              <p:nvPr/>
            </p:nvSpPr>
            <p:spPr>
              <a:xfrm>
                <a:off x="5193444" y="146008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B2DC1D14-9AFE-5340-F51A-01DC29ED55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3444" y="1460082"/>
                <a:ext cx="792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7E8418B-25E4-D2B8-87C1-68248BAB15A3}"/>
                  </a:ext>
                </a:extLst>
              </p:cNvPr>
              <p:cNvSpPr/>
              <p:nvPr/>
            </p:nvSpPr>
            <p:spPr>
              <a:xfrm>
                <a:off x="5193444" y="199747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7E8418B-25E4-D2B8-87C1-68248BAB15A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3444" y="1997470"/>
                <a:ext cx="792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58FA618E-AE93-B224-4E7F-DD8AC0045903}"/>
                  </a:ext>
                </a:extLst>
              </p:cNvPr>
              <p:cNvSpPr/>
              <p:nvPr/>
            </p:nvSpPr>
            <p:spPr>
              <a:xfrm>
                <a:off x="5193444" y="2534858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58FA618E-AE93-B224-4E7F-DD8AC00459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3444" y="2534858"/>
                <a:ext cx="792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2F4B58D5-DF96-2790-C718-E51CC34BD931}"/>
                  </a:ext>
                </a:extLst>
              </p:cNvPr>
              <p:cNvSpPr/>
              <p:nvPr/>
            </p:nvSpPr>
            <p:spPr>
              <a:xfrm>
                <a:off x="5193444" y="3072246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2F4B58D5-DF96-2790-C718-E51CC34BD9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3444" y="3072246"/>
                <a:ext cx="792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4597FB2C-C46D-2DA9-466D-56794F7D41B5}"/>
                  </a:ext>
                </a:extLst>
              </p:cNvPr>
              <p:cNvSpPr/>
              <p:nvPr/>
            </p:nvSpPr>
            <p:spPr>
              <a:xfrm>
                <a:off x="5193444" y="360963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4597FB2C-C46D-2DA9-466D-56794F7D41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3444" y="3609634"/>
                <a:ext cx="792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E50B3FB-6F17-E8CC-4447-DED74D9CBA8E}"/>
                  </a:ext>
                </a:extLst>
              </p:cNvPr>
              <p:cNvSpPr/>
              <p:nvPr/>
            </p:nvSpPr>
            <p:spPr>
              <a:xfrm>
                <a:off x="7509193" y="146008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9E50B3FB-6F17-E8CC-4447-DED74D9CBA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09193" y="1460082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76A6142-7435-051C-61EC-6A1D5A864AEA}"/>
                  </a:ext>
                </a:extLst>
              </p:cNvPr>
              <p:cNvSpPr/>
              <p:nvPr/>
            </p:nvSpPr>
            <p:spPr>
              <a:xfrm>
                <a:off x="7509193" y="199747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76A6142-7435-051C-61EC-6A1D5A864AE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09193" y="1997470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C6279ACB-4024-2B89-F2AD-AD0FC4357233}"/>
                  </a:ext>
                </a:extLst>
              </p:cNvPr>
              <p:cNvSpPr/>
              <p:nvPr/>
            </p:nvSpPr>
            <p:spPr>
              <a:xfrm>
                <a:off x="7509193" y="253485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C6279ACB-4024-2B89-F2AD-AD0FC43572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09193" y="2534858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2244295-BB7B-4BF1-2FE2-84E2D6CF6A73}"/>
                  </a:ext>
                </a:extLst>
              </p:cNvPr>
              <p:cNvSpPr/>
              <p:nvPr/>
            </p:nvSpPr>
            <p:spPr>
              <a:xfrm>
                <a:off x="7509193" y="307224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2244295-BB7B-4BF1-2FE2-84E2D6CF6A7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09193" y="3072246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64792CF-94FE-CC8B-E3F7-233851F6E0E0}"/>
                  </a:ext>
                </a:extLst>
              </p:cNvPr>
              <p:cNvSpPr/>
              <p:nvPr/>
            </p:nvSpPr>
            <p:spPr>
              <a:xfrm>
                <a:off x="7509193" y="360963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64792CF-94FE-CC8B-E3F7-233851F6E0E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09193" y="3609634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9A4D3B53-3838-49C1-8E8A-99BE30C34C81}"/>
                  </a:ext>
                </a:extLst>
              </p:cNvPr>
              <p:cNvSpPr/>
              <p:nvPr/>
            </p:nvSpPr>
            <p:spPr>
              <a:xfrm>
                <a:off x="6337731" y="4166028"/>
                <a:ext cx="3613425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−</m:t>
                              </m:r>
                              <m:acc>
                                <m:accPr>
                                  <m:chr m:val="̅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acc>
                            </m:e>
                          </m:d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9A4D3B53-3838-49C1-8E8A-99BE30C34C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7731" y="4166028"/>
                <a:ext cx="3613425" cy="1135696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9883CA02-0861-3B7E-E2BC-A63BE9D41B83}"/>
                  </a:ext>
                </a:extLst>
              </p:cNvPr>
              <p:cNvSpPr/>
              <p:nvPr/>
            </p:nvSpPr>
            <p:spPr>
              <a:xfrm>
                <a:off x="1759982" y="4110868"/>
                <a:ext cx="187269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9883CA02-0861-3B7E-E2BC-A63BE9D41B8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9982" y="4110868"/>
                <a:ext cx="1872692" cy="1135696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ECF101C-8E3C-4005-8ACA-1403D08DFD4C}"/>
                  </a:ext>
                </a:extLst>
              </p:cNvPr>
              <p:cNvSpPr txBox="1"/>
              <p:nvPr/>
            </p:nvSpPr>
            <p:spPr>
              <a:xfrm>
                <a:off x="10408741" y="936862"/>
                <a:ext cx="1301125" cy="523220"/>
              </a:xfrm>
              <a:prstGeom prst="rect">
                <a:avLst/>
              </a:prstGeom>
              <a:noFill/>
            </p:spPr>
            <p:txBody>
              <a:bodyPr wrap="none">
                <a:no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9ECF101C-8E3C-4005-8ACA-1403D08DFD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08741" y="936862"/>
                <a:ext cx="1301125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C1EBBE2-12A2-41A0-9220-AFFDCC502C3A}"/>
                  </a:ext>
                </a:extLst>
              </p:cNvPr>
              <p:cNvSpPr txBox="1"/>
              <p:nvPr/>
            </p:nvSpPr>
            <p:spPr>
              <a:xfrm>
                <a:off x="172936" y="5355698"/>
                <a:ext cx="4099180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M</m:t>
                      </m:r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D</m:t>
                      </m:r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(</m:t>
                      </m:r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)</m:t>
                      </m:r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acc>
                                    <m:accPr>
                                      <m:chr m:val="̅"/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acc>
                                </m:e>
                              </m:d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C1EBBE2-12A2-41A0-9220-AFFDCC502C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936" y="5355698"/>
                <a:ext cx="4099180" cy="995978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8700D5E1-85DB-4024-854A-27E5DB1716CA}"/>
                  </a:ext>
                </a:extLst>
              </p:cNvPr>
              <p:cNvSpPr txBox="1"/>
              <p:nvPr/>
            </p:nvSpPr>
            <p:spPr>
              <a:xfrm>
                <a:off x="3632674" y="5397569"/>
                <a:ext cx="160607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1280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</m:t>
                          </m:r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8700D5E1-85DB-4024-854A-27E5DB1716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32674" y="5397569"/>
                <a:ext cx="1606076" cy="901785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BB3B8D5-B7F5-4D4F-8A8A-F5F82E44F3C2}"/>
                  </a:ext>
                </a:extLst>
              </p:cNvPr>
              <p:cNvSpPr txBox="1"/>
              <p:nvPr/>
            </p:nvSpPr>
            <p:spPr>
              <a:xfrm>
                <a:off x="5074275" y="5604066"/>
                <a:ext cx="243491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21.33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BB3B8D5-B7F5-4D4F-8A8A-F5F82E44F3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74275" y="5604066"/>
                <a:ext cx="2434917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8B877009-FE2B-4B5A-9CE0-288B3A47112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53604820"/>
                  </p:ext>
                </p:extLst>
              </p:nvPr>
            </p:nvGraphicFramePr>
            <p:xfrm>
              <a:off x="4794931" y="820335"/>
              <a:ext cx="5102116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5021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3557095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b="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b="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  <m: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" name="Table 5">
                <a:extLst>
                  <a:ext uri="{FF2B5EF4-FFF2-40B4-BE49-F238E27FC236}">
                    <a16:creationId xmlns:a16="http://schemas.microsoft.com/office/drawing/2014/main" id="{8B877009-FE2B-4B5A-9CE0-288B3A47112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53604820"/>
                  </p:ext>
                </p:extLst>
              </p:nvPr>
            </p:nvGraphicFramePr>
            <p:xfrm>
              <a:off x="4794931" y="820335"/>
              <a:ext cx="5102116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5021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3557095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0"/>
                          <a:stretch>
                            <a:fillRect l="-394" t="-971" r="-231102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0"/>
                          <a:stretch>
                            <a:fillRect l="-43664" t="-971" r="-514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46B210C4-0FB3-433C-B195-437C1273ED0B}"/>
                  </a:ext>
                </a:extLst>
              </p:cNvPr>
              <p:cNvSpPr/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46B210C4-0FB3-433C-B195-437C1273ED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8933681A-EF1F-4D99-97E2-0979C2450BE7}"/>
                  </a:ext>
                </a:extLst>
              </p:cNvPr>
              <p:cNvSpPr/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8933681A-EF1F-4D99-97E2-0979C2450B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421AE16-37F8-453A-B4EF-530A0E1EDEE2}"/>
                  </a:ext>
                </a:extLst>
              </p:cNvPr>
              <p:cNvSpPr/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421AE16-37F8-453A-B4EF-530A0E1EDE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B2646E94-48E0-4CDA-83A2-E6849F09FE6A}"/>
                  </a:ext>
                </a:extLst>
              </p:cNvPr>
              <p:cNvSpPr/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B2646E94-48E0-4CDA-83A2-E6849F09FE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66735D7B-A402-4818-B417-879EDB71FD69}"/>
                  </a:ext>
                </a:extLst>
              </p:cNvPr>
              <p:cNvSpPr/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66735D7B-A402-4818-B417-879EDB71FD6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9" name="Table 58">
                <a:extLst>
                  <a:ext uri="{FF2B5EF4-FFF2-40B4-BE49-F238E27FC236}">
                    <a16:creationId xmlns:a16="http://schemas.microsoft.com/office/drawing/2014/main" id="{04ED95D5-ED04-42E6-AA1F-2C4338B6C32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64276934"/>
                  </p:ext>
                </p:extLst>
              </p:nvPr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9" name="Table 58">
                <a:extLst>
                  <a:ext uri="{FF2B5EF4-FFF2-40B4-BE49-F238E27FC236}">
                    <a16:creationId xmlns:a16="http://schemas.microsoft.com/office/drawing/2014/main" id="{04ED95D5-ED04-42E6-AA1F-2C4338B6C32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64276934"/>
                  </p:ext>
                </p:extLst>
              </p:nvPr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6"/>
                          <a:stretch>
                            <a:fillRect l="-957" t="-971" r="-1435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235524116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3" grpId="0"/>
      <p:bldP spid="49" grpId="0"/>
      <p:bldP spid="50" grpId="0"/>
      <p:bldP spid="51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7B8DD-E65E-2E0F-D26B-60C589DE55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A41F46B7-0988-41CE-A4E9-B42D50103C8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83300998"/>
                  </p:ext>
                </p:extLst>
              </p:nvPr>
            </p:nvGraphicFramePr>
            <p:xfrm>
              <a:off x="4788254" y="821042"/>
              <a:ext cx="1545021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5021">
                      <a:extLst>
                        <a:ext uri="{9D8B030D-6E8A-4147-A177-3AD203B41FA5}">
                          <a16:colId xmlns:a16="http://schemas.microsoft.com/office/drawing/2014/main" val="4032716289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409320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2877539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27479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4129204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3840859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9394909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61285038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A41F46B7-0988-41CE-A4E9-B42D50103C8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83300998"/>
                  </p:ext>
                </p:extLst>
              </p:nvPr>
            </p:nvGraphicFramePr>
            <p:xfrm>
              <a:off x="4788254" y="821042"/>
              <a:ext cx="1545021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45021">
                      <a:extLst>
                        <a:ext uri="{9D8B030D-6E8A-4147-A177-3AD203B41FA5}">
                          <a16:colId xmlns:a16="http://schemas.microsoft.com/office/drawing/2014/main" val="4032716289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87" t="-971" r="-1575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409320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2877539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27479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4129204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3840859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9394909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961285038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64276934"/>
                  </p:ext>
                </p:extLst>
              </p:nvPr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64276934"/>
                  </p:ext>
                </p:extLst>
              </p:nvPr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57" t="-971" r="-1435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28655114"/>
                  </p:ext>
                </p:extLst>
              </p:nvPr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28655114"/>
                  </p:ext>
                </p:extLst>
              </p:nvPr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746" t="-971" r="-107090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95070" t="-971" r="-1056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3FC2DC49-CBD6-B4A6-D387-D82E4B4028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3DCB367-989D-3449-6635-A142990D3B3C}"/>
                  </a:ext>
                </a:extLst>
              </p:cNvPr>
              <p:cNvSpPr/>
              <p:nvPr/>
            </p:nvSpPr>
            <p:spPr>
              <a:xfrm>
                <a:off x="5173496" y="1463566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3DCB367-989D-3449-6635-A142990D3B3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3496" y="1463566"/>
                <a:ext cx="790303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B16911EB-5CEF-E57A-8A94-26750E6AA0C3}"/>
                  </a:ext>
                </a:extLst>
              </p:cNvPr>
              <p:cNvSpPr/>
              <p:nvPr/>
            </p:nvSpPr>
            <p:spPr>
              <a:xfrm>
                <a:off x="5173496" y="2000083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B16911EB-5CEF-E57A-8A94-26750E6AA0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3496" y="2000083"/>
                <a:ext cx="7903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9EA7CA9-C4E0-377E-0FBA-6E32039A98F0}"/>
                  </a:ext>
                </a:extLst>
              </p:cNvPr>
              <p:cNvSpPr/>
              <p:nvPr/>
            </p:nvSpPr>
            <p:spPr>
              <a:xfrm>
                <a:off x="5173496" y="2536600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19EA7CA9-C4E0-377E-0FBA-6E32039A98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3496" y="2536600"/>
                <a:ext cx="7903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6683E2E-E3E7-07D2-D2D3-2D5AC395A142}"/>
                  </a:ext>
                </a:extLst>
              </p:cNvPr>
              <p:cNvSpPr/>
              <p:nvPr/>
            </p:nvSpPr>
            <p:spPr>
              <a:xfrm>
                <a:off x="5173496" y="3073117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6683E2E-E3E7-07D2-D2D3-2D5AC395A1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3496" y="3073117"/>
                <a:ext cx="79030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F707141-54CE-DFF0-1E24-20A20E649299}"/>
                  </a:ext>
                </a:extLst>
              </p:cNvPr>
              <p:cNvSpPr/>
              <p:nvPr/>
            </p:nvSpPr>
            <p:spPr>
              <a:xfrm>
                <a:off x="5173496" y="3609634"/>
                <a:ext cx="79030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F707141-54CE-DFF0-1E24-20A20E6492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3496" y="3609634"/>
                <a:ext cx="7903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B7B38920-3944-1226-840A-3BB4B1CBFD14}"/>
                  </a:ext>
                </a:extLst>
              </p:cNvPr>
              <p:cNvSpPr txBox="1"/>
              <p:nvPr/>
            </p:nvSpPr>
            <p:spPr>
              <a:xfrm>
                <a:off x="7590053" y="3687920"/>
                <a:ext cx="3066413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=45+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num>
                        <m:den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14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B7B38920-3944-1226-840A-3BB4B1CBFD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0053" y="3687920"/>
                <a:ext cx="3066413" cy="89896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DB349D7-8FC0-622F-C3A0-E0B8C4D29209}"/>
                  </a:ext>
                </a:extLst>
              </p:cNvPr>
              <p:cNvSpPr txBox="1"/>
              <p:nvPr/>
            </p:nvSpPr>
            <p:spPr>
              <a:xfrm>
                <a:off x="7590053" y="4890487"/>
                <a:ext cx="24551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=59.2857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DB349D7-8FC0-622F-C3A0-E0B8C4D292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0053" y="4890487"/>
                <a:ext cx="2455138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A315713-762A-ADBA-18C3-6859DA2915A2}"/>
                  </a:ext>
                </a:extLst>
              </p:cNvPr>
              <p:cNvSpPr txBox="1"/>
              <p:nvPr/>
            </p:nvSpPr>
            <p:spPr>
              <a:xfrm>
                <a:off x="7590053" y="843191"/>
                <a:ext cx="3619648" cy="113409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n</m:t>
                                  </m:r>
                                </m:num>
                                <m:den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2 </m:t>
                                  </m:r>
                                </m:den>
                              </m:f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</m:d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A315713-762A-ADBA-18C3-6859DA2915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0053" y="843191"/>
                <a:ext cx="3619648" cy="113409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999C0B3-2E13-235C-58FE-3AD8AA82504B}"/>
                  </a:ext>
                </a:extLst>
              </p:cNvPr>
              <p:cNvSpPr txBox="1"/>
              <p:nvPr/>
            </p:nvSpPr>
            <p:spPr>
              <a:xfrm>
                <a:off x="7590053" y="2350746"/>
                <a:ext cx="4200206" cy="92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=45+</m:t>
                      </m:r>
                      <m:f>
                        <m:f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d>
                            <m:dPr>
                              <m:ctrlP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30−20</m:t>
                              </m:r>
                            </m:e>
                          </m:d>
                        </m:num>
                        <m:den>
                          <m:r>
                            <a:rPr lang="en-US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14</m:t>
                          </m:r>
                        </m:den>
                      </m:f>
                      <m:r>
                        <a:rPr lang="en-US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4999C0B3-2E13-235C-58FE-3AD8AA8250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0053" y="2350746"/>
                <a:ext cx="4200206" cy="92570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159B5A4-A07A-ED46-C908-12656ED934C2}"/>
                  </a:ext>
                </a:extLst>
              </p:cNvPr>
              <p:cNvSpPr txBox="1"/>
              <p:nvPr/>
            </p:nvSpPr>
            <p:spPr>
              <a:xfrm>
                <a:off x="7109307" y="257563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159B5A4-A07A-ED46-C908-12656ED934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09307" y="2575632"/>
                <a:ext cx="50623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6D46AEA-6C77-5EA5-40A5-BCA7EF4665AB}"/>
                  </a:ext>
                </a:extLst>
              </p:cNvPr>
              <p:cNvSpPr txBox="1"/>
              <p:nvPr/>
            </p:nvSpPr>
            <p:spPr>
              <a:xfrm>
                <a:off x="7082995" y="389162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86D46AEA-6C77-5EA5-40A5-BCA7EF4665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82995" y="3891621"/>
                <a:ext cx="50623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ED26C59-3093-5E73-683B-F51A48FA17AC}"/>
                  </a:ext>
                </a:extLst>
              </p:cNvPr>
              <p:cNvSpPr txBox="1"/>
              <p:nvPr/>
            </p:nvSpPr>
            <p:spPr>
              <a:xfrm>
                <a:off x="7126653" y="489048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ED26C59-3093-5E73-683B-F51A48FA17A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26653" y="4890487"/>
                <a:ext cx="50623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/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/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/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/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/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/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/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/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/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/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/>
              <p:nvPr/>
            </p:nvSpPr>
            <p:spPr>
              <a:xfrm>
                <a:off x="1759982" y="4110868"/>
                <a:ext cx="187269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9982" y="4110868"/>
                <a:ext cx="1872692" cy="1135696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1" name="Rectangle: Rounded Corners 70">
            <a:extLst>
              <a:ext uri="{FF2B5EF4-FFF2-40B4-BE49-F238E27FC236}">
                <a16:creationId xmlns:a16="http://schemas.microsoft.com/office/drawing/2014/main" id="{35AE96CC-F6F9-4E7C-8D22-A484912D317A}"/>
              </a:ext>
            </a:extLst>
          </p:cNvPr>
          <p:cNvSpPr/>
          <p:nvPr/>
        </p:nvSpPr>
        <p:spPr>
          <a:xfrm>
            <a:off x="275587" y="2550002"/>
            <a:ext cx="5952615" cy="493086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B51CA1A0-035A-4C5F-A4E3-84F158CC8A8E}"/>
                  </a:ext>
                </a:extLst>
              </p:cNvPr>
              <p:cNvSpPr txBox="1"/>
              <p:nvPr/>
            </p:nvSpPr>
            <p:spPr>
              <a:xfrm>
                <a:off x="3507423" y="5280931"/>
                <a:ext cx="42833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B51CA1A0-035A-4C5F-A4E3-84F158CC8A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07423" y="5280931"/>
                <a:ext cx="428332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08E8DC58-957D-40F2-B5C8-C3F12C500BEC}"/>
                  </a:ext>
                </a:extLst>
              </p:cNvPr>
              <p:cNvSpPr txBox="1"/>
              <p:nvPr/>
            </p:nvSpPr>
            <p:spPr>
              <a:xfrm>
                <a:off x="1846140" y="5962880"/>
                <a:ext cx="416584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f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08E8DC58-957D-40F2-B5C8-C3F12C500B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46140" y="5962880"/>
                <a:ext cx="416584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2D391381-21E0-4F82-82ED-C28B06167340}"/>
                  </a:ext>
                </a:extLst>
              </p:cNvPr>
              <p:cNvSpPr txBox="1"/>
              <p:nvPr/>
            </p:nvSpPr>
            <p:spPr>
              <a:xfrm>
                <a:off x="129280" y="5506235"/>
                <a:ext cx="1577391" cy="827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2 </m:t>
                          </m:r>
                        </m:den>
                      </m:f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2D391381-21E0-4F82-82ED-C28B061673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9280" y="5506235"/>
                <a:ext cx="1577391" cy="827471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7C2F7E36-F146-4D1F-933E-B0F04F153C36}"/>
                  </a:ext>
                </a:extLst>
              </p:cNvPr>
              <p:cNvSpPr txBox="1"/>
              <p:nvPr/>
            </p:nvSpPr>
            <p:spPr>
              <a:xfrm>
                <a:off x="1808463" y="5280931"/>
                <a:ext cx="14679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7C2F7E36-F146-4D1F-933E-B0F04F153C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8463" y="5280931"/>
                <a:ext cx="1467946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D07E1EFE-7FBA-4098-9321-D83C86B9690C}"/>
                  </a:ext>
                </a:extLst>
              </p:cNvPr>
              <p:cNvSpPr txBox="1"/>
              <p:nvPr/>
            </p:nvSpPr>
            <p:spPr>
              <a:xfrm>
                <a:off x="2163673" y="5962880"/>
                <a:ext cx="1068477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D07E1EFE-7FBA-4098-9321-D83C86B969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3673" y="5962880"/>
                <a:ext cx="1068477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7B255A8D-178D-494B-B6A4-2C6CA20EBF72}"/>
                  </a:ext>
                </a:extLst>
              </p:cNvPr>
              <p:cNvSpPr txBox="1"/>
              <p:nvPr/>
            </p:nvSpPr>
            <p:spPr>
              <a:xfrm>
                <a:off x="3824956" y="5280931"/>
                <a:ext cx="1025642" cy="52200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7B255A8D-178D-494B-B6A4-2C6CA20EBF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4956" y="5280931"/>
                <a:ext cx="1025642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5" name="Rectangle: Diagonal Corners Rounded 84">
            <a:extLst>
              <a:ext uri="{FF2B5EF4-FFF2-40B4-BE49-F238E27FC236}">
                <a16:creationId xmlns:a16="http://schemas.microsoft.com/office/drawing/2014/main" id="{B87ACA0A-43C8-4D31-8722-7E89ACF015DD}"/>
              </a:ext>
            </a:extLst>
          </p:cNvPr>
          <p:cNvSpPr/>
          <p:nvPr/>
        </p:nvSpPr>
        <p:spPr>
          <a:xfrm>
            <a:off x="2320314" y="2593401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6" name="Rectangle: Diagonal Corners Rounded 85">
            <a:extLst>
              <a:ext uri="{FF2B5EF4-FFF2-40B4-BE49-F238E27FC236}">
                <a16:creationId xmlns:a16="http://schemas.microsoft.com/office/drawing/2014/main" id="{6DD0560D-B0FA-4691-9554-C3990ADF1622}"/>
              </a:ext>
            </a:extLst>
          </p:cNvPr>
          <p:cNvSpPr/>
          <p:nvPr/>
        </p:nvSpPr>
        <p:spPr>
          <a:xfrm>
            <a:off x="5185497" y="2051331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81185232-5F9D-42C1-AC22-4F206BDCA38A}"/>
                  </a:ext>
                </a:extLst>
              </p:cNvPr>
              <p:cNvSpPr txBox="1"/>
              <p:nvPr/>
            </p:nvSpPr>
            <p:spPr>
              <a:xfrm>
                <a:off x="3472286" y="5961660"/>
                <a:ext cx="131596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81185232-5F9D-42C1-AC22-4F206BDCA38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72286" y="5961660"/>
                <a:ext cx="1315968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/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/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/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/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/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29509487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/>
      <p:bldP spid="34" grpId="0"/>
      <p:bldP spid="36" grpId="0"/>
      <p:bldP spid="14" grpId="0"/>
      <p:bldP spid="15" grpId="0"/>
      <p:bldP spid="28" grpId="0"/>
      <p:bldP spid="29" grpId="0"/>
      <p:bldP spid="30" grpId="0"/>
      <p:bldP spid="37" grpId="0"/>
      <p:bldP spid="38" grpId="0"/>
      <p:bldP spid="71" grpId="0" animBg="1"/>
      <p:bldP spid="72" grpId="0"/>
      <p:bldP spid="73" grpId="0"/>
      <p:bldP spid="78" grpId="0"/>
      <p:bldP spid="82" grpId="0"/>
      <p:bldP spid="83" grpId="0"/>
      <p:bldP spid="84" grpId="0"/>
      <p:bldP spid="85" grpId="0" animBg="1"/>
      <p:bldP spid="86" grpId="0" animBg="1"/>
      <p:bldP spid="87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7B8DD-E65E-2E0F-D26B-60C589DE55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57" t="-971" r="-1435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746" t="-971" r="-107090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5070" t="-971" r="-1056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3FC2DC49-CBD6-B4A6-D387-D82E4B4028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DB349D7-8FC0-622F-C3A0-E0B8C4D29209}"/>
                  </a:ext>
                </a:extLst>
              </p:cNvPr>
              <p:cNvSpPr txBox="1"/>
              <p:nvPr/>
            </p:nvSpPr>
            <p:spPr>
              <a:xfrm>
                <a:off x="9736862" y="65182"/>
                <a:ext cx="24551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M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=59.2857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DB349D7-8FC0-622F-C3A0-E0B8C4D292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36862" y="65182"/>
                <a:ext cx="2455138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/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/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/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/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/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/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/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/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/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/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/>
              <p:nvPr/>
            </p:nvSpPr>
            <p:spPr>
              <a:xfrm>
                <a:off x="1759982" y="4110868"/>
                <a:ext cx="1872692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9982" y="4110868"/>
                <a:ext cx="1872692" cy="1135696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/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/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/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/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/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4" name="Table 43">
                <a:extLst>
                  <a:ext uri="{FF2B5EF4-FFF2-40B4-BE49-F238E27FC236}">
                    <a16:creationId xmlns:a16="http://schemas.microsoft.com/office/drawing/2014/main" id="{51755C17-48C3-4B1B-8CD5-490945A97CB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296988243"/>
                  </p:ext>
                </p:extLst>
              </p:nvPr>
            </p:nvGraphicFramePr>
            <p:xfrm>
              <a:off x="4794931" y="820335"/>
              <a:ext cx="6444569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17349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4427220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M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M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4" name="Table 43">
                <a:extLst>
                  <a:ext uri="{FF2B5EF4-FFF2-40B4-BE49-F238E27FC236}">
                    <a16:creationId xmlns:a16="http://schemas.microsoft.com/office/drawing/2014/main" id="{51755C17-48C3-4B1B-8CD5-490945A97CB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296988243"/>
                  </p:ext>
                </p:extLst>
              </p:nvPr>
            </p:nvGraphicFramePr>
            <p:xfrm>
              <a:off x="4794931" y="820335"/>
              <a:ext cx="6444569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17349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4427220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2"/>
                          <a:stretch>
                            <a:fillRect l="-302" t="-971" r="-220544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2"/>
                          <a:stretch>
                            <a:fillRect l="-45667" t="-971" r="-413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7EDE2982-1E62-4993-8C37-95D2AAAD2746}"/>
                  </a:ext>
                </a:extLst>
              </p:cNvPr>
              <p:cNvSpPr/>
              <p:nvPr/>
            </p:nvSpPr>
            <p:spPr>
              <a:xfrm>
                <a:off x="4902961" y="1458179"/>
                <a:ext cx="180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44.2857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7EDE2982-1E62-4993-8C37-95D2AAAD274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2961" y="1458179"/>
                <a:ext cx="180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DDF9C13-6239-4932-81CF-21DB4BCE61D3}"/>
                  </a:ext>
                </a:extLst>
              </p:cNvPr>
              <p:cNvSpPr/>
              <p:nvPr/>
            </p:nvSpPr>
            <p:spPr>
              <a:xfrm>
                <a:off x="4902961" y="1996043"/>
                <a:ext cx="180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24.2857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DDF9C13-6239-4932-81CF-21DB4BCE61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2961" y="1996043"/>
                <a:ext cx="180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B6EB5D0A-45A9-48F3-B15F-A421855F5302}"/>
                  </a:ext>
                </a:extLst>
              </p:cNvPr>
              <p:cNvSpPr/>
              <p:nvPr/>
            </p:nvSpPr>
            <p:spPr>
              <a:xfrm>
                <a:off x="4902961" y="2533907"/>
                <a:ext cx="180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4.2857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B6EB5D0A-45A9-48F3-B15F-A421855F53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2961" y="2533907"/>
                <a:ext cx="180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D01FA0D5-EA06-455C-9054-3415AB913FEF}"/>
                  </a:ext>
                </a:extLst>
              </p:cNvPr>
              <p:cNvSpPr/>
              <p:nvPr/>
            </p:nvSpPr>
            <p:spPr>
              <a:xfrm>
                <a:off x="4902961" y="3071771"/>
                <a:ext cx="180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15.7143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D01FA0D5-EA06-455C-9054-3415AB913F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2961" y="3071771"/>
                <a:ext cx="180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F64588C-ABD3-4728-AF8E-6FE00594D756}"/>
                  </a:ext>
                </a:extLst>
              </p:cNvPr>
              <p:cNvSpPr/>
              <p:nvPr/>
            </p:nvSpPr>
            <p:spPr>
              <a:xfrm>
                <a:off x="4902961" y="3609634"/>
                <a:ext cx="180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35.7143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F64588C-ABD3-4728-AF8E-6FE00594D75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2961" y="3609634"/>
                <a:ext cx="1800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71838494-E450-458C-9864-6483B7B85E3B}"/>
                  </a:ext>
                </a:extLst>
              </p:cNvPr>
              <p:cNvSpPr/>
              <p:nvPr/>
            </p:nvSpPr>
            <p:spPr>
              <a:xfrm>
                <a:off x="7865218" y="1458179"/>
                <a:ext cx="252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531.428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71838494-E450-458C-9864-6483B7B85E3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5218" y="1458179"/>
                <a:ext cx="252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465F299A-1B31-4B1F-A48E-1BD46A36F3DE}"/>
                  </a:ext>
                </a:extLst>
              </p:cNvPr>
              <p:cNvSpPr/>
              <p:nvPr/>
            </p:nvSpPr>
            <p:spPr>
              <a:xfrm>
                <a:off x="7865218" y="1996849"/>
                <a:ext cx="252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194.285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465F299A-1B31-4B1F-A48E-1BD46A36F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5218" y="1996849"/>
                <a:ext cx="25200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1F618B30-37A8-469F-A808-620F51987CC9}"/>
                  </a:ext>
                </a:extLst>
              </p:cNvPr>
              <p:cNvSpPr/>
              <p:nvPr/>
            </p:nvSpPr>
            <p:spPr>
              <a:xfrm>
                <a:off x="7865218" y="2535519"/>
                <a:ext cx="252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59.9998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1F618B30-37A8-469F-A808-620F51987C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5218" y="2535519"/>
                <a:ext cx="25200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2BF01D7A-3841-4C6F-B6C2-5053E1000944}"/>
                  </a:ext>
                </a:extLst>
              </p:cNvPr>
              <p:cNvSpPr/>
              <p:nvPr/>
            </p:nvSpPr>
            <p:spPr>
              <a:xfrm>
                <a:off x="7865218" y="3074189"/>
                <a:ext cx="252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314.28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2BF01D7A-3841-4C6F-B6C2-5053E10009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5218" y="3074189"/>
                <a:ext cx="25200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2252E238-ACF3-41B3-A167-E13A12A410F7}"/>
                  </a:ext>
                </a:extLst>
              </p:cNvPr>
              <p:cNvSpPr/>
              <p:nvPr/>
            </p:nvSpPr>
            <p:spPr>
              <a:xfrm>
                <a:off x="7865218" y="3612858"/>
                <a:ext cx="252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214.285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2252E238-ACF3-41B3-A167-E13A12A410F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5218" y="3612858"/>
                <a:ext cx="25200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BAA5FDD2-A913-4046-8AA8-AE0831A97BB3}"/>
                  </a:ext>
                </a:extLst>
              </p:cNvPr>
              <p:cNvSpPr txBox="1"/>
              <p:nvPr/>
            </p:nvSpPr>
            <p:spPr>
              <a:xfrm>
                <a:off x="6809054" y="4153346"/>
                <a:ext cx="4544746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M</m:t>
                              </m:r>
                            </m:e>
                          </m:d>
                        </m:e>
                      </m:nary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1314.285</m:t>
                      </m:r>
                      <m:r>
                        <m:rPr>
                          <m:nor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BAA5FDD2-A913-4046-8AA8-AE0831A97B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9054" y="4153346"/>
                <a:ext cx="4544746" cy="1135696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2065B23-C933-403C-962F-463A0DCD4B46}"/>
                  </a:ext>
                </a:extLst>
              </p:cNvPr>
              <p:cNvSpPr txBox="1"/>
              <p:nvPr/>
            </p:nvSpPr>
            <p:spPr>
              <a:xfrm>
                <a:off x="3684341" y="5464460"/>
                <a:ext cx="241165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1314.285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6 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02065B23-C933-403C-962F-463A0DCD4B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84341" y="5464460"/>
                <a:ext cx="2411659" cy="901785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91CA0650-2416-452C-8E1B-04F459869325}"/>
                  </a:ext>
                </a:extLst>
              </p:cNvPr>
              <p:cNvSpPr txBox="1"/>
              <p:nvPr/>
            </p:nvSpPr>
            <p:spPr>
              <a:xfrm>
                <a:off x="172936" y="5421982"/>
                <a:ext cx="3738960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MD</m:t>
                      </m:r>
                      <m:d>
                        <m:d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M</m:t>
                          </m:r>
                        </m:e>
                      </m:d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M</m:t>
                                  </m: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91CA0650-2416-452C-8E1B-04F4598693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936" y="5421982"/>
                <a:ext cx="3738960" cy="995978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310512CA-2FFE-48D9-A59E-1C8C57EA79B5}"/>
                  </a:ext>
                </a:extLst>
              </p:cNvPr>
              <p:cNvSpPr txBox="1"/>
              <p:nvPr/>
            </p:nvSpPr>
            <p:spPr>
              <a:xfrm>
                <a:off x="6096000" y="5699798"/>
                <a:ext cx="241165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21.9048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310512CA-2FFE-48D9-A59E-1C8C57EA79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5699798"/>
                <a:ext cx="2411659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38866336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46" grpId="0"/>
      <p:bldP spid="49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9" grpId="0"/>
      <p:bldP spid="75" grpId="0"/>
      <p:bldP spid="76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7B8DD-E65E-2E0F-D26B-60C589DE55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8115826"/>
                  </p:ext>
                </p:extLst>
              </p:nvPr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8115826"/>
                  </p:ext>
                </p:extLst>
              </p:nvPr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57" t="-971" r="-1435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76241850"/>
                  </p:ext>
                </p:extLst>
              </p:nvPr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276241850"/>
                  </p:ext>
                </p:extLst>
              </p:nvPr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746" t="-971" r="-107090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5070" t="-971" r="-1056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3FC2DC49-CBD6-B4A6-D387-D82E4B4028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/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/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/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/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/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/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/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/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/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/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/>
              <p:nvPr/>
            </p:nvSpPr>
            <p:spPr>
              <a:xfrm>
                <a:off x="1737091" y="4110868"/>
                <a:ext cx="1918474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7091" y="4110868"/>
                <a:ext cx="1918474" cy="1135696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/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/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/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/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/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6E975432-A261-4748-BD74-011559C901F5}"/>
                  </a:ext>
                </a:extLst>
              </p:cNvPr>
              <p:cNvSpPr txBox="1"/>
              <p:nvPr/>
            </p:nvSpPr>
            <p:spPr>
              <a:xfrm>
                <a:off x="6757530" y="946085"/>
                <a:ext cx="5157684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en-US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a:rPr lang="en-US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den>
                          </m:f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</m:t>
                      </m:r>
                      <m:r>
                        <m:rPr>
                          <m:sty m:val="p"/>
                        </m:rP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6E975432-A261-4748-BD74-011559C901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7530" y="946085"/>
                <a:ext cx="5157684" cy="1060483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73F31A0D-933C-4C46-9976-0361B788A9A2}"/>
                  </a:ext>
                </a:extLst>
              </p:cNvPr>
              <p:cNvSpPr/>
              <p:nvPr/>
            </p:nvSpPr>
            <p:spPr>
              <a:xfrm>
                <a:off x="195444" y="5880893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73F31A0D-933C-4C46-9976-0361B788A9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5444" y="5880893"/>
                <a:ext cx="1476661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9029D3DE-DFB2-4E2F-83AE-84048B447B1E}"/>
              </a:ext>
            </a:extLst>
          </p:cNvPr>
          <p:cNvSpPr/>
          <p:nvPr/>
        </p:nvSpPr>
        <p:spPr>
          <a:xfrm>
            <a:off x="327661" y="3077623"/>
            <a:ext cx="3007092" cy="522000"/>
          </a:xfrm>
          <a:prstGeom prst="round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3AE8C456-3287-4431-82EA-EB4B9C6131DA}"/>
                  </a:ext>
                </a:extLst>
              </p:cNvPr>
              <p:cNvSpPr/>
              <p:nvPr/>
            </p:nvSpPr>
            <p:spPr>
              <a:xfrm>
                <a:off x="195444" y="5218912"/>
                <a:ext cx="147666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L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3AE8C456-3287-4431-82EA-EB4B9C6131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5444" y="5218912"/>
                <a:ext cx="1476661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Rectangle: Diagonal Corners Rounded 41">
            <a:extLst>
              <a:ext uri="{FF2B5EF4-FFF2-40B4-BE49-F238E27FC236}">
                <a16:creationId xmlns:a16="http://schemas.microsoft.com/office/drawing/2014/main" id="{5C278134-0639-4AB9-9654-9EE3CC5F670B}"/>
              </a:ext>
            </a:extLst>
          </p:cNvPr>
          <p:cNvSpPr/>
          <p:nvPr/>
        </p:nvSpPr>
        <p:spPr>
          <a:xfrm>
            <a:off x="2319296" y="3133697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387E358-6988-4D8C-8E27-FE07043BED82}"/>
                  </a:ext>
                </a:extLst>
              </p:cNvPr>
              <p:cNvSpPr/>
              <p:nvPr/>
            </p:nvSpPr>
            <p:spPr>
              <a:xfrm>
                <a:off x="1615375" y="5169726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387E358-6988-4D8C-8E27-FE07043BED8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5375" y="5169726"/>
                <a:ext cx="577921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7" name="Rectangle: Diagonal Corners Rounded 66">
            <a:extLst>
              <a:ext uri="{FF2B5EF4-FFF2-40B4-BE49-F238E27FC236}">
                <a16:creationId xmlns:a16="http://schemas.microsoft.com/office/drawing/2014/main" id="{F171CE96-0CD0-423C-8865-FC579164841A}"/>
              </a:ext>
            </a:extLst>
          </p:cNvPr>
          <p:cNvSpPr/>
          <p:nvPr/>
        </p:nvSpPr>
        <p:spPr>
          <a:xfrm>
            <a:off x="2319296" y="2591164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8" name="Rectangle: Diagonal Corners Rounded 67">
            <a:extLst>
              <a:ext uri="{FF2B5EF4-FFF2-40B4-BE49-F238E27FC236}">
                <a16:creationId xmlns:a16="http://schemas.microsoft.com/office/drawing/2014/main" id="{0CE52AE0-E293-419F-AFAD-93600FCA5D02}"/>
              </a:ext>
            </a:extLst>
          </p:cNvPr>
          <p:cNvSpPr/>
          <p:nvPr/>
        </p:nvSpPr>
        <p:spPr>
          <a:xfrm>
            <a:off x="2319296" y="3673970"/>
            <a:ext cx="754301" cy="407861"/>
          </a:xfrm>
          <a:prstGeom prst="round2DiagRect">
            <a:avLst/>
          </a:prstGeom>
          <a:noFill/>
          <a:ln w="38100">
            <a:solidFill>
              <a:srgbClr val="1282FE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B31360E7-B534-40AE-8948-DA26D60D4268}"/>
                  </a:ext>
                </a:extLst>
              </p:cNvPr>
              <p:cNvSpPr/>
              <p:nvPr/>
            </p:nvSpPr>
            <p:spPr>
              <a:xfrm>
                <a:off x="2055435" y="5169726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B31360E7-B534-40AE-8948-DA26D60D42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5435" y="5169726"/>
                <a:ext cx="1036602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2580899E-3FD2-44C2-A2B8-61254F02D616}"/>
                  </a:ext>
                </a:extLst>
              </p:cNvPr>
              <p:cNvSpPr/>
              <p:nvPr/>
            </p:nvSpPr>
            <p:spPr>
              <a:xfrm>
                <a:off x="1615375" y="5653277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2580899E-3FD2-44C2-A2B8-61254F02D6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5375" y="5653277"/>
                <a:ext cx="577921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E7A3D5C1-6CC0-4CA5-96D7-6E4F6675CDEE}"/>
                  </a:ext>
                </a:extLst>
              </p:cNvPr>
              <p:cNvSpPr/>
              <p:nvPr/>
            </p:nvSpPr>
            <p:spPr>
              <a:xfrm>
                <a:off x="2055435" y="5653277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E7A3D5C1-6CC0-4CA5-96D7-6E4F6675CD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5435" y="5653277"/>
                <a:ext cx="1036602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7B871235-DCCD-443A-860E-84BBA730DC45}"/>
                  </a:ext>
                </a:extLst>
              </p:cNvPr>
              <p:cNvSpPr/>
              <p:nvPr/>
            </p:nvSpPr>
            <p:spPr>
              <a:xfrm>
                <a:off x="1615375" y="6108509"/>
                <a:ext cx="577921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f</m:t>
                          </m:r>
                        </m:e>
                        <m:sub>
                          <m:r>
                            <a:rPr lang="gu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7B871235-DCCD-443A-860E-84BBA730DC4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5375" y="6108509"/>
                <a:ext cx="577921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BA63A8C7-0536-4E14-9B05-7BE89A228D2D}"/>
                  </a:ext>
                </a:extLst>
              </p:cNvPr>
              <p:cNvSpPr/>
              <p:nvPr/>
            </p:nvSpPr>
            <p:spPr>
              <a:xfrm>
                <a:off x="2055435" y="6108509"/>
                <a:ext cx="1036602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BA63A8C7-0536-4E14-9B05-7BE89A228D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5435" y="6108509"/>
                <a:ext cx="1036602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FA3DF1A-0E91-4C5B-9538-ABE7CA3DCB23}"/>
                  </a:ext>
                </a:extLst>
              </p:cNvPr>
              <p:cNvSpPr txBox="1"/>
              <p:nvPr/>
            </p:nvSpPr>
            <p:spPr>
              <a:xfrm>
                <a:off x="6760597" y="2567979"/>
                <a:ext cx="5258467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65+</m:t>
                      </m:r>
                      <m:d>
                        <m:dPr>
                          <m:ctrlPr>
                            <a:rPr lang="en-US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20−14</m:t>
                              </m:r>
                            </m:num>
                            <m:den>
                              <m:r>
                                <a:rPr lang="en-IN" sz="28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d>
                                <m:d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20</m:t>
                                  </m:r>
                                </m:e>
                              </m:d>
                              <m:r>
                                <a:rPr lang="en-IN" sz="28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−14−6</m:t>
                              </m:r>
                            </m:den>
                          </m:f>
                        </m:e>
                      </m:d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7FA3DF1A-0E91-4C5B-9538-ABE7CA3DCB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0597" y="2567979"/>
                <a:ext cx="5258467" cy="1060483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CCA705DF-293C-4B78-8A96-8F11B3278944}"/>
                  </a:ext>
                </a:extLst>
              </p:cNvPr>
              <p:cNvSpPr txBox="1"/>
              <p:nvPr/>
            </p:nvSpPr>
            <p:spPr>
              <a:xfrm>
                <a:off x="6757529" y="3943846"/>
                <a:ext cx="4305795" cy="1060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=65+</m:t>
                      </m:r>
                      <m:d>
                        <m:dPr>
                          <m:ctrlPr>
                            <a:rPr lang="en-US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6</m:t>
                              </m:r>
                            </m:num>
                            <m:den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20</m:t>
                              </m:r>
                            </m:den>
                          </m:f>
                        </m:e>
                      </m:d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×20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CCA705DF-293C-4B78-8A96-8F11B32789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7529" y="3943846"/>
                <a:ext cx="4305795" cy="1060483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A38EBA84-48E6-4F5A-96D9-71F0AFB8268C}"/>
                  </a:ext>
                </a:extLst>
              </p:cNvPr>
              <p:cNvSpPr txBox="1"/>
              <p:nvPr/>
            </p:nvSpPr>
            <p:spPr>
              <a:xfrm>
                <a:off x="6241847" y="282970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A38EBA84-48E6-4F5A-96D9-71F0AFB826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1847" y="2829708"/>
                <a:ext cx="506235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CD56E5AA-B1B8-4D3D-9B37-D07D3AC24C3B}"/>
                  </a:ext>
                </a:extLst>
              </p:cNvPr>
              <p:cNvSpPr txBox="1"/>
              <p:nvPr/>
            </p:nvSpPr>
            <p:spPr>
              <a:xfrm>
                <a:off x="6241848" y="4205456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CD56E5AA-B1B8-4D3D-9B37-D07D3AC24C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1848" y="4205456"/>
                <a:ext cx="506235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BAD12674-93A3-4935-A690-D542BE9E32CE}"/>
                  </a:ext>
                </a:extLst>
              </p:cNvPr>
              <p:cNvSpPr txBox="1"/>
              <p:nvPr/>
            </p:nvSpPr>
            <p:spPr>
              <a:xfrm>
                <a:off x="6757530" y="5218912"/>
                <a:ext cx="22850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BAD12674-93A3-4935-A690-D542BE9E32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7530" y="5218912"/>
                <a:ext cx="2285078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F2F31B97-3B51-427F-9B06-22449E096B9C}"/>
                  </a:ext>
                </a:extLst>
              </p:cNvPr>
              <p:cNvSpPr txBox="1"/>
              <p:nvPr/>
            </p:nvSpPr>
            <p:spPr>
              <a:xfrm>
                <a:off x="6241848" y="5218912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F2F31B97-3B51-427F-9B06-22449E096B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1848" y="5218912"/>
                <a:ext cx="506235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2728387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 animBg="1"/>
      <p:bldP spid="41" grpId="0"/>
      <p:bldP spid="42" grpId="0" animBg="1"/>
      <p:bldP spid="43" grpId="0"/>
      <p:bldP spid="67" grpId="0" animBg="1"/>
      <p:bldP spid="68" grpId="0" animBg="1"/>
      <p:bldP spid="71" grpId="0"/>
      <p:bldP spid="72" grpId="0"/>
      <p:bldP spid="73" grpId="0"/>
      <p:bldP spid="74" grpId="0"/>
      <p:bldP spid="77" grpId="0"/>
      <p:bldP spid="78" grpId="0"/>
      <p:bldP spid="79" grpId="0"/>
      <p:bldP spid="80" grpId="0"/>
      <p:bldP spid="81" grpId="0"/>
      <p:bldP spid="82" grpId="0"/>
      <p:bldP spid="83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7B8DD-E65E-2E0F-D26B-60C589DE55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3" name="Table 92">
                <a:extLst>
                  <a:ext uri="{FF2B5EF4-FFF2-40B4-BE49-F238E27FC236}">
                    <a16:creationId xmlns:a16="http://schemas.microsoft.com/office/drawing/2014/main" id="{2C813802-7E3B-45E1-8CB9-1BAC3FC70B7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526714" y="821042"/>
              <a:ext cx="1269124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269124">
                      <a:extLst>
                        <a:ext uri="{9D8B030D-6E8A-4147-A177-3AD203B41FA5}">
                          <a16:colId xmlns:a16="http://schemas.microsoft.com/office/drawing/2014/main" val="2534668522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957" t="-971" r="-1435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6921248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44273318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961605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35659824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6895220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60248220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41901037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b="0" i="0" dirty="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</a:rPr>
                                  <m:t>Class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D98F9D2C-A4F7-427D-9251-A567A1BBE04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72936" y="821042"/>
              <a:ext cx="33585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31757">
                      <a:extLst>
                        <a:ext uri="{9D8B030D-6E8A-4147-A177-3AD203B41FA5}">
                          <a16:colId xmlns:a16="http://schemas.microsoft.com/office/drawing/2014/main" val="339380793"/>
                        </a:ext>
                      </a:extLst>
                    </a:gridCol>
                    <a:gridCol w="1726783">
                      <a:extLst>
                        <a:ext uri="{9D8B030D-6E8A-4147-A177-3AD203B41FA5}">
                          <a16:colId xmlns:a16="http://schemas.microsoft.com/office/drawing/2014/main" val="3447171561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746" t="-971" r="-107090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95070" t="-971" r="-1056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74755747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34316897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902325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600045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7544849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40545937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81174622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3FC2DC49-CBD6-B4A6-D387-D82E4B4028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3 ⇝ Example 9 (</a:t>
            </a:r>
            <a:r>
              <a:rPr lang="en-US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/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2A51317-E6B5-477C-A5F4-E05EA844ED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460082"/>
                <a:ext cx="79200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/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A117AC31-4CBE-4DFB-A6AA-386A44F762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1993652"/>
                <a:ext cx="79200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/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325FC71-AD80-4854-8A2E-A712D331FC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2534561"/>
                <a:ext cx="79200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/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3BF60BD-9BA1-4B7D-B6AF-DF034B4ED4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075470"/>
                <a:ext cx="79200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/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287B1AC8-E641-410B-9230-7E570045F0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1705" y="3609634"/>
                <a:ext cx="792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/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5−25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5F97BEF-AB17-4E44-B6B4-9E4705E4B0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460082"/>
                <a:ext cx="1764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/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25−45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BCC6D64D-A10F-43AE-B730-79E37C64CB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1997470"/>
                <a:ext cx="1764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/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45−65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3847C665-A093-4C75-9116-AB0298D533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2534858"/>
                <a:ext cx="1764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/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65−85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E614DDE-CE14-4268-BDDB-14852DBF27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072246"/>
                <a:ext cx="1764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/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85−105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5D39B6F9-553A-4754-B264-0C213FA626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827" y="3609634"/>
                <a:ext cx="1764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/>
              <p:nvPr/>
            </p:nvSpPr>
            <p:spPr>
              <a:xfrm>
                <a:off x="1737091" y="4110868"/>
                <a:ext cx="1918474" cy="1135696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pAutoFit/>
              </a:bodyPr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8D93032-FA08-4C88-BDA7-447A420545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7091" y="4110868"/>
                <a:ext cx="1918474" cy="1135696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/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7C775BF-93D4-47E1-B3B4-746F7777E6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460082"/>
                <a:ext cx="660757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/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09DC425-9A83-474B-994C-872FA2D208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1997470"/>
                <a:ext cx="66075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/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B7B8ED8-2EAE-4A2A-AAD5-CFF22A39E4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2534858"/>
                <a:ext cx="66075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/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324570B-D0FA-4EB5-BEE9-41BBD63493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072246"/>
                <a:ext cx="660757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/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no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B05114D8-152A-44B7-8FA2-08F2DD3962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2825" y="3609634"/>
                <a:ext cx="66075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BAD12674-93A3-4935-A690-D542BE9E32CE}"/>
                  </a:ext>
                </a:extLst>
              </p:cNvPr>
              <p:cNvSpPr txBox="1"/>
              <p:nvPr/>
            </p:nvSpPr>
            <p:spPr>
              <a:xfrm>
                <a:off x="9924320" y="936862"/>
                <a:ext cx="228507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BAD12674-93A3-4935-A690-D542BE9E32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24320" y="936862"/>
                <a:ext cx="2285078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0" name="Table 39">
                <a:extLst>
                  <a:ext uri="{FF2B5EF4-FFF2-40B4-BE49-F238E27FC236}">
                    <a16:creationId xmlns:a16="http://schemas.microsoft.com/office/drawing/2014/main" id="{C881B178-D6C0-4A34-9C14-8406BCD14DBB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794931" y="820335"/>
              <a:ext cx="48280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31698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3396342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Z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begChr m:val="|"/>
                                    <m:endChr m:val="|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 </m:t>
                                    </m:r>
                                    <m:sSub>
                                      <m:sSubPr>
                                        <m:ctrlPr>
                                          <a:rPr lang="en-IN" sz="2800" i="1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i="0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Z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pt-BR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0" name="Table 39">
                <a:extLst>
                  <a:ext uri="{FF2B5EF4-FFF2-40B4-BE49-F238E27FC236}">
                    <a16:creationId xmlns:a16="http://schemas.microsoft.com/office/drawing/2014/main" id="{C881B178-D6C0-4A34-9C14-8406BCD14DB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89426295"/>
                  </p:ext>
                </p:extLst>
              </p:nvPr>
            </p:nvGraphicFramePr>
            <p:xfrm>
              <a:off x="4794931" y="820335"/>
              <a:ext cx="4828040" cy="4350048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31698">
                      <a:extLst>
                        <a:ext uri="{9D8B030D-6E8A-4147-A177-3AD203B41FA5}">
                          <a16:colId xmlns:a16="http://schemas.microsoft.com/office/drawing/2014/main" val="77423629"/>
                        </a:ext>
                      </a:extLst>
                    </a:gridCol>
                    <a:gridCol w="3396342">
                      <a:extLst>
                        <a:ext uri="{9D8B030D-6E8A-4147-A177-3AD203B41FA5}">
                          <a16:colId xmlns:a16="http://schemas.microsoft.com/office/drawing/2014/main" val="1686184484"/>
                        </a:ext>
                      </a:extLst>
                    </a:gridCol>
                  </a:tblGrid>
                  <a:tr h="62675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2"/>
                          <a:stretch>
                            <a:fillRect l="-426" t="-971" r="-238723" b="-5970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2"/>
                          <a:stretch>
                            <a:fillRect l="-42294" t="-971" r="-538" b="-5970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191776891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9960831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7596452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85797526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42925586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015634344"/>
                      </a:ext>
                    </a:extLst>
                  </a:tr>
                  <a:tr h="1023290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7872917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FDE9791-7E20-43A4-8426-BC06839F6B27}"/>
                  </a:ext>
                </a:extLst>
              </p:cNvPr>
              <p:cNvSpPr/>
              <p:nvPr/>
            </p:nvSpPr>
            <p:spPr>
              <a:xfrm>
                <a:off x="5099759" y="1460082"/>
                <a:ext cx="81284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EFDE9791-7E20-43A4-8426-BC06839F6B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9759" y="1460082"/>
                <a:ext cx="812843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4DFA10A1-DF3A-4BC8-9B8B-216955A518E1}"/>
                  </a:ext>
                </a:extLst>
              </p:cNvPr>
              <p:cNvSpPr/>
              <p:nvPr/>
            </p:nvSpPr>
            <p:spPr>
              <a:xfrm>
                <a:off x="5099759" y="2000273"/>
                <a:ext cx="81284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4DFA10A1-DF3A-4BC8-9B8B-216955A518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9759" y="2000273"/>
                <a:ext cx="812843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8DA55D6D-8940-4CB8-B74C-3532ABF74E90}"/>
                  </a:ext>
                </a:extLst>
              </p:cNvPr>
              <p:cNvSpPr/>
              <p:nvPr/>
            </p:nvSpPr>
            <p:spPr>
              <a:xfrm>
                <a:off x="5099759" y="2540464"/>
                <a:ext cx="81284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8DA55D6D-8940-4CB8-B74C-3532ABF74E9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9759" y="2540464"/>
                <a:ext cx="812843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A7A9B314-5F56-4AD0-B46D-A62549DEFE94}"/>
                  </a:ext>
                </a:extLst>
              </p:cNvPr>
              <p:cNvSpPr/>
              <p:nvPr/>
            </p:nvSpPr>
            <p:spPr>
              <a:xfrm>
                <a:off x="5099759" y="3080655"/>
                <a:ext cx="81284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A7A9B314-5F56-4AD0-B46D-A62549DEFE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9759" y="3080655"/>
                <a:ext cx="812843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E2EE0AB-03DE-4E69-9B54-00263CFFE2D7}"/>
                  </a:ext>
                </a:extLst>
              </p:cNvPr>
              <p:cNvSpPr/>
              <p:nvPr/>
            </p:nvSpPr>
            <p:spPr>
              <a:xfrm>
                <a:off x="5099759" y="3620847"/>
                <a:ext cx="812843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E2EE0AB-03DE-4E69-9B54-00263CFFE2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9759" y="3620847"/>
                <a:ext cx="812843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8C6765E9-4929-4446-B557-D08FE6DAC490}"/>
                  </a:ext>
                </a:extLst>
              </p:cNvPr>
              <p:cNvSpPr/>
              <p:nvPr/>
            </p:nvSpPr>
            <p:spPr>
              <a:xfrm>
                <a:off x="7136046" y="1460082"/>
                <a:ext cx="144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672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8C6765E9-4929-4446-B557-D08FE6DAC49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6046" y="1460082"/>
                <a:ext cx="144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53B86992-DCE9-42F5-84BF-6E3925A60704}"/>
                  </a:ext>
                </a:extLst>
              </p:cNvPr>
              <p:cNvSpPr/>
              <p:nvPr/>
            </p:nvSpPr>
            <p:spPr>
              <a:xfrm>
                <a:off x="7136046" y="2000273"/>
                <a:ext cx="144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53B86992-DCE9-42F5-84BF-6E3925A607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6046" y="2000273"/>
                <a:ext cx="14400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51330649-1DE6-4D4B-BF2D-ACF543AEDE00}"/>
                  </a:ext>
                </a:extLst>
              </p:cNvPr>
              <p:cNvSpPr/>
              <p:nvPr/>
            </p:nvSpPr>
            <p:spPr>
              <a:xfrm>
                <a:off x="7136046" y="2540464"/>
                <a:ext cx="144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51330649-1DE6-4D4B-BF2D-ACF543AEDE0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6046" y="2540464"/>
                <a:ext cx="14400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EFEC9608-9537-49BE-ABC1-CF99EF4A3377}"/>
                  </a:ext>
                </a:extLst>
              </p:cNvPr>
              <p:cNvSpPr/>
              <p:nvPr/>
            </p:nvSpPr>
            <p:spPr>
              <a:xfrm>
                <a:off x="7136046" y="3080655"/>
                <a:ext cx="144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EFEC9608-9537-49BE-ABC1-CF99EF4A33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6046" y="3080655"/>
                <a:ext cx="14400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4F20F69B-49A4-45CC-A6C6-78BCB61462DE}"/>
                  </a:ext>
                </a:extLst>
              </p:cNvPr>
              <p:cNvSpPr/>
              <p:nvPr/>
            </p:nvSpPr>
            <p:spPr>
              <a:xfrm>
                <a:off x="7136046" y="3620847"/>
                <a:ext cx="144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4F20F69B-49A4-45CC-A6C6-78BCB61462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6046" y="3620847"/>
                <a:ext cx="14400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190D449D-969B-428D-A41B-9841A62D8C73}"/>
                  </a:ext>
                </a:extLst>
              </p:cNvPr>
              <p:cNvSpPr txBox="1"/>
              <p:nvPr/>
            </p:nvSpPr>
            <p:spPr>
              <a:xfrm>
                <a:off x="6279084" y="4125495"/>
                <a:ext cx="3476262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begChr m:val="|"/>
                              <m:endChr m:val="|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dPr>
                            <m:e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US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Z</m:t>
                              </m:r>
                            </m:e>
                          </m:d>
                        </m:e>
                      </m:nary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en-US" sz="2800" b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m:rPr>
                          <m:nor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190D449D-969B-428D-A41B-9841A62D8C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79084" y="4125495"/>
                <a:ext cx="3476262" cy="1135696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8330DB85-29B3-4ACC-8C6E-0077A5F436D9}"/>
                  </a:ext>
                </a:extLst>
              </p:cNvPr>
              <p:cNvSpPr txBox="1"/>
              <p:nvPr/>
            </p:nvSpPr>
            <p:spPr>
              <a:xfrm>
                <a:off x="438133" y="5552245"/>
                <a:ext cx="3439403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MD</m:t>
                      </m:r>
                      <m:d>
                        <m:dPr>
                          <m:ctrlPr>
                            <a:rPr lang="en-US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Z</m:t>
                          </m:r>
                        </m:e>
                      </m:d>
                      <m:r>
                        <a:rPr lang="en-US" sz="2800" b="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begChr m:val="|"/>
                                  <m:endChr m:val="|"/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US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Z</m:t>
                                  </m:r>
                                </m:e>
                              </m:d>
                            </m:e>
                          </m:nary>
                          <m: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8330DB85-29B3-4ACC-8C6E-0077A5F436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8133" y="5552245"/>
                <a:ext cx="3439403" cy="995978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992099F5-1276-482C-AC1A-B4EBC8693E82}"/>
                  </a:ext>
                </a:extLst>
              </p:cNvPr>
              <p:cNvSpPr txBox="1"/>
              <p:nvPr/>
            </p:nvSpPr>
            <p:spPr>
              <a:xfrm>
                <a:off x="3655565" y="5586065"/>
                <a:ext cx="1444194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1408</m:t>
                          </m:r>
                        </m:num>
                        <m:den>
                          <m:r>
                            <a:rPr lang="en-US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992099F5-1276-482C-AC1A-B4EBC8693E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55565" y="5586065"/>
                <a:ext cx="1444194" cy="901785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D52C23BE-F8BB-4212-8CAC-6C03F6310211}"/>
                  </a:ext>
                </a:extLst>
              </p:cNvPr>
              <p:cNvSpPr txBox="1"/>
              <p:nvPr/>
            </p:nvSpPr>
            <p:spPr>
              <a:xfrm>
                <a:off x="5029505" y="5810130"/>
                <a:ext cx="190832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=23.4667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D52C23BE-F8BB-4212-8CAC-6C03F63102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9505" y="5810130"/>
                <a:ext cx="1908324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7543397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6" grpId="0"/>
      <p:bldP spid="49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9" grpId="0"/>
      <p:bldP spid="75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 dirty="0"/>
              <a:t>Method 4</a:t>
            </a:r>
            <a:br>
              <a:rPr lang="en-IN" dirty="0"/>
            </a:br>
            <a:r>
              <a:rPr lang="en-US" dirty="0"/>
              <a:t>Moments</a:t>
            </a:r>
            <a:endParaRPr lang="en-IN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A16C8453-3CAC-4C8B-9ABF-B933E3C8FF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639463943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Moments</a:t>
            </a:r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6CB9492A-E923-46D8-9496-CC97B9EE6EC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r>
              <a:rPr lang="en-US" dirty="0"/>
              <a:t>Moment is the arithmetic mean of the various powers of the deviations of items from their assumed mean or actual mean.</a:t>
            </a:r>
            <a:endParaRPr lang="en-IN" dirty="0"/>
          </a:p>
          <a:p>
            <a:pPr lvl="0"/>
            <a:r>
              <a:rPr lang="en-US" dirty="0"/>
              <a:t>There are three types of moments which is </a:t>
            </a:r>
            <a:endParaRPr lang="en-IN" dirty="0"/>
          </a:p>
          <a:p>
            <a:pPr lvl="1"/>
            <a:r>
              <a:rPr lang="en-US" dirty="0"/>
              <a:t>Moment about </a:t>
            </a:r>
            <a:r>
              <a:rPr lang="en-US" b="1" dirty="0">
                <a:solidFill>
                  <a:srgbClr val="FF0000"/>
                </a:solidFill>
              </a:rPr>
              <a:t>mean</a:t>
            </a:r>
            <a:endParaRPr lang="en-IN" b="1" dirty="0">
              <a:solidFill>
                <a:srgbClr val="FF0000"/>
              </a:solidFill>
            </a:endParaRPr>
          </a:p>
          <a:p>
            <a:pPr lvl="1"/>
            <a:r>
              <a:rPr lang="en-US" dirty="0"/>
              <a:t>Moment about </a:t>
            </a:r>
            <a:r>
              <a:rPr lang="en-US" b="1" dirty="0">
                <a:solidFill>
                  <a:srgbClr val="FF0000"/>
                </a:solidFill>
              </a:rPr>
              <a:t>assumed mean</a:t>
            </a:r>
            <a:endParaRPr lang="en-IN" b="1" dirty="0">
              <a:solidFill>
                <a:srgbClr val="FF0000"/>
              </a:solidFill>
            </a:endParaRPr>
          </a:p>
          <a:p>
            <a:pPr lvl="1"/>
            <a:r>
              <a:rPr lang="en-US" dirty="0"/>
              <a:t>Moment about </a:t>
            </a:r>
            <a:r>
              <a:rPr lang="en-US" b="1" dirty="0">
                <a:solidFill>
                  <a:srgbClr val="FF0000"/>
                </a:solidFill>
              </a:rPr>
              <a:t>zero</a:t>
            </a:r>
            <a:endParaRPr lang="en-IN" b="1" dirty="0">
              <a:solidFill>
                <a:srgbClr val="FF0000"/>
              </a:solidFill>
            </a:endParaRPr>
          </a:p>
          <a:p>
            <a:pPr lvl="1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8093374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uiExpand="1" build="p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Moment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6CB9492A-E923-46D8-9496-CC97B9EE6EC7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If deviations of data are taken from </a:t>
                </a:r>
                <a:r>
                  <a:rPr lang="en-US" b="1" dirty="0">
                    <a:solidFill>
                      <a:srgbClr val="FF0000"/>
                    </a:solidFill>
                  </a:rPr>
                  <a:t>mean</a:t>
                </a:r>
                <a:r>
                  <a:rPr lang="en-US" dirty="0"/>
                  <a:t>, then it is known as moment about mean. </a:t>
                </a:r>
                <a:endParaRPr lang="en-IN" dirty="0"/>
              </a:p>
              <a:p>
                <a:r>
                  <a:rPr lang="en-US" dirty="0"/>
                  <a:t>It is also known as central moment . </a:t>
                </a:r>
                <a:endParaRPr lang="en-IN" dirty="0"/>
              </a:p>
              <a:p>
                <a:r>
                  <a:rPr lang="en-US" dirty="0"/>
                  <a:t>It is denoted by “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𝛍</m:t>
                        </m:r>
                      </m:e>
                      <m:sub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𝐫</m:t>
                        </m:r>
                      </m:sub>
                    </m:sSub>
                  </m:oMath>
                </a14:m>
                <a:r>
                  <a:rPr lang="en-US" dirty="0"/>
                  <a:t>".</a:t>
                </a:r>
                <a:endParaRPr lang="en-IN" dirty="0"/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2" name="Content Placeholder 1">
                <a:extLst>
                  <a:ext uri="{FF2B5EF4-FFF2-40B4-BE49-F238E27FC236}">
                    <a16:creationId xmlns:a16="http://schemas.microsoft.com/office/drawing/2014/main" id="{6CB9492A-E923-46D8-9496-CC97B9EE6EC7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3"/>
                <a:stretch>
                  <a:fillRect l="-971" r="-665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04961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uiExpand="1" build="p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Moment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883BB21-7774-145C-0EA7-1FEB95463D1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If deviations of data are taken about any </a:t>
                </a:r>
                <a:r>
                  <a:rPr lang="en-US" b="1" dirty="0">
                    <a:solidFill>
                      <a:srgbClr val="FF0000"/>
                    </a:solidFill>
                  </a:rPr>
                  <a:t>assumed value</a:t>
                </a:r>
                <a14:m>
                  <m:oMath xmlns:m="http://schemas.openxmlformats.org/officeDocument/2006/math">
                    <m:r>
                      <a:rPr lang="en-US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b="1" i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𝐚</m:t>
                    </m:r>
                    <m:r>
                      <a:rPr lang="en-US" b="1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dirty="0"/>
                  <a:t> from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x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>
                            <a:latin typeface="Cambria Math" panose="02040503050406030204" pitchFamily="18" charset="0"/>
                          </a:rPr>
                          <m:t>i</m:t>
                        </m:r>
                      </m:sub>
                    </m:sSub>
                  </m:oMath>
                </a14:m>
                <a:r>
                  <a:rPr lang="en-US" dirty="0"/>
                  <a:t>, then it is known as moment about assumed mean. </a:t>
                </a:r>
                <a:endParaRPr lang="en-IN" dirty="0"/>
              </a:p>
              <a:p>
                <a:r>
                  <a:rPr lang="en-US" dirty="0"/>
                  <a:t>It is denoted by “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IN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𝛍</m:t>
                        </m:r>
                      </m:e>
                      <m:sub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𝐫</m:t>
                        </m:r>
                      </m:sub>
                      <m:sup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r>
                  <a:rPr lang="en-US" dirty="0"/>
                  <a:t>’’.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883BB21-7774-145C-0EA7-1FEB95463D1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3"/>
                <a:stretch>
                  <a:fillRect l="-971" r="-1074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44290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Moment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883BB21-7774-145C-0EA7-1FEB95463D1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dirty="0"/>
                  <a:t>If deviations of data are taken about </a:t>
                </a:r>
                <a:r>
                  <a:rPr lang="en-US" b="1" dirty="0">
                    <a:solidFill>
                      <a:srgbClr val="FF0000"/>
                    </a:solidFill>
                  </a:rPr>
                  <a:t>zero</a:t>
                </a:r>
                <a:r>
                  <a:rPr lang="en-US" dirty="0"/>
                  <a:t>, it is known as moment about zero. </a:t>
                </a:r>
                <a:endParaRPr lang="en-IN" dirty="0"/>
              </a:p>
              <a:p>
                <a:r>
                  <a:rPr lang="en-US" dirty="0"/>
                  <a:t>It is denoted by  “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𝐯</m:t>
                        </m:r>
                      </m:e>
                      <m:sub>
                        <m:r>
                          <a:rPr lang="en-US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𝐫</m:t>
                        </m:r>
                      </m:sub>
                    </m:sSub>
                  </m:oMath>
                </a14:m>
                <a:r>
                  <a:rPr lang="en-US" dirty="0"/>
                  <a:t>”.</a:t>
                </a:r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6883BB21-7774-145C-0EA7-1FEB95463D1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61460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A9951A2-01C1-4D0C-80E5-17B57CAA2C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rmAutofit/>
          </a:bodyPr>
          <a:lstStyle/>
          <a:p>
            <a:r>
              <a:rPr lang="en-US" dirty="0"/>
              <a:t>Moment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10E7C4B4-99A7-4540-95AD-B5647A89F89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10310" y="849627"/>
              <a:ext cx="10286240" cy="5376037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420662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3932789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3932789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856435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6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Moments </a:t>
                          </a:r>
                          <a:r>
                            <a:rPr lang="en-IN" sz="26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about</a:t>
                          </a: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6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6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Grouped Data</a:t>
                          </a: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6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Mean </a:t>
                          </a:r>
                          <a14:m>
                            <m:oMath xmlns:m="http://schemas.openxmlformats.org/officeDocument/2006/math">
                              <m:d>
                                <m:dPr>
                                  <m:ctrlPr>
                                    <a:rPr lang="en-IN" sz="2600" b="1" i="1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600" b="1" i="1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IN" sz="2600" b="1" i="0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𝛍</m:t>
                                      </m:r>
                                    </m:e>
                                    <m:sub>
                                      <m:r>
                                        <a:rPr lang="en-IN" sz="2600" b="1" i="0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𝐫</m:t>
                                      </m:r>
                                    </m:sub>
                                  </m:sSub>
                                </m:e>
                              </m:d>
                            </m:oMath>
                          </a14:m>
                          <a:endParaRPr lang="en-IN" sz="26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79122923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6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Assumed mean </a:t>
                          </a:r>
                          <a14:m>
                            <m:oMath xmlns:m="http://schemas.openxmlformats.org/officeDocument/2006/math">
                              <m:d>
                                <m:dPr>
                                  <m:ctrlPr>
                                    <a:rPr lang="en-IN" sz="2600" b="1" i="1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sSubSup>
                                    <m:sSubSupPr>
                                      <m:ctrlPr>
                                        <a:rPr lang="en-IN" sz="2600" b="1" i="1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IN" sz="2600" b="1" i="0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𝛍</m:t>
                                      </m:r>
                                    </m:e>
                                    <m:sub>
                                      <m:r>
                                        <a:rPr lang="en-IN" sz="2600" b="1" i="0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𝐫</m:t>
                                      </m:r>
                                    </m:sub>
                                    <m:sup>
                                      <m:r>
                                        <a:rPr lang="en-IN" sz="2600" b="1" i="0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′</m:t>
                                      </m:r>
                                    </m:sup>
                                  </m:sSubSup>
                                </m:e>
                              </m:d>
                            </m:oMath>
                          </a14:m>
                          <a:endParaRPr lang="en-IN" sz="26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4505953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IN" sz="2600" b="1" dirty="0">
                              <a:solidFill>
                                <a:schemeClr val="bg1"/>
                              </a:solidFill>
                              <a:effectLst/>
                              <a:latin typeface="+mn-lt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a:t>Zero </a:t>
                          </a:r>
                          <a14:m>
                            <m:oMath xmlns:m="http://schemas.openxmlformats.org/officeDocument/2006/math">
                              <m:d>
                                <m:dPr>
                                  <m:ctrlPr>
                                    <a:rPr lang="en-IN" sz="2600" b="1" i="1" dirty="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600" b="1" i="1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IN" sz="2600" b="1" i="0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𝐯</m:t>
                                      </m:r>
                                    </m:e>
                                    <m:sub>
                                      <m:r>
                                        <a:rPr lang="en-IN" sz="2600" b="1" i="0" dirty="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𝐫</m:t>
                                      </m:r>
                                    </m:sub>
                                  </m:sSub>
                                </m:e>
                              </m:d>
                            </m:oMath>
                          </a14:m>
                          <a:endParaRPr lang="en-IN" sz="2600" b="1" i="0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9665648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" name="Table 4">
                <a:extLst>
                  <a:ext uri="{FF2B5EF4-FFF2-40B4-BE49-F238E27FC236}">
                    <a16:creationId xmlns:a16="http://schemas.microsoft.com/office/drawing/2014/main" id="{10E7C4B4-99A7-4540-95AD-B5647A89F89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600383122"/>
                  </p:ext>
                </p:extLst>
              </p:nvPr>
            </p:nvGraphicFramePr>
            <p:xfrm>
              <a:off x="210310" y="849627"/>
              <a:ext cx="10286240" cy="5376037"/>
            </p:xfrm>
            <a:graphic>
              <a:graphicData uri="http://schemas.openxmlformats.org/drawingml/2006/table">
                <a:tbl>
                  <a:tblPr firstRow="1" firstCol="1" bandRow="1">
                    <a:tableStyleId>{93296810-A885-4BE3-A3E7-6D5BEEA58F35}</a:tableStyleId>
                  </a:tblPr>
                  <a:tblGrid>
                    <a:gridCol w="2420662">
                      <a:extLst>
                        <a:ext uri="{9D8B030D-6E8A-4147-A177-3AD203B41FA5}">
                          <a16:colId xmlns:a16="http://schemas.microsoft.com/office/drawing/2014/main" val="562987677"/>
                        </a:ext>
                      </a:extLst>
                    </a:gridCol>
                    <a:gridCol w="3932789">
                      <a:extLst>
                        <a:ext uri="{9D8B030D-6E8A-4147-A177-3AD203B41FA5}">
                          <a16:colId xmlns:a16="http://schemas.microsoft.com/office/drawing/2014/main" val="2282301273"/>
                        </a:ext>
                      </a:extLst>
                    </a:gridCol>
                    <a:gridCol w="3932789">
                      <a:extLst>
                        <a:ext uri="{9D8B030D-6E8A-4147-A177-3AD203B41FA5}">
                          <a16:colId xmlns:a16="http://schemas.microsoft.com/office/drawing/2014/main" val="3426984011"/>
                        </a:ext>
                      </a:extLst>
                    </a:gridCol>
                  </a:tblGrid>
                  <a:tr h="856435"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6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Moments </a:t>
                          </a:r>
                          <a:r>
                            <a:rPr lang="en-IN" sz="26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about</a:t>
                          </a: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6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Ungrouped Data</a:t>
                          </a: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r>
                            <a:rPr lang="en-US" sz="2600" b="1" dirty="0">
                              <a:solidFill>
                                <a:schemeClr val="bg1"/>
                              </a:solidFill>
                              <a:effectLst/>
                            </a:rPr>
                            <a:t>Grouped Data</a:t>
                          </a: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719706875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04" t="-57895" r="-325945" b="-201619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79122923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04" t="-157258" r="-325945" b="-10080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24505953"/>
                      </a:ext>
                    </a:extLst>
                  </a:tr>
                  <a:tr h="1506534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04" t="-258300" r="-325945" b="-121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spcBef>
                              <a:spcPts val="1200"/>
                            </a:spcBef>
                            <a:tabLst>
                              <a:tab pos="447675" algn="l"/>
                            </a:tabLst>
                          </a:pPr>
                          <a:endParaRPr lang="en-IN" sz="2600" b="1" dirty="0">
                            <a:solidFill>
                              <a:schemeClr val="bg1"/>
                            </a:solidFill>
                            <a:effectLst/>
                            <a:latin typeface="+mn-lt"/>
                            <a:ea typeface="Calibri" panose="020F0502020204030204" pitchFamily="34" charset="0"/>
                            <a:cs typeface="Shruti" panose="020B0502040204020203" pitchFamily="34" charset="0"/>
                          </a:endParaRPr>
                        </a:p>
                      </a:txBody>
                      <a:tcPr marL="73025" marR="73025" marT="0" marB="0" anchor="ctr">
                        <a:lnL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rgbClr val="00206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96656489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464AB7F-6A89-408C-8A2D-5D2851424567}"/>
                  </a:ext>
                </a:extLst>
              </p:cNvPr>
              <p:cNvSpPr txBox="1"/>
              <p:nvPr/>
            </p:nvSpPr>
            <p:spPr>
              <a:xfrm>
                <a:off x="3180622" y="2019682"/>
                <a:ext cx="276757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464AB7F-6A89-408C-8A2D-5D28514245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80622" y="2019682"/>
                <a:ext cx="2767578" cy="9225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34EDE45-F701-4018-A357-B38051645F02}"/>
                  </a:ext>
                </a:extLst>
              </p:cNvPr>
              <p:cNvSpPr txBox="1"/>
              <p:nvPr/>
            </p:nvSpPr>
            <p:spPr>
              <a:xfrm>
                <a:off x="3180622" y="3499545"/>
                <a:ext cx="2767578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34EDE45-F701-4018-A357-B38051645F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80622" y="3499545"/>
                <a:ext cx="2767578" cy="95346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E6C4879F-74E1-44A0-B22C-90D9DA935097}"/>
                  </a:ext>
                </a:extLst>
              </p:cNvPr>
              <p:cNvSpPr txBox="1"/>
              <p:nvPr/>
            </p:nvSpPr>
            <p:spPr>
              <a:xfrm>
                <a:off x="3180622" y="5067422"/>
                <a:ext cx="276757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E6C4879F-74E1-44A0-B22C-90D9DA9350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80622" y="5067422"/>
                <a:ext cx="2767578" cy="9225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3FF6AC1-8FA2-4584-9DC9-533A46A5902C}"/>
                  </a:ext>
                </a:extLst>
              </p:cNvPr>
              <p:cNvSpPr txBox="1"/>
              <p:nvPr/>
            </p:nvSpPr>
            <p:spPr>
              <a:xfrm>
                <a:off x="7143750" y="1982973"/>
                <a:ext cx="2767578" cy="9991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3FF6AC1-8FA2-4584-9DC9-533A46A590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43750" y="1982973"/>
                <a:ext cx="2767578" cy="9991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9A909D0-394E-4A7F-8505-5BFF0F57BDFB}"/>
                  </a:ext>
                </a:extLst>
              </p:cNvPr>
              <p:cNvSpPr txBox="1"/>
              <p:nvPr/>
            </p:nvSpPr>
            <p:spPr>
              <a:xfrm>
                <a:off x="7143750" y="3478289"/>
                <a:ext cx="276757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39A909D0-394E-4A7F-8505-5BFF0F57BD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43750" y="3478289"/>
                <a:ext cx="2767578" cy="99597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D01E21B-7AF5-44B6-B8A1-56BE999CCF54}"/>
                  </a:ext>
                </a:extLst>
              </p:cNvPr>
              <p:cNvSpPr txBox="1"/>
              <p:nvPr/>
            </p:nvSpPr>
            <p:spPr>
              <a:xfrm>
                <a:off x="7143750" y="5030713"/>
                <a:ext cx="276757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 </m:t>
                              </m:r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0D01E21B-7AF5-44B6-B8A1-56BE999CCF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43750" y="5030713"/>
                <a:ext cx="2767578" cy="99597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795321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8" grpId="0"/>
      <p:bldP spid="9" grpId="0"/>
      <p:bldP spid="10" grpId="0"/>
      <p:bldP spid="11" grpId="0"/>
      <p:bldP spid="12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4D248256-BBC3-F6C7-B701-2E1C19E7E23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1213985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5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3000"/>
                  </a:lnSpc>
                  <a:spcBef>
                    <a:spcPts val="1000"/>
                  </a:spcBef>
                </a:pPr>
                <a:r>
                  <a:rPr lang="en-US" dirty="0"/>
                  <a:t>Find the first four moments about assumed mean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US" dirty="0"/>
                  <a:t>, actual mean and zero for the data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b="0" i="0" dirty="0" smtClean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b="0" i="1" dirty="0" smtClean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3</m:t>
                    </m:r>
                    <m:r>
                      <a:rPr lang="en-IN" dirty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 dirty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7</m:t>
                    </m:r>
                    <m:r>
                      <a:rPr lang="en-IN" dirty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 dirty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9</m:t>
                    </m:r>
                    <m:r>
                      <a:rPr lang="en-IN" dirty="0">
                        <a:latin typeface="Cambria Math" panose="02040503050406030204" pitchFamily="18" charset="0"/>
                      </a:rPr>
                      <m:t>,</m:t>
                    </m:r>
                    <m:r>
                      <a:rPr lang="en-IN" i="1" dirty="0">
                        <a:latin typeface="Cambria Math" panose="02040503050406030204" pitchFamily="18" charset="0"/>
                      </a:rPr>
                      <m:t> </m:t>
                    </m:r>
                    <m:r>
                      <a:rPr lang="en-US" i="0" dirty="0" smtClean="0">
                        <a:latin typeface="Cambria Math" panose="02040503050406030204" pitchFamily="18" charset="0"/>
                      </a:rPr>
                      <m:t>10.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4D248256-BBC3-F6C7-B701-2E1C19E7E2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1213985"/>
              </a:xfrm>
              <a:prstGeom prst="rect">
                <a:avLst/>
              </a:prstGeom>
              <a:blipFill>
                <a:blip r:embed="rId2"/>
                <a:stretch>
                  <a:fillRect l="-1074" r="-1074" b="-45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79B986D-46FA-FF04-33C1-1BE98195125D}"/>
              </a:ext>
            </a:extLst>
          </p:cNvPr>
          <p:cNvSpPr txBox="1">
            <a:spLocks/>
          </p:cNvSpPr>
          <p:nvPr/>
        </p:nvSpPr>
        <p:spPr>
          <a:xfrm>
            <a:off x="131176" y="2238462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492AB6B-13E4-4229-AB8D-DE3069FC2D50}"/>
              </a:ext>
            </a:extLst>
          </p:cNvPr>
          <p:cNvSpPr txBox="1"/>
          <p:nvPr/>
        </p:nvSpPr>
        <p:spPr>
          <a:xfrm>
            <a:off x="1594216" y="2238462"/>
            <a:ext cx="9203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Here,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2514600" y="2238462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4600" y="2238462"/>
                <a:ext cx="132588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594216" y="3171362"/>
            <a:ext cx="562856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DE56513-E0E0-4E12-AF72-7F32A19996BB}"/>
                  </a:ext>
                </a:extLst>
              </p:cNvPr>
              <p:cNvSpPr txBox="1"/>
              <p:nvPr/>
            </p:nvSpPr>
            <p:spPr>
              <a:xfrm>
                <a:off x="6388611" y="4158258"/>
                <a:ext cx="3346699" cy="92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DE56513-E0E0-4E12-AF72-7F32A19996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1" y="4158258"/>
                <a:ext cx="3346699" cy="92570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2DD765A7-D578-4609-9301-32766FA9253D}"/>
                  </a:ext>
                </a:extLst>
              </p:cNvPr>
              <p:cNvSpPr txBox="1"/>
              <p:nvPr/>
            </p:nvSpPr>
            <p:spPr>
              <a:xfrm>
                <a:off x="6388613" y="2925957"/>
                <a:ext cx="3578347" cy="92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2DD765A7-D578-4609-9301-32766FA925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3" y="2925957"/>
                <a:ext cx="3578347" cy="92570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02D9006-B225-4EAC-8152-117646EC20C0}"/>
                  </a:ext>
                </a:extLst>
              </p:cNvPr>
              <p:cNvSpPr txBox="1"/>
              <p:nvPr/>
            </p:nvSpPr>
            <p:spPr>
              <a:xfrm>
                <a:off x="6388612" y="5359653"/>
                <a:ext cx="266013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02D9006-B225-4EAC-8152-117646EC20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2" y="5359653"/>
                <a:ext cx="2660138" cy="9225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TextBox 25">
            <a:extLst>
              <a:ext uri="{FF2B5EF4-FFF2-40B4-BE49-F238E27FC236}">
                <a16:creationId xmlns:a16="http://schemas.microsoft.com/office/drawing/2014/main" id="{FEDB0F7F-5B91-4C8D-84E6-7B8032BA3300}"/>
              </a:ext>
            </a:extLst>
          </p:cNvPr>
          <p:cNvSpPr txBox="1"/>
          <p:nvPr/>
        </p:nvSpPr>
        <p:spPr>
          <a:xfrm>
            <a:off x="9503553" y="3141080"/>
            <a:ext cx="132588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Where,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EEDF831-3A79-40B7-8F08-A949CDC6847E}"/>
                  </a:ext>
                </a:extLst>
              </p:cNvPr>
              <p:cNvSpPr txBox="1"/>
              <p:nvPr/>
            </p:nvSpPr>
            <p:spPr>
              <a:xfrm>
                <a:off x="10597784" y="3141080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EEDF831-3A79-40B7-8F08-A949CDC684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7784" y="3141080"/>
                <a:ext cx="132588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TextBox 27">
            <a:extLst>
              <a:ext uri="{FF2B5EF4-FFF2-40B4-BE49-F238E27FC236}">
                <a16:creationId xmlns:a16="http://schemas.microsoft.com/office/drawing/2014/main" id="{13B9B2B5-6919-4285-8F61-3E91705EC449}"/>
              </a:ext>
            </a:extLst>
          </p:cNvPr>
          <p:cNvSpPr txBox="1"/>
          <p:nvPr/>
        </p:nvSpPr>
        <p:spPr>
          <a:xfrm>
            <a:off x="1594216" y="4357928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Mean: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6357CC0-C014-44CC-B108-5441B09ED7AE}"/>
              </a:ext>
            </a:extLst>
          </p:cNvPr>
          <p:cNvSpPr txBox="1"/>
          <p:nvPr/>
        </p:nvSpPr>
        <p:spPr>
          <a:xfrm>
            <a:off x="1594216" y="5559323"/>
            <a:ext cx="32673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Zero:</a:t>
            </a:r>
          </a:p>
        </p:txBody>
      </p:sp>
    </p:spTree>
    <p:extLst>
      <p:ext uri="{BB962C8B-B14F-4D97-AF65-F5344CB8AC3E}">
        <p14:creationId xmlns:p14="http://schemas.microsoft.com/office/powerpoint/2010/main" val="4020681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  <p:bldP spid="9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29007" y="1363820"/>
              <a:ext cx="2385786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85786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a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7268192"/>
                  </p:ext>
                </p:extLst>
              </p:nvPr>
            </p:nvGraphicFramePr>
            <p:xfrm>
              <a:off x="829007" y="1363820"/>
              <a:ext cx="2385786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85786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54" t="-1124" r="-763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15587" y="1363821"/>
              <a:ext cx="270133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0133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801995987"/>
                  </p:ext>
                </p:extLst>
              </p:nvPr>
            </p:nvGraphicFramePr>
            <p:xfrm>
              <a:off x="3215587" y="1363821"/>
              <a:ext cx="270133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0133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50" t="-1124" r="-676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37160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865395558"/>
                  </p:ext>
                </p:extLst>
              </p:nvPr>
            </p:nvGraphicFramePr>
            <p:xfrm>
              <a:off x="137160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754" t="-1124" r="-2632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918506" y="1363820"/>
              <a:ext cx="281909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819094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8715655"/>
                  </p:ext>
                </p:extLst>
              </p:nvPr>
            </p:nvGraphicFramePr>
            <p:xfrm>
              <a:off x="5918506" y="1363820"/>
              <a:ext cx="281909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819094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216" t="-1124" r="-647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737599" y="1363821"/>
              <a:ext cx="304292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304292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37719472"/>
                  </p:ext>
                </p:extLst>
              </p:nvPr>
            </p:nvGraphicFramePr>
            <p:xfrm>
              <a:off x="8737599" y="1363821"/>
              <a:ext cx="304292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304292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400" t="-1124" r="-600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/>
              <p:nvPr/>
            </p:nvSpPr>
            <p:spPr>
              <a:xfrm>
                <a:off x="81046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1919835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/>
              <p:nvPr/>
            </p:nvSpPr>
            <p:spPr>
              <a:xfrm>
                <a:off x="81046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2444832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/>
              <p:nvPr/>
            </p:nvSpPr>
            <p:spPr>
              <a:xfrm>
                <a:off x="81046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2969829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/>
              <p:nvPr/>
            </p:nvSpPr>
            <p:spPr>
              <a:xfrm>
                <a:off x="81046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3494826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/>
              <p:nvPr/>
            </p:nvSpPr>
            <p:spPr>
              <a:xfrm>
                <a:off x="81046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4004293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/>
              <p:nvPr/>
            </p:nvSpPr>
            <p:spPr>
              <a:xfrm>
                <a:off x="6096000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787401"/>
                <a:ext cx="132588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/>
              <p:nvPr/>
            </p:nvSpPr>
            <p:spPr>
              <a:xfrm>
                <a:off x="1465616" y="192161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1921612"/>
                <a:ext cx="1080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/>
              <p:nvPr/>
            </p:nvSpPr>
            <p:spPr>
              <a:xfrm>
                <a:off x="1465616" y="244511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2445111"/>
                <a:ext cx="1080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/>
              <p:nvPr/>
            </p:nvSpPr>
            <p:spPr>
              <a:xfrm>
                <a:off x="1465616" y="296861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2968610"/>
                <a:ext cx="108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/>
              <p:nvPr/>
            </p:nvSpPr>
            <p:spPr>
              <a:xfrm>
                <a:off x="1465616" y="349210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3492109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/>
              <p:nvPr/>
            </p:nvSpPr>
            <p:spPr>
              <a:xfrm>
                <a:off x="1465616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4003683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/>
              <p:nvPr/>
            </p:nvSpPr>
            <p:spPr>
              <a:xfrm>
                <a:off x="4017209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1922657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/>
              <p:nvPr/>
            </p:nvSpPr>
            <p:spPr>
              <a:xfrm>
                <a:off x="4017209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2442990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/>
              <p:nvPr/>
            </p:nvSpPr>
            <p:spPr>
              <a:xfrm>
                <a:off x="4017209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2963323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/>
              <p:nvPr/>
            </p:nvSpPr>
            <p:spPr>
              <a:xfrm>
                <a:off x="4017209" y="348365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3483656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/>
              <p:nvPr/>
            </p:nvSpPr>
            <p:spPr>
              <a:xfrm>
                <a:off x="4017209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4003683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/>
              <p:nvPr/>
            </p:nvSpPr>
            <p:spPr>
              <a:xfrm>
                <a:off x="6820940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1919835"/>
                <a:ext cx="108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/>
              <p:nvPr/>
            </p:nvSpPr>
            <p:spPr>
              <a:xfrm>
                <a:off x="6820940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2440797"/>
                <a:ext cx="108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/>
              <p:nvPr/>
            </p:nvSpPr>
            <p:spPr>
              <a:xfrm>
                <a:off x="6820940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2961759"/>
                <a:ext cx="108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/>
              <p:nvPr/>
            </p:nvSpPr>
            <p:spPr>
              <a:xfrm>
                <a:off x="6820940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3482721"/>
                <a:ext cx="1080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/>
              <p:nvPr/>
            </p:nvSpPr>
            <p:spPr>
              <a:xfrm>
                <a:off x="6820940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4003683"/>
                <a:ext cx="108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/>
              <p:nvPr/>
            </p:nvSpPr>
            <p:spPr>
              <a:xfrm>
                <a:off x="9719060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1919842"/>
                <a:ext cx="10800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/>
              <p:nvPr/>
            </p:nvSpPr>
            <p:spPr>
              <a:xfrm>
                <a:off x="9719060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2443714"/>
                <a:ext cx="10800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/>
              <p:nvPr/>
            </p:nvSpPr>
            <p:spPr>
              <a:xfrm>
                <a:off x="9719060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2967586"/>
                <a:ext cx="10800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/>
              <p:nvPr/>
            </p:nvSpPr>
            <p:spPr>
              <a:xfrm>
                <a:off x="9719060" y="349145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3491458"/>
                <a:ext cx="10800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/>
              <p:nvPr/>
            </p:nvSpPr>
            <p:spPr>
              <a:xfrm>
                <a:off x="9719060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4015329"/>
                <a:ext cx="1080000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796342" y="447193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6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6342" y="4471931"/>
                <a:ext cx="3040275" cy="1061253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216285" y="447193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6285" y="4471931"/>
                <a:ext cx="2968618" cy="1061253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5898132" y="447193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8132" y="4471931"/>
                <a:ext cx="3325082" cy="1061253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8737598" y="4471931"/>
                <a:ext cx="3680059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=11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37598" y="4471931"/>
                <a:ext cx="3680059" cy="1061253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76300" y="5540367"/>
                <a:ext cx="3075940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00" y="5540367"/>
                <a:ext cx="3075940" cy="953466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4806933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Wor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/>
              <p:nvPr/>
            </p:nvSpPr>
            <p:spPr>
              <a:xfrm>
                <a:off x="6096000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787401"/>
                <a:ext cx="132588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6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=125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144000" y="1486821"/>
                <a:ext cx="3680059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=11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1486821"/>
                <a:ext cx="3680059" cy="106125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24969" y="2902126"/>
                <a:ext cx="2910840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2902126"/>
                <a:ext cx="2910840" cy="953466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124969" y="4159928"/>
                <a:ext cx="16408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5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4159928"/>
                <a:ext cx="1640840" cy="907749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124969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5371179"/>
                <a:ext cx="148209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012970" y="2901806"/>
                <a:ext cx="307594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2901806"/>
                <a:ext cx="3075940" cy="954107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012970" y="4158517"/>
                <a:ext cx="1845256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65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4158517"/>
                <a:ext cx="1845256" cy="91057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012970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5371179"/>
                <a:ext cx="148209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060335" y="2901806"/>
                <a:ext cx="307594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2901806"/>
                <a:ext cx="3075940" cy="954107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060335" y="4159671"/>
                <a:ext cx="1982416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125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4159671"/>
                <a:ext cx="1982416" cy="90774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060335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25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5371179"/>
                <a:ext cx="148209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144000" y="2902703"/>
                <a:ext cx="3075940" cy="9523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2902703"/>
                <a:ext cx="3075940" cy="952312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144000" y="4159222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1169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4159222"/>
                <a:ext cx="2352040" cy="907749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144000" y="5371179"/>
                <a:ext cx="1905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233.8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5371179"/>
                <a:ext cx="1905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5967074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2861017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000560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003AC1AC-5D0F-411A-875A-39FC5FDB905D}"/>
              </a:ext>
            </a:extLst>
          </p:cNvPr>
          <p:cNvSpPr txBox="1"/>
          <p:nvPr/>
        </p:nvSpPr>
        <p:spPr>
          <a:xfrm>
            <a:off x="-3434984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1" name="Table 50">
                <a:extLst>
                  <a:ext uri="{FF2B5EF4-FFF2-40B4-BE49-F238E27FC236}">
                    <a16:creationId xmlns:a16="http://schemas.microsoft.com/office/drawing/2014/main" id="{FE9A6A28-0695-48FD-AB61-AC3E20481BEB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3313673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1" name="Table 50">
                <a:extLst>
                  <a:ext uri="{FF2B5EF4-FFF2-40B4-BE49-F238E27FC236}">
                    <a16:creationId xmlns:a16="http://schemas.microsoft.com/office/drawing/2014/main" id="{FE9A6A28-0695-48FD-AB61-AC3E20481BEB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64927084"/>
                  </p:ext>
                </p:extLst>
              </p:nvPr>
            </p:nvGraphicFramePr>
            <p:xfrm>
              <a:off x="-3313673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0"/>
                          <a:stretch>
                            <a:fillRect l="-1754" t="-1124" r="-2632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6098EB3C-E83B-4FCB-82D3-9F433D847485}"/>
                  </a:ext>
                </a:extLst>
              </p:cNvPr>
              <p:cNvSpPr/>
              <p:nvPr/>
            </p:nvSpPr>
            <p:spPr>
              <a:xfrm>
                <a:off x="-3369787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6098EB3C-E83B-4FCB-82D3-9F433D8474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1919835"/>
                <a:ext cx="79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F2C207FD-7E86-4196-B5E0-CA8EA0A2ACF7}"/>
                  </a:ext>
                </a:extLst>
              </p:cNvPr>
              <p:cNvSpPr/>
              <p:nvPr/>
            </p:nvSpPr>
            <p:spPr>
              <a:xfrm>
                <a:off x="-3369787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F2C207FD-7E86-4196-B5E0-CA8EA0A2ACF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2444832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A7D7B542-72C4-4738-BE0C-B736D178F647}"/>
                  </a:ext>
                </a:extLst>
              </p:cNvPr>
              <p:cNvSpPr/>
              <p:nvPr/>
            </p:nvSpPr>
            <p:spPr>
              <a:xfrm>
                <a:off x="-3369787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A7D7B542-72C4-4738-BE0C-B736D178F6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2969829"/>
                <a:ext cx="792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36A7D5EB-9505-49BD-9C4A-0DF05D572C57}"/>
                  </a:ext>
                </a:extLst>
              </p:cNvPr>
              <p:cNvSpPr/>
              <p:nvPr/>
            </p:nvSpPr>
            <p:spPr>
              <a:xfrm>
                <a:off x="-3369787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36A7D5EB-9505-49BD-9C4A-0DF05D572C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3494826"/>
                <a:ext cx="792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7BDF158-D8FC-4D58-8E53-7684AF9E532B}"/>
                  </a:ext>
                </a:extLst>
              </p:cNvPr>
              <p:cNvSpPr/>
              <p:nvPr/>
            </p:nvSpPr>
            <p:spPr>
              <a:xfrm>
                <a:off x="-3369787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7BDF158-D8FC-4D58-8E53-7684AF9E53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4004293"/>
                <a:ext cx="792000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/>
              <p:nvPr/>
            </p:nvSpPr>
            <p:spPr>
              <a:xfrm>
                <a:off x="138853" y="7176902"/>
                <a:ext cx="3075940" cy="9346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853" y="7176902"/>
                <a:ext cx="3075940" cy="934615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09A957A-AC4C-4C59-97CF-4E9C0D9B756A}"/>
                  </a:ext>
                </a:extLst>
              </p:cNvPr>
              <p:cNvSpPr txBox="1"/>
              <p:nvPr/>
            </p:nvSpPr>
            <p:spPr>
              <a:xfrm>
                <a:off x="176300" y="7158051"/>
                <a:ext cx="3075940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09A957A-AC4C-4C59-97CF-4E9C0D9B75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00" y="7158051"/>
                <a:ext cx="3075940" cy="953466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4303458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29007" y="1363820"/>
              <a:ext cx="2385786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85786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bar>
                                  <m:barPr>
                                    <m:pos m:val="top"/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bar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</m:ba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82562237"/>
                  </p:ext>
                </p:extLst>
              </p:nvPr>
            </p:nvGraphicFramePr>
            <p:xfrm>
              <a:off x="829007" y="1363820"/>
              <a:ext cx="2385786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85786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254" t="-1124" r="-763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15587" y="1363821"/>
              <a:ext cx="270133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0133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b="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b="0" i="0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02578537"/>
                  </p:ext>
                </p:extLst>
              </p:nvPr>
            </p:nvGraphicFramePr>
            <p:xfrm>
              <a:off x="3215587" y="1363821"/>
              <a:ext cx="270133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70133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50" t="-1124" r="-676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37160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37160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754" t="-1124" r="-2632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918506" y="1363820"/>
              <a:ext cx="281909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819094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b="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b="0" i="0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79760807"/>
                  </p:ext>
                </p:extLst>
              </p:nvPr>
            </p:nvGraphicFramePr>
            <p:xfrm>
              <a:off x="5918506" y="1363820"/>
              <a:ext cx="281909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819094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216" t="-1124" r="-647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737599" y="1363821"/>
              <a:ext cx="304292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304292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b="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b="0" i="0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12306199"/>
                  </p:ext>
                </p:extLst>
              </p:nvPr>
            </p:nvGraphicFramePr>
            <p:xfrm>
              <a:off x="8737599" y="1363821"/>
              <a:ext cx="3042921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304292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400" t="-1124" r="-600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/>
              <p:nvPr/>
            </p:nvSpPr>
            <p:spPr>
              <a:xfrm>
                <a:off x="81046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1919835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/>
              <p:nvPr/>
            </p:nvSpPr>
            <p:spPr>
              <a:xfrm>
                <a:off x="81046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2444832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/>
              <p:nvPr/>
            </p:nvSpPr>
            <p:spPr>
              <a:xfrm>
                <a:off x="81046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2969829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/>
              <p:nvPr/>
            </p:nvSpPr>
            <p:spPr>
              <a:xfrm>
                <a:off x="81046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3494826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/>
              <p:nvPr/>
            </p:nvSpPr>
            <p:spPr>
              <a:xfrm>
                <a:off x="81046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46" y="4004293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/>
              <p:nvPr/>
            </p:nvSpPr>
            <p:spPr>
              <a:xfrm>
                <a:off x="3656333" y="5755488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56333" y="5755488"/>
                <a:ext cx="401439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/>
              <p:nvPr/>
            </p:nvSpPr>
            <p:spPr>
              <a:xfrm>
                <a:off x="1465616" y="192161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1921612"/>
                <a:ext cx="1080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/>
              <p:nvPr/>
            </p:nvSpPr>
            <p:spPr>
              <a:xfrm>
                <a:off x="1465616" y="244511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2445111"/>
                <a:ext cx="1080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/>
              <p:nvPr/>
            </p:nvSpPr>
            <p:spPr>
              <a:xfrm>
                <a:off x="1465616" y="296861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2968610"/>
                <a:ext cx="108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/>
              <p:nvPr/>
            </p:nvSpPr>
            <p:spPr>
              <a:xfrm>
                <a:off x="1465616" y="349210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3492109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/>
              <p:nvPr/>
            </p:nvSpPr>
            <p:spPr>
              <a:xfrm>
                <a:off x="1465616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5616" y="4003683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/>
              <p:nvPr/>
            </p:nvSpPr>
            <p:spPr>
              <a:xfrm>
                <a:off x="4017209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1922657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/>
              <p:nvPr/>
            </p:nvSpPr>
            <p:spPr>
              <a:xfrm>
                <a:off x="4017209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2442990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/>
              <p:nvPr/>
            </p:nvSpPr>
            <p:spPr>
              <a:xfrm>
                <a:off x="4017209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2963323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/>
              <p:nvPr/>
            </p:nvSpPr>
            <p:spPr>
              <a:xfrm>
                <a:off x="4017209" y="348365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3483656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/>
              <p:nvPr/>
            </p:nvSpPr>
            <p:spPr>
              <a:xfrm>
                <a:off x="4017209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4003683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/>
              <p:nvPr/>
            </p:nvSpPr>
            <p:spPr>
              <a:xfrm>
                <a:off x="6820940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1919835"/>
                <a:ext cx="108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/>
              <p:nvPr/>
            </p:nvSpPr>
            <p:spPr>
              <a:xfrm>
                <a:off x="6820940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2440797"/>
                <a:ext cx="108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/>
              <p:nvPr/>
            </p:nvSpPr>
            <p:spPr>
              <a:xfrm>
                <a:off x="6820940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2961759"/>
                <a:ext cx="108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/>
              <p:nvPr/>
            </p:nvSpPr>
            <p:spPr>
              <a:xfrm>
                <a:off x="6820940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3482721"/>
                <a:ext cx="1080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/>
              <p:nvPr/>
            </p:nvSpPr>
            <p:spPr>
              <a:xfrm>
                <a:off x="6820940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940" y="4003683"/>
                <a:ext cx="108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/>
              <p:nvPr/>
            </p:nvSpPr>
            <p:spPr>
              <a:xfrm>
                <a:off x="9719060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1919842"/>
                <a:ext cx="10800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/>
              <p:nvPr/>
            </p:nvSpPr>
            <p:spPr>
              <a:xfrm>
                <a:off x="9719060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2443714"/>
                <a:ext cx="10800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/>
              <p:nvPr/>
            </p:nvSpPr>
            <p:spPr>
              <a:xfrm>
                <a:off x="9719060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2967586"/>
                <a:ext cx="10800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/>
              <p:nvPr/>
            </p:nvSpPr>
            <p:spPr>
              <a:xfrm>
                <a:off x="9719060" y="349145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3491458"/>
                <a:ext cx="10800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/>
              <p:nvPr/>
            </p:nvSpPr>
            <p:spPr>
              <a:xfrm>
                <a:off x="9719060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9060" y="4015329"/>
                <a:ext cx="1080000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796342" y="447193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6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6342" y="4471931"/>
                <a:ext cx="3040275" cy="1061253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216285" y="447193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</m:t>
                      </m:r>
                      <m:r>
                        <a:rPr lang="en-IN" sz="26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6285" y="4471931"/>
                <a:ext cx="2968618" cy="1061253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5898132" y="447193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−60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8132" y="4471931"/>
                <a:ext cx="3325082" cy="1061253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8737598" y="4471931"/>
                <a:ext cx="3680059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1044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37598" y="4471931"/>
                <a:ext cx="3680059" cy="1061253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38853" y="5540367"/>
                <a:ext cx="3075940" cy="9346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853" y="5540367"/>
                <a:ext cx="3075940" cy="934615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EF79C06-83F5-457F-A5A5-B32B78F1FA38}"/>
                  </a:ext>
                </a:extLst>
              </p:cNvPr>
              <p:cNvSpPr txBox="1"/>
              <p:nvPr/>
            </p:nvSpPr>
            <p:spPr>
              <a:xfrm>
                <a:off x="5097209" y="5555820"/>
                <a:ext cx="157098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30 </m:t>
                          </m:r>
                        </m:num>
                        <m:den>
                          <m: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den>
                      </m:f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0EF79C06-83F5-457F-A5A5-B32B78F1FA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7209" y="5555820"/>
                <a:ext cx="1570988" cy="92256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5D9CBC16-2EB9-4A85-9F34-DB302EFF177A}"/>
                  </a:ext>
                </a:extLst>
              </p:cNvPr>
              <p:cNvSpPr txBox="1"/>
              <p:nvPr/>
            </p:nvSpPr>
            <p:spPr>
              <a:xfrm>
                <a:off x="6136646" y="5755488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5D9CBC16-2EB9-4A85-9F34-DB302EFF17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36646" y="5755488"/>
                <a:ext cx="1570988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D8077D4E-2D18-4FA6-A612-5D7E6EBCDA3A}"/>
                  </a:ext>
                </a:extLst>
              </p:cNvPr>
              <p:cNvSpPr txBox="1"/>
              <p:nvPr/>
            </p:nvSpPr>
            <p:spPr>
              <a:xfrm>
                <a:off x="4017209" y="5555820"/>
                <a:ext cx="157098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D8077D4E-2D18-4FA6-A612-5D7E6EBCDA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5555820"/>
                <a:ext cx="1570988" cy="92256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9144974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42" grpId="0"/>
      <p:bldP spid="43" grpId="0"/>
      <p:bldP spid="44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</m:t>
                      </m:r>
                      <m:r>
                        <a:rPr lang="en-IN" sz="26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−60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144000" y="1486821"/>
                <a:ext cx="3680059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1044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1486821"/>
                <a:ext cx="3680059" cy="106125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24969" y="2902126"/>
                <a:ext cx="2910840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2902126"/>
                <a:ext cx="2910840" cy="95346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124969" y="4159928"/>
                <a:ext cx="16408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0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4159928"/>
                <a:ext cx="1640840" cy="907749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124969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5371179"/>
                <a:ext cx="148209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012970" y="2901806"/>
                <a:ext cx="307594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2901806"/>
                <a:ext cx="3075940" cy="954107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012970" y="4158517"/>
                <a:ext cx="1845256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60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4158517"/>
                <a:ext cx="1845256" cy="91057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012970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5371179"/>
                <a:ext cx="148209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060335" y="2901806"/>
                <a:ext cx="307594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2901806"/>
                <a:ext cx="3075940" cy="95410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060335" y="4159671"/>
                <a:ext cx="198241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−60 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4159671"/>
                <a:ext cx="1982416" cy="901785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060334" y="5371179"/>
                <a:ext cx="18035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−12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4" y="5371179"/>
                <a:ext cx="180350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144000" y="2902703"/>
                <a:ext cx="3075940" cy="9523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2902703"/>
                <a:ext cx="3075940" cy="95231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144000" y="4159222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1044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4159222"/>
                <a:ext cx="2352040" cy="907749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144000" y="5371179"/>
                <a:ext cx="190500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208.8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5371179"/>
                <a:ext cx="1905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5967074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2861017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000560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003AC1AC-5D0F-411A-875A-39FC5FDB905D}"/>
              </a:ext>
            </a:extLst>
          </p:cNvPr>
          <p:cNvSpPr txBox="1"/>
          <p:nvPr/>
        </p:nvSpPr>
        <p:spPr>
          <a:xfrm>
            <a:off x="-3434984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1" name="Table 50">
                <a:extLst>
                  <a:ext uri="{FF2B5EF4-FFF2-40B4-BE49-F238E27FC236}">
                    <a16:creationId xmlns:a16="http://schemas.microsoft.com/office/drawing/2014/main" id="{FE9A6A28-0695-48FD-AB61-AC3E20481BEB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3313673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1" name="Table 50">
                <a:extLst>
                  <a:ext uri="{FF2B5EF4-FFF2-40B4-BE49-F238E27FC236}">
                    <a16:creationId xmlns:a16="http://schemas.microsoft.com/office/drawing/2014/main" id="{FE9A6A28-0695-48FD-AB61-AC3E20481BEB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3313673" y="1363821"/>
              <a:ext cx="690154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9"/>
                          <a:stretch>
                            <a:fillRect l="-1754" t="-1124" r="-2632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6098EB3C-E83B-4FCB-82D3-9F433D847485}"/>
                  </a:ext>
                </a:extLst>
              </p:cNvPr>
              <p:cNvSpPr/>
              <p:nvPr/>
            </p:nvSpPr>
            <p:spPr>
              <a:xfrm>
                <a:off x="-3369787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6098EB3C-E83B-4FCB-82D3-9F433D8474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1919835"/>
                <a:ext cx="79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F2C207FD-7E86-4196-B5E0-CA8EA0A2ACF7}"/>
                  </a:ext>
                </a:extLst>
              </p:cNvPr>
              <p:cNvSpPr/>
              <p:nvPr/>
            </p:nvSpPr>
            <p:spPr>
              <a:xfrm>
                <a:off x="-3369787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F2C207FD-7E86-4196-B5E0-CA8EA0A2ACF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2444832"/>
                <a:ext cx="79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A7D7B542-72C4-4738-BE0C-B736D178F647}"/>
                  </a:ext>
                </a:extLst>
              </p:cNvPr>
              <p:cNvSpPr/>
              <p:nvPr/>
            </p:nvSpPr>
            <p:spPr>
              <a:xfrm>
                <a:off x="-3369787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A7D7B542-72C4-4738-BE0C-B736D178F6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2969829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36A7D5EB-9505-49BD-9C4A-0DF05D572C57}"/>
                  </a:ext>
                </a:extLst>
              </p:cNvPr>
              <p:cNvSpPr/>
              <p:nvPr/>
            </p:nvSpPr>
            <p:spPr>
              <a:xfrm>
                <a:off x="-3369787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36A7D5EB-9505-49BD-9C4A-0DF05D572C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3494826"/>
                <a:ext cx="792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7BDF158-D8FC-4D58-8E53-7684AF9E532B}"/>
                  </a:ext>
                </a:extLst>
              </p:cNvPr>
              <p:cNvSpPr/>
              <p:nvPr/>
            </p:nvSpPr>
            <p:spPr>
              <a:xfrm>
                <a:off x="-3369787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7BDF158-D8FC-4D58-8E53-7684AF9E53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369787" y="4004293"/>
                <a:ext cx="792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/>
              <p:nvPr/>
            </p:nvSpPr>
            <p:spPr>
              <a:xfrm>
                <a:off x="137160" y="7005452"/>
                <a:ext cx="3075940" cy="9346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160" y="7005452"/>
                <a:ext cx="3075940" cy="934615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7E85437-3AD9-4B65-9D10-1FB0052BCB81}"/>
                  </a:ext>
                </a:extLst>
              </p:cNvPr>
              <p:cNvSpPr txBox="1"/>
              <p:nvPr/>
            </p:nvSpPr>
            <p:spPr>
              <a:xfrm>
                <a:off x="6108192" y="782453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7E85437-3AD9-4B65-9D10-1FB0052BCB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08192" y="782453"/>
                <a:ext cx="401439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3950FC2-0501-4894-96B4-50CAD3C22CD8}"/>
                  </a:ext>
                </a:extLst>
              </p:cNvPr>
              <p:cNvSpPr txBox="1"/>
              <p:nvPr/>
            </p:nvSpPr>
            <p:spPr>
              <a:xfrm>
                <a:off x="6521822" y="782453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3950FC2-0501-4894-96B4-50CAD3C22C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21822" y="782453"/>
                <a:ext cx="1570988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/>
              <p:nvPr/>
            </p:nvSpPr>
            <p:spPr>
              <a:xfrm>
                <a:off x="137160" y="7017507"/>
                <a:ext cx="266013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160" y="7017507"/>
                <a:ext cx="2660138" cy="92256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5335381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905000" y="1363821"/>
              <a:ext cx="2121453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121453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644901047"/>
                  </p:ext>
                </p:extLst>
              </p:nvPr>
            </p:nvGraphicFramePr>
            <p:xfrm>
              <a:off x="1905000" y="1363821"/>
              <a:ext cx="2121453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121453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73" t="-1124" r="-860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37160" y="1363821"/>
              <a:ext cx="1767840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76784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42184861"/>
                  </p:ext>
                </p:extLst>
              </p:nvPr>
            </p:nvGraphicFramePr>
            <p:xfrm>
              <a:off x="137160" y="1363821"/>
              <a:ext cx="1767840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767840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87" t="-1124" r="-1031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26454" y="1363820"/>
              <a:ext cx="2339950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995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22543665"/>
                  </p:ext>
                </p:extLst>
              </p:nvPr>
            </p:nvGraphicFramePr>
            <p:xfrm>
              <a:off x="4026454" y="1363820"/>
              <a:ext cx="2339950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995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519" t="-1124" r="-779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366405" y="1363821"/>
              <a:ext cx="2366032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66032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sSub>
                                      <m:sSub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92199349"/>
                  </p:ext>
                </p:extLst>
              </p:nvPr>
            </p:nvGraphicFramePr>
            <p:xfrm>
              <a:off x="6366405" y="1363821"/>
              <a:ext cx="2366032" cy="4000659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66032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514" t="-1124" r="-771" b="-64269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837892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/>
              <p:nvPr/>
            </p:nvSpPr>
            <p:spPr>
              <a:xfrm>
                <a:off x="629498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498" y="1919835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/>
              <p:nvPr/>
            </p:nvSpPr>
            <p:spPr>
              <a:xfrm>
                <a:off x="629498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498" y="2444832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/>
              <p:nvPr/>
            </p:nvSpPr>
            <p:spPr>
              <a:xfrm>
                <a:off x="629498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498" y="2969829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/>
              <p:nvPr/>
            </p:nvSpPr>
            <p:spPr>
              <a:xfrm>
                <a:off x="629498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498" y="3494826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/>
              <p:nvPr/>
            </p:nvSpPr>
            <p:spPr>
              <a:xfrm>
                <a:off x="629498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498" y="4004293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/>
              <p:nvPr/>
            </p:nvSpPr>
            <p:spPr>
              <a:xfrm>
                <a:off x="2370724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0724" y="1922657"/>
                <a:ext cx="1080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/>
              <p:nvPr/>
            </p:nvSpPr>
            <p:spPr>
              <a:xfrm>
                <a:off x="2370724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0724" y="2442990"/>
                <a:ext cx="1080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/>
              <p:nvPr/>
            </p:nvSpPr>
            <p:spPr>
              <a:xfrm>
                <a:off x="2370724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0724" y="2963323"/>
                <a:ext cx="1080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/>
              <p:nvPr/>
            </p:nvSpPr>
            <p:spPr>
              <a:xfrm>
                <a:off x="2370724" y="348365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0724" y="3483656"/>
                <a:ext cx="10800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/>
              <p:nvPr/>
            </p:nvSpPr>
            <p:spPr>
              <a:xfrm>
                <a:off x="2370724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70724" y="4003683"/>
                <a:ext cx="108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/>
              <p:nvPr/>
            </p:nvSpPr>
            <p:spPr>
              <a:xfrm>
                <a:off x="4651015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1015" y="1919835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/>
              <p:nvPr/>
            </p:nvSpPr>
            <p:spPr>
              <a:xfrm>
                <a:off x="4651015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1015" y="2440797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/>
              <p:nvPr/>
            </p:nvSpPr>
            <p:spPr>
              <a:xfrm>
                <a:off x="4651015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1015" y="2961759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/>
              <p:nvPr/>
            </p:nvSpPr>
            <p:spPr>
              <a:xfrm>
                <a:off x="4651015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1015" y="3482721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/>
              <p:nvPr/>
            </p:nvSpPr>
            <p:spPr>
              <a:xfrm>
                <a:off x="4651015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1015" y="4003683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/>
              <p:nvPr/>
            </p:nvSpPr>
            <p:spPr>
              <a:xfrm>
                <a:off x="7009253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9253" y="1919842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/>
              <p:nvPr/>
            </p:nvSpPr>
            <p:spPr>
              <a:xfrm>
                <a:off x="7009253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9253" y="2443714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/>
              <p:nvPr/>
            </p:nvSpPr>
            <p:spPr>
              <a:xfrm>
                <a:off x="7009253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2401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9253" y="2967586"/>
                <a:ext cx="108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/>
              <p:nvPr/>
            </p:nvSpPr>
            <p:spPr>
              <a:xfrm>
                <a:off x="7009253" y="34914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6561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9253" y="3491457"/>
                <a:ext cx="108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/>
              <p:nvPr/>
            </p:nvSpPr>
            <p:spPr>
              <a:xfrm>
                <a:off x="7009253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09253" y="4015329"/>
                <a:ext cx="108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73724" y="447193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724" y="4471931"/>
                <a:ext cx="3040275" cy="1061253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1905698" y="447193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698" y="4471931"/>
                <a:ext cx="2968618" cy="1061253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4061911" y="4471931"/>
                <a:ext cx="236603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2100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61911" y="4471931"/>
                <a:ext cx="2366032" cy="1061253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6366404" y="4471931"/>
                <a:ext cx="2568895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044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6404" y="4471931"/>
                <a:ext cx="2568895" cy="1061253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38853" y="5540367"/>
                <a:ext cx="3075940" cy="9346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853" y="5540367"/>
                <a:ext cx="3075940" cy="934615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</p:spTree>
    <p:extLst>
      <p:ext uri="{BB962C8B-B14F-4D97-AF65-F5344CB8AC3E}">
        <p14:creationId xmlns:p14="http://schemas.microsoft.com/office/powerpoint/2010/main" val="356640169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GB" dirty="0"/>
              <a:t>Method 4 ⇝ Example 1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7E70D57-6443-4603-8C91-51D6C5758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325880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2100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144001" y="1486821"/>
                <a:ext cx="318164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19044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1" y="1486821"/>
                <a:ext cx="3181642" cy="106125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24969" y="2902126"/>
                <a:ext cx="2910840" cy="9534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2902126"/>
                <a:ext cx="2910840" cy="953466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124969" y="4159928"/>
                <a:ext cx="16408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30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4159928"/>
                <a:ext cx="1640840" cy="907749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124969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6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5371179"/>
                <a:ext cx="148209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012970" y="2901806"/>
                <a:ext cx="307594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2901806"/>
                <a:ext cx="3075940" cy="954107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012970" y="4158517"/>
                <a:ext cx="1845256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240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4158517"/>
                <a:ext cx="1845256" cy="91057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012970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8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5371179"/>
                <a:ext cx="148209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060335" y="2901806"/>
                <a:ext cx="3075940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2901806"/>
                <a:ext cx="3075940" cy="954107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060335" y="4159671"/>
                <a:ext cx="198241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2100 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4159671"/>
                <a:ext cx="1982416" cy="901785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060334" y="5371179"/>
                <a:ext cx="18035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420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4" y="5371179"/>
                <a:ext cx="180350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144000" y="2902703"/>
                <a:ext cx="3075940" cy="9523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2902703"/>
                <a:ext cx="3075940" cy="95231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144000" y="4159222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19044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4159222"/>
                <a:ext cx="2352040" cy="907749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143999" y="5371179"/>
                <a:ext cx="23520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3808.8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9" y="5371179"/>
                <a:ext cx="235203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5967074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2861017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000560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/>
              <p:nvPr/>
            </p:nvSpPr>
            <p:spPr>
              <a:xfrm>
                <a:off x="137160" y="7017507"/>
                <a:ext cx="266013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160" y="7017507"/>
                <a:ext cx="2660138" cy="92256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961018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C00424-78DE-6010-6155-97F65CCEB3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0429B4CA-93D2-E6ED-8F41-F9BE2005E5E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2264249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spcAft>
                    <a:spcPts val="300"/>
                  </a:spcAft>
                </a:pPr>
                <a:r>
                  <a:rPr lang="en-US" dirty="0"/>
                  <a:t>Calculate the four moments about assumed mean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5</m:t>
                    </m:r>
                  </m:oMath>
                </a14:m>
                <a:r>
                  <a:rPr lang="en-US" dirty="0"/>
                  <a:t>, actual mean and zero for following distribution </a:t>
                </a:r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0429B4CA-93D2-E6ED-8F41-F9BE2005E5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264249"/>
              </a:xfrm>
              <a:prstGeom prst="rect">
                <a:avLst/>
              </a:prstGeom>
              <a:blipFill>
                <a:blip r:embed="rId3"/>
                <a:stretch>
                  <a:fillRect l="-1074" t="-2419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57CB6442-D442-0E0D-8479-CBCB86B5F0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DCA42E5D-759D-DEC2-EF7C-9D5D702A1B1F}"/>
              </a:ext>
            </a:extLst>
          </p:cNvPr>
          <p:cNvSpPr txBox="1">
            <a:spLocks/>
          </p:cNvSpPr>
          <p:nvPr/>
        </p:nvSpPr>
        <p:spPr>
          <a:xfrm>
            <a:off x="131176" y="3288726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D8ECCA91-B53C-1113-3FF8-3B5915EDF1DB}"/>
              </a:ext>
            </a:extLst>
          </p:cNvPr>
          <p:cNvGraphicFramePr>
            <a:graphicFrameLocks noGrp="1"/>
          </p:cNvGraphicFramePr>
          <p:nvPr/>
        </p:nvGraphicFramePr>
        <p:xfrm>
          <a:off x="251065" y="1865788"/>
          <a:ext cx="11151720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58620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858620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858620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858620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858620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  <a:gridCol w="1858620">
                  <a:extLst>
                    <a:ext uri="{9D8B030D-6E8A-4147-A177-3AD203B41FA5}">
                      <a16:colId xmlns:a16="http://schemas.microsoft.com/office/drawing/2014/main" val="1817951335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x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916B871F-8CB5-44FB-8288-86B7959216EE}"/>
              </a:ext>
            </a:extLst>
          </p:cNvPr>
          <p:cNvSpPr txBox="1"/>
          <p:nvPr/>
        </p:nvSpPr>
        <p:spPr>
          <a:xfrm>
            <a:off x="1594216" y="3485442"/>
            <a:ext cx="562856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E1A139A-BC8A-4D03-932A-8C41A7EEF608}"/>
                  </a:ext>
                </a:extLst>
              </p:cNvPr>
              <p:cNvSpPr txBox="1"/>
              <p:nvPr/>
            </p:nvSpPr>
            <p:spPr>
              <a:xfrm>
                <a:off x="6388611" y="4402656"/>
                <a:ext cx="3346699" cy="9991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E1A139A-BC8A-4D03-932A-8C41A7EEF6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1" y="4402656"/>
                <a:ext cx="3346699" cy="9991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97F75BD-BA8B-40C3-844A-4C6EFFA2764B}"/>
                  </a:ext>
                </a:extLst>
              </p:cNvPr>
              <p:cNvSpPr txBox="1"/>
              <p:nvPr/>
            </p:nvSpPr>
            <p:spPr>
              <a:xfrm>
                <a:off x="6388613" y="3240037"/>
                <a:ext cx="3578347" cy="10059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C97F75BD-BA8B-40C3-844A-4C6EFFA276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3" y="3240037"/>
                <a:ext cx="3578347" cy="100598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036D1BB-E17B-445F-83B4-E7BC6E0FE5E9}"/>
                  </a:ext>
                </a:extLst>
              </p:cNvPr>
              <p:cNvSpPr txBox="1"/>
              <p:nvPr/>
            </p:nvSpPr>
            <p:spPr>
              <a:xfrm>
                <a:off x="6388612" y="5558414"/>
                <a:ext cx="2660138" cy="10320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D036D1BB-E17B-445F-83B4-E7BC6E0FE5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2" y="5558414"/>
                <a:ext cx="2660138" cy="103207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A28E77E3-4B31-419F-A6B6-DA6A9CD5641D}"/>
              </a:ext>
            </a:extLst>
          </p:cNvPr>
          <p:cNvSpPr txBox="1"/>
          <p:nvPr/>
        </p:nvSpPr>
        <p:spPr>
          <a:xfrm>
            <a:off x="9503553" y="3455160"/>
            <a:ext cx="132588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Where,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D8B02AB-DCC9-4615-ABE4-564746B35935}"/>
                  </a:ext>
                </a:extLst>
              </p:cNvPr>
              <p:cNvSpPr txBox="1"/>
              <p:nvPr/>
            </p:nvSpPr>
            <p:spPr>
              <a:xfrm>
                <a:off x="10597784" y="3455160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7D8B02AB-DCC9-4615-ABE4-564746B359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7784" y="3455160"/>
                <a:ext cx="132588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437623F2-6E98-4D60-8082-551BE33E6B85}"/>
              </a:ext>
            </a:extLst>
          </p:cNvPr>
          <p:cNvSpPr txBox="1"/>
          <p:nvPr/>
        </p:nvSpPr>
        <p:spPr>
          <a:xfrm>
            <a:off x="1594216" y="4602326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Mean: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54BCD62-ADA3-4E5C-B61C-693B7F9A10EA}"/>
              </a:ext>
            </a:extLst>
          </p:cNvPr>
          <p:cNvSpPr txBox="1"/>
          <p:nvPr/>
        </p:nvSpPr>
        <p:spPr>
          <a:xfrm>
            <a:off x="1594216" y="5758084"/>
            <a:ext cx="32673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47DE00BC-8ADD-4E50-A2B9-C1FA18656AC6}"/>
                  </a:ext>
                </a:extLst>
              </p:cNvPr>
              <p:cNvSpPr/>
              <p:nvPr/>
            </p:nvSpPr>
            <p:spPr>
              <a:xfrm>
                <a:off x="2665323" y="189278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47DE00BC-8ADD-4E50-A2B9-C1FA18656A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5323" y="1892788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6DA85600-41FB-4C6C-A078-6239B608850D}"/>
                  </a:ext>
                </a:extLst>
              </p:cNvPr>
              <p:cNvSpPr/>
              <p:nvPr/>
            </p:nvSpPr>
            <p:spPr>
              <a:xfrm>
                <a:off x="4515908" y="189278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6DA85600-41FB-4C6C-A078-6239B60885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15908" y="1892788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0AB62C2-0168-4A3A-91C8-6864337DCB94}"/>
                  </a:ext>
                </a:extLst>
              </p:cNvPr>
              <p:cNvSpPr/>
              <p:nvPr/>
            </p:nvSpPr>
            <p:spPr>
              <a:xfrm>
                <a:off x="6366493" y="189278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0AB62C2-0168-4A3A-91C8-6864337DCB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6493" y="1892788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BBF89489-4FC5-4E08-8333-1CDEA5A5D681}"/>
                  </a:ext>
                </a:extLst>
              </p:cNvPr>
              <p:cNvSpPr/>
              <p:nvPr/>
            </p:nvSpPr>
            <p:spPr>
              <a:xfrm>
                <a:off x="8217078" y="189278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BBF89489-4FC5-4E08-8333-1CDEA5A5D6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17078" y="1892788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B4AC965D-F2C3-483B-B1EC-5493E467DFEB}"/>
                  </a:ext>
                </a:extLst>
              </p:cNvPr>
              <p:cNvSpPr/>
              <p:nvPr/>
            </p:nvSpPr>
            <p:spPr>
              <a:xfrm>
                <a:off x="10067665" y="189278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B4AC965D-F2C3-483B-B1EC-5493E467DFE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67665" y="1892788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3DA7F92D-1799-43B2-BBCC-90F7CBB6A1C7}"/>
                  </a:ext>
                </a:extLst>
              </p:cNvPr>
              <p:cNvSpPr/>
              <p:nvPr/>
            </p:nvSpPr>
            <p:spPr>
              <a:xfrm>
                <a:off x="2665323" y="248062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3DA7F92D-1799-43B2-BBCC-90F7CBB6A1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5323" y="2480622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B511D8DD-1818-4C26-B60D-8AEC291887E2}"/>
                  </a:ext>
                </a:extLst>
              </p:cNvPr>
              <p:cNvSpPr/>
              <p:nvPr/>
            </p:nvSpPr>
            <p:spPr>
              <a:xfrm>
                <a:off x="4515909" y="248062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B511D8DD-1818-4C26-B60D-8AEC291887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15909" y="2480622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0CA3888D-D2B6-4175-B4C9-F64D400BF24E}"/>
                  </a:ext>
                </a:extLst>
              </p:cNvPr>
              <p:cNvSpPr/>
              <p:nvPr/>
            </p:nvSpPr>
            <p:spPr>
              <a:xfrm>
                <a:off x="6366494" y="248062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0CA3888D-D2B6-4175-B4C9-F64D400BF2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6494" y="2480622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C2838CF-76B3-49E7-91A9-F25FFD5E1BEE}"/>
                  </a:ext>
                </a:extLst>
              </p:cNvPr>
              <p:cNvSpPr/>
              <p:nvPr/>
            </p:nvSpPr>
            <p:spPr>
              <a:xfrm>
                <a:off x="8217080" y="248062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C2838CF-76B3-49E7-91A9-F25FFD5E1B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17080" y="2480622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AEBD342-5781-44DD-AD55-E78105862E4F}"/>
                  </a:ext>
                </a:extLst>
              </p:cNvPr>
              <p:cNvSpPr/>
              <p:nvPr/>
            </p:nvSpPr>
            <p:spPr>
              <a:xfrm>
                <a:off x="10067665" y="248062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AEBD342-5781-44DD-AD55-E78105862E4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67665" y="2480622"/>
                <a:ext cx="792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B2051F4-F8AC-467D-92A7-4E0AE4EBE12B}"/>
                  </a:ext>
                </a:extLst>
              </p:cNvPr>
              <p:cNvSpPr txBox="1"/>
              <p:nvPr/>
            </p:nvSpPr>
            <p:spPr>
              <a:xfrm>
                <a:off x="10481309" y="5966724"/>
                <a:ext cx="218307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B2051F4-F8AC-467D-92A7-4E0AE4EBE1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81309" y="5966724"/>
                <a:ext cx="2183078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TextBox 27">
            <a:extLst>
              <a:ext uri="{FF2B5EF4-FFF2-40B4-BE49-F238E27FC236}">
                <a16:creationId xmlns:a16="http://schemas.microsoft.com/office/drawing/2014/main" id="{23DDBAB9-8BAF-478B-9456-045E9371B92C}"/>
              </a:ext>
            </a:extLst>
          </p:cNvPr>
          <p:cNvSpPr txBox="1"/>
          <p:nvPr/>
        </p:nvSpPr>
        <p:spPr>
          <a:xfrm>
            <a:off x="9523363" y="5966724"/>
            <a:ext cx="132588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Here, </a:t>
            </a:r>
          </a:p>
        </p:txBody>
      </p:sp>
    </p:spTree>
    <p:extLst>
      <p:ext uri="{BB962C8B-B14F-4D97-AF65-F5344CB8AC3E}">
        <p14:creationId xmlns:p14="http://schemas.microsoft.com/office/powerpoint/2010/main" val="17872735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4" grpId="0" animBg="1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27" grpId="0"/>
      <p:bldP spid="28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428268" y="1363820"/>
              <a:ext cx="10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a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79381388"/>
                  </p:ext>
                </p:extLst>
              </p:nvPr>
            </p:nvGraphicFramePr>
            <p:xfrm>
              <a:off x="1428268" y="1363820"/>
              <a:ext cx="10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124" t="-1124" r="-1685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497880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243217627"/>
                  </p:ext>
                </p:extLst>
              </p:nvPr>
            </p:nvGraphicFramePr>
            <p:xfrm>
              <a:off x="4497880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206518428"/>
                  </p:ext>
                </p:extLst>
              </p:nvPr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472870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10740759"/>
                  </p:ext>
                </p:extLst>
              </p:nvPr>
            </p:nvGraphicFramePr>
            <p:xfrm>
              <a:off x="6472870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452870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08660281"/>
                  </p:ext>
                </p:extLst>
              </p:nvPr>
            </p:nvGraphicFramePr>
            <p:xfrm>
              <a:off x="8452870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/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/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/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/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/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A7318E83-3EFA-4999-A126-FA2F40A7CF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/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/>
              <p:nvPr/>
            </p:nvSpPr>
            <p:spPr>
              <a:xfrm>
                <a:off x="1583954" y="1921612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3954" y="1921612"/>
                <a:ext cx="73765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/>
              <p:nvPr/>
            </p:nvSpPr>
            <p:spPr>
              <a:xfrm>
                <a:off x="1583954" y="2445111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3954" y="2445111"/>
                <a:ext cx="73765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/>
              <p:nvPr/>
            </p:nvSpPr>
            <p:spPr>
              <a:xfrm>
                <a:off x="1583954" y="2968610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3954" y="2968610"/>
                <a:ext cx="73765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/>
              <p:nvPr/>
            </p:nvSpPr>
            <p:spPr>
              <a:xfrm>
                <a:off x="1583954" y="3492109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3954" y="3492109"/>
                <a:ext cx="73765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/>
              <p:nvPr/>
            </p:nvSpPr>
            <p:spPr>
              <a:xfrm>
                <a:off x="1583954" y="4003683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18A7E64-5602-420A-AED8-DFB23176E9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3954" y="4003683"/>
                <a:ext cx="73765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/>
              <p:nvPr/>
            </p:nvSpPr>
            <p:spPr>
              <a:xfrm>
                <a:off x="4918988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988" y="1922657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/>
              <p:nvPr/>
            </p:nvSpPr>
            <p:spPr>
              <a:xfrm>
                <a:off x="4918988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988" y="2442990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/>
              <p:nvPr/>
            </p:nvSpPr>
            <p:spPr>
              <a:xfrm>
                <a:off x="4918988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988" y="2963323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/>
              <p:nvPr/>
            </p:nvSpPr>
            <p:spPr>
              <a:xfrm>
                <a:off x="4918988" y="348365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988" y="3483655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/>
              <p:nvPr/>
            </p:nvSpPr>
            <p:spPr>
              <a:xfrm>
                <a:off x="4918988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A044B876-4BE0-490E-A77A-1C99A942CF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8988" y="4003683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/>
              <p:nvPr/>
            </p:nvSpPr>
            <p:spPr>
              <a:xfrm>
                <a:off x="6848248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8248" y="1919835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/>
              <p:nvPr/>
            </p:nvSpPr>
            <p:spPr>
              <a:xfrm>
                <a:off x="6848248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8248" y="2440797"/>
                <a:ext cx="108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/>
              <p:nvPr/>
            </p:nvSpPr>
            <p:spPr>
              <a:xfrm>
                <a:off x="6848248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8248" y="2961759"/>
                <a:ext cx="108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/>
              <p:nvPr/>
            </p:nvSpPr>
            <p:spPr>
              <a:xfrm>
                <a:off x="6848248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8248" y="3482721"/>
                <a:ext cx="108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/>
              <p:nvPr/>
            </p:nvSpPr>
            <p:spPr>
              <a:xfrm>
                <a:off x="6848248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ACB50789-9AF9-4C04-B962-6F102D7503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8248" y="4003683"/>
                <a:ext cx="1080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/>
              <p:nvPr/>
            </p:nvSpPr>
            <p:spPr>
              <a:xfrm>
                <a:off x="8920655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0655" y="1919842"/>
                <a:ext cx="108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/>
              <p:nvPr/>
            </p:nvSpPr>
            <p:spPr>
              <a:xfrm>
                <a:off x="8920655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0655" y="2443714"/>
                <a:ext cx="10800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/>
              <p:nvPr/>
            </p:nvSpPr>
            <p:spPr>
              <a:xfrm>
                <a:off x="8920655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0655" y="2967586"/>
                <a:ext cx="10800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/>
              <p:nvPr/>
            </p:nvSpPr>
            <p:spPr>
              <a:xfrm>
                <a:off x="8920655" y="349145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0655" y="3491458"/>
                <a:ext cx="10800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/>
              <p:nvPr/>
            </p:nvSpPr>
            <p:spPr>
              <a:xfrm>
                <a:off x="8920655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737B0BAB-0412-4474-8010-94327211A6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20655" y="4015329"/>
                <a:ext cx="10800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4321496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29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21496" y="4450398"/>
                <a:ext cx="2376000" cy="1356012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286352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−57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86352" y="4450398"/>
                <a:ext cx="2376000" cy="1356012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8290223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137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90223" y="4450398"/>
                <a:ext cx="2376000" cy="1356012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9478223" y="5789218"/>
                <a:ext cx="3309850" cy="86966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78223" y="5789218"/>
                <a:ext cx="3309850" cy="869662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36B9E09-3289-4291-958D-A57C81571213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36B9E09-3289-4291-958D-A57C815712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2" name="Table 41">
                <a:extLst>
                  <a:ext uri="{FF2B5EF4-FFF2-40B4-BE49-F238E27FC236}">
                    <a16:creationId xmlns:a16="http://schemas.microsoft.com/office/drawing/2014/main" id="{C76FCA56-1C90-4CFF-A686-D235D07913A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2" name="Table 41">
                <a:extLst>
                  <a:ext uri="{FF2B5EF4-FFF2-40B4-BE49-F238E27FC236}">
                    <a16:creationId xmlns:a16="http://schemas.microsoft.com/office/drawing/2014/main" id="{C76FCA56-1C90-4CFF-A686-D235D07913A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32685798"/>
                  </p:ext>
                </p:extLst>
              </p:nvPr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8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0F1C054-2258-4587-AD36-805060B85DB8}"/>
                  </a:ext>
                </a:extLst>
              </p:cNvPr>
              <p:cNvSpPr/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0F1C054-2258-4587-AD36-805060B85D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E71126F-23BC-4A97-8D0F-F99A50AFA913}"/>
                  </a:ext>
                </a:extLst>
              </p:cNvPr>
              <p:cNvSpPr/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E71126F-23BC-4A97-8D0F-F99A50AFA9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58DED5B-8A50-413F-9D25-9583D50FDA1D}"/>
                  </a:ext>
                </a:extLst>
              </p:cNvPr>
              <p:cNvSpPr/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58DED5B-8A50-413F-9D25-9583D50FDA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0C3F47EA-16EA-455D-AF11-0B47A95BE6E7}"/>
                  </a:ext>
                </a:extLst>
              </p:cNvPr>
              <p:cNvSpPr/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0C3F47EA-16EA-455D-AF11-0B47A95BE6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4C73ABC5-8A25-4965-92A1-E0852722CF94}"/>
                  </a:ext>
                </a:extLst>
              </p:cNvPr>
              <p:cNvSpPr/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4C73ABC5-8A25-4965-92A1-E0852722CF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944C4B3-F638-4939-9600-957F6563A8A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509884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a</m:t>
                                    </m:r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944C4B3-F638-4939-9600-957F6563A8A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27503443"/>
                  </p:ext>
                </p:extLst>
              </p:nvPr>
            </p:nvGraphicFramePr>
            <p:xfrm>
              <a:off x="2509884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4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4BF311E6-1FD6-4884-8576-A02B86F66A97}"/>
                  </a:ext>
                </a:extLst>
              </p:cNvPr>
              <p:cNvSpPr/>
              <p:nvPr/>
            </p:nvSpPr>
            <p:spPr>
              <a:xfrm>
                <a:off x="3137560" y="1921612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4BF311E6-1FD6-4884-8576-A02B86F66A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560" y="1921612"/>
                <a:ext cx="737655" cy="52322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9976CD0C-7051-405C-9A2C-230BD4EA079E}"/>
                  </a:ext>
                </a:extLst>
              </p:cNvPr>
              <p:cNvSpPr/>
              <p:nvPr/>
            </p:nvSpPr>
            <p:spPr>
              <a:xfrm>
                <a:off x="3137560" y="2445111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9976CD0C-7051-405C-9A2C-230BD4EA079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560" y="2445111"/>
                <a:ext cx="737655" cy="52322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8EC6D550-9C5A-46C3-87E1-6655E241B6F5}"/>
                  </a:ext>
                </a:extLst>
              </p:cNvPr>
              <p:cNvSpPr/>
              <p:nvPr/>
            </p:nvSpPr>
            <p:spPr>
              <a:xfrm>
                <a:off x="3137560" y="2968610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8EC6D550-9C5A-46C3-87E1-6655E241B6F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560" y="2968610"/>
                <a:ext cx="737655" cy="52322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A2D86929-AF14-478B-A22E-372F0AB284FE}"/>
                  </a:ext>
                </a:extLst>
              </p:cNvPr>
              <p:cNvSpPr/>
              <p:nvPr/>
            </p:nvSpPr>
            <p:spPr>
              <a:xfrm>
                <a:off x="3137560" y="3492109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A2D86929-AF14-478B-A22E-372F0AB284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560" y="3492109"/>
                <a:ext cx="737655" cy="52322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3A7930B7-AF93-434C-A486-51DF18F8A671}"/>
                  </a:ext>
                </a:extLst>
              </p:cNvPr>
              <p:cNvSpPr/>
              <p:nvPr/>
            </p:nvSpPr>
            <p:spPr>
              <a:xfrm>
                <a:off x="3137560" y="4003683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3A7930B7-AF93-434C-A486-51DF18F8A6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560" y="4003683"/>
                <a:ext cx="737655" cy="52322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2338510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8510" y="4450398"/>
                <a:ext cx="2376000" cy="1356012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3194865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Wor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3" grpId="0"/>
      <p:bldP spid="74" grpId="0"/>
      <p:bldP spid="75" grpId="0"/>
      <p:bldP spid="50" grpId="0"/>
      <p:bldP spid="51" grpId="0"/>
      <p:bldP spid="79" grpId="0"/>
      <p:bldP spid="80" grpId="0"/>
      <p:bldP spid="81" grpId="0"/>
      <p:bldP spid="72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37160" y="1524107"/>
                <a:ext cx="3040275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</m:t>
                      </m:r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160" y="1524107"/>
                <a:ext cx="3040275" cy="98668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136307" y="1524106"/>
                <a:ext cx="2968618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=29</m:t>
                      </m:r>
                    </m:oMath>
                  </m:oMathPara>
                </a14:m>
                <a:endParaRPr/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6307" y="1524106"/>
                <a:ext cx="2968618" cy="98668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295072" y="1486821"/>
                <a:ext cx="3325082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=−57</m:t>
                      </m:r>
                    </m:oMath>
                  </m:oMathPara>
                </a14:m>
                <a:endParaRPr/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5072" y="1486821"/>
                <a:ext cx="3325082" cy="98668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329342" y="1486821"/>
                <a:ext cx="3680059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=137</m:t>
                      </m:r>
                    </m:oMath>
                  </m:oMathPara>
                </a14:m>
                <a:endParaRPr/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342" y="1486821"/>
                <a:ext cx="3680059" cy="98668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37160" y="2914983"/>
                <a:ext cx="3146597" cy="9344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160" y="2914983"/>
                <a:ext cx="3146597" cy="93442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137159" y="4159928"/>
                <a:ext cx="222519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−15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159" y="4159928"/>
                <a:ext cx="2225195" cy="91057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137160" y="5371179"/>
                <a:ext cx="17487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160" y="5371179"/>
                <a:ext cx="174879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136307" y="2901806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6307" y="2901806"/>
                <a:ext cx="3325069" cy="960776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136306" y="4158517"/>
                <a:ext cx="195345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29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6306" y="4158517"/>
                <a:ext cx="1953455" cy="91057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136307" y="5371179"/>
                <a:ext cx="2735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.9333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6307" y="5371179"/>
                <a:ext cx="273586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295072" y="2901806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5072" y="2901806"/>
                <a:ext cx="3325069" cy="960776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295071" y="4159671"/>
                <a:ext cx="2125027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−57 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5071" y="4159671"/>
                <a:ext cx="2125027" cy="91057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295071" y="5371179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−3.8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5071" y="5371179"/>
                <a:ext cx="2125026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329342" y="2902639"/>
                <a:ext cx="3325069" cy="95910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342" y="2902639"/>
                <a:ext cx="3325069" cy="95910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329342" y="4159222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137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342" y="4159222"/>
                <a:ext cx="2352040" cy="90774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329341" y="5371179"/>
                <a:ext cx="27254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9.1333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341" y="5371179"/>
                <a:ext cx="272549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6141616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3004663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329342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003AC1AC-5D0F-411A-875A-39FC5FDB905D}"/>
              </a:ext>
            </a:extLst>
          </p:cNvPr>
          <p:cNvSpPr txBox="1"/>
          <p:nvPr/>
        </p:nvSpPr>
        <p:spPr>
          <a:xfrm>
            <a:off x="-3434984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09A957A-AC4C-4C59-97CF-4E9C0D9B756A}"/>
                  </a:ext>
                </a:extLst>
              </p:cNvPr>
              <p:cNvSpPr txBox="1"/>
              <p:nvPr/>
            </p:nvSpPr>
            <p:spPr>
              <a:xfrm>
                <a:off x="9357314" y="7202606"/>
                <a:ext cx="3366339" cy="86966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09A957A-AC4C-4C59-97CF-4E9C0D9B75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57314" y="7202606"/>
                <a:ext cx="3366339" cy="869662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C8E1863-413C-4D5C-9ED5-DC02CD1DE244}"/>
                  </a:ext>
                </a:extLst>
              </p:cNvPr>
              <p:cNvSpPr txBox="1"/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C8E1863-413C-4D5C-9ED5-DC02CD1DE2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6C99817-9F81-4BF0-8360-82750614D06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6C99817-9F81-4BF0-8360-82750614D0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8" name="Table 67">
                <a:extLst>
                  <a:ext uri="{FF2B5EF4-FFF2-40B4-BE49-F238E27FC236}">
                    <a16:creationId xmlns:a16="http://schemas.microsoft.com/office/drawing/2014/main" id="{720BAD0E-9A66-49B0-BECE-9F9F28CD8DE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3378870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8" name="Table 67">
                <a:extLst>
                  <a:ext uri="{FF2B5EF4-FFF2-40B4-BE49-F238E27FC236}">
                    <a16:creationId xmlns:a16="http://schemas.microsoft.com/office/drawing/2014/main" id="{720BAD0E-9A66-49B0-BECE-9F9F28CD8DE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16042931"/>
                  </p:ext>
                </p:extLst>
              </p:nvPr>
            </p:nvGraphicFramePr>
            <p:xfrm>
              <a:off x="-3378870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2"/>
                          <a:stretch>
                            <a:fillRect l="-877" t="-1124" r="-3509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D614DAD3-1735-485A-92AA-9383E083EC54}"/>
                  </a:ext>
                </a:extLst>
              </p:cNvPr>
              <p:cNvSpPr/>
              <p:nvPr/>
            </p:nvSpPr>
            <p:spPr>
              <a:xfrm>
                <a:off x="-3434984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D614DAD3-1735-485A-92AA-9383E083EC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1919835"/>
                <a:ext cx="792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B43975A-F873-4D5C-B359-55B4ECFD59DB}"/>
                  </a:ext>
                </a:extLst>
              </p:cNvPr>
              <p:cNvSpPr/>
              <p:nvPr/>
            </p:nvSpPr>
            <p:spPr>
              <a:xfrm>
                <a:off x="-3434984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B43975A-F873-4D5C-B359-55B4ECFD59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2444832"/>
                <a:ext cx="792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801B8F8E-5881-4238-AEA9-44DFF2F5E68E}"/>
                  </a:ext>
                </a:extLst>
              </p:cNvPr>
              <p:cNvSpPr/>
              <p:nvPr/>
            </p:nvSpPr>
            <p:spPr>
              <a:xfrm>
                <a:off x="-3434984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801B8F8E-5881-4238-AEA9-44DFF2F5E6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2969829"/>
                <a:ext cx="792000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EABA9449-9671-4485-84DD-94318331F60A}"/>
                  </a:ext>
                </a:extLst>
              </p:cNvPr>
              <p:cNvSpPr/>
              <p:nvPr/>
            </p:nvSpPr>
            <p:spPr>
              <a:xfrm>
                <a:off x="-3434984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EABA9449-9671-4485-84DD-94318331F6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3494826"/>
                <a:ext cx="792000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3ED8B49B-5CA5-4F43-B932-2556B6919DD2}"/>
                  </a:ext>
                </a:extLst>
              </p:cNvPr>
              <p:cNvSpPr/>
              <p:nvPr/>
            </p:nvSpPr>
            <p:spPr>
              <a:xfrm>
                <a:off x="-3434984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3ED8B49B-5CA5-4F43-B932-2556B6919DD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4004293"/>
                <a:ext cx="792000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9" name="Table 78">
                <a:extLst>
                  <a:ext uri="{FF2B5EF4-FFF2-40B4-BE49-F238E27FC236}">
                    <a16:creationId xmlns:a16="http://schemas.microsoft.com/office/drawing/2014/main" id="{6C5678C9-DC4C-4DF7-84EB-76D53BCB9E4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2690832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9" name="Table 78">
                <a:extLst>
                  <a:ext uri="{FF2B5EF4-FFF2-40B4-BE49-F238E27FC236}">
                    <a16:creationId xmlns:a16="http://schemas.microsoft.com/office/drawing/2014/main" id="{6C5678C9-DC4C-4DF7-84EB-76D53BCB9E4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17847639"/>
                  </p:ext>
                </p:extLst>
              </p:nvPr>
            </p:nvGraphicFramePr>
            <p:xfrm>
              <a:off x="-2690832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8"/>
                          <a:stretch>
                            <a:fillRect l="-877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C2F10381-DABA-4BEE-9790-1E372CBC11BD}"/>
                  </a:ext>
                </a:extLst>
              </p:cNvPr>
              <p:cNvSpPr/>
              <p:nvPr/>
            </p:nvSpPr>
            <p:spPr>
              <a:xfrm>
                <a:off x="-2746946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C2F10381-DABA-4BEE-9790-1E372CBC11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1919835"/>
                <a:ext cx="792000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6F3C5EE1-5292-4C05-99BC-A8CD130D3396}"/>
                  </a:ext>
                </a:extLst>
              </p:cNvPr>
              <p:cNvSpPr/>
              <p:nvPr/>
            </p:nvSpPr>
            <p:spPr>
              <a:xfrm>
                <a:off x="-2746946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6F3C5EE1-5292-4C05-99BC-A8CD130D33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2444832"/>
                <a:ext cx="792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BA03120E-9BB5-40BB-8DE3-C87966117FD9}"/>
                  </a:ext>
                </a:extLst>
              </p:cNvPr>
              <p:cNvSpPr/>
              <p:nvPr/>
            </p:nvSpPr>
            <p:spPr>
              <a:xfrm>
                <a:off x="-2746946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BA03120E-9BB5-40BB-8DE3-C87966117F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2969829"/>
                <a:ext cx="792000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10DE5B74-D915-478E-B96D-1C4F1E36A023}"/>
                  </a:ext>
                </a:extLst>
              </p:cNvPr>
              <p:cNvSpPr/>
              <p:nvPr/>
            </p:nvSpPr>
            <p:spPr>
              <a:xfrm>
                <a:off x="-2746946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10DE5B74-D915-478E-B96D-1C4F1E36A0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3494826"/>
                <a:ext cx="792000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1D73C1B0-C454-4734-A1D7-A3B424F4F264}"/>
                  </a:ext>
                </a:extLst>
              </p:cNvPr>
              <p:cNvSpPr/>
              <p:nvPr/>
            </p:nvSpPr>
            <p:spPr>
              <a:xfrm>
                <a:off x="-2746946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1D73C1B0-C454-4734-A1D7-A3B424F4F2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4004293"/>
                <a:ext cx="792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/>
              <p:nvPr/>
            </p:nvSpPr>
            <p:spPr>
              <a:xfrm>
                <a:off x="9357314" y="7176902"/>
                <a:ext cx="3652087" cy="87479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4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4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57314" y="7176902"/>
                <a:ext cx="3652087" cy="874791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5396326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5" name="Table 44">
                <a:extLst>
                  <a:ext uri="{FF2B5EF4-FFF2-40B4-BE49-F238E27FC236}">
                    <a16:creationId xmlns:a16="http://schemas.microsoft.com/office/drawing/2014/main" id="{675747C3-40CA-4123-B9D6-A21D4E86033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903969" y="1363820"/>
              <a:ext cx="10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bar>
                                  <m:barPr>
                                    <m:pos m:val="top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bar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</m:ba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5" name="Table 44">
                <a:extLst>
                  <a:ext uri="{FF2B5EF4-FFF2-40B4-BE49-F238E27FC236}">
                    <a16:creationId xmlns:a16="http://schemas.microsoft.com/office/drawing/2014/main" id="{675747C3-40CA-4123-B9D6-A21D4E86033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459063615"/>
                  </p:ext>
                </p:extLst>
              </p:nvPr>
            </p:nvGraphicFramePr>
            <p:xfrm>
              <a:off x="2903969" y="1363820"/>
              <a:ext cx="10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2"/>
                          <a:stretch>
                            <a:fillRect l="-1124" t="-1124" r="-1685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6" name="Table 45">
                <a:extLst>
                  <a:ext uri="{FF2B5EF4-FFF2-40B4-BE49-F238E27FC236}">
                    <a16:creationId xmlns:a16="http://schemas.microsoft.com/office/drawing/2014/main" id="{AD480A3F-53E0-4FB7-93C6-7E0C0F5102A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973581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6" name="Table 45">
                <a:extLst>
                  <a:ext uri="{FF2B5EF4-FFF2-40B4-BE49-F238E27FC236}">
                    <a16:creationId xmlns:a16="http://schemas.microsoft.com/office/drawing/2014/main" id="{AD480A3F-53E0-4FB7-93C6-7E0C0F5102A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33131545"/>
                  </p:ext>
                </p:extLst>
              </p:nvPr>
            </p:nvGraphicFramePr>
            <p:xfrm>
              <a:off x="5973581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3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01879D05-2D93-470E-A654-6DDC46C392FE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01879D05-2D93-470E-A654-6DDC46C392F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03176061"/>
                  </p:ext>
                </p:extLst>
              </p:nvPr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4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F80B7BED-3B84-4BA0-9A7C-74345FE63D1A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948571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F80B7BED-3B84-4BA0-9A7C-74345FE63D1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92893535"/>
                  </p:ext>
                </p:extLst>
              </p:nvPr>
            </p:nvGraphicFramePr>
            <p:xfrm>
              <a:off x="7948571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5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3B0A65D0-915F-41CD-9754-59F3BECA87D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9928571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3B0A65D0-915F-41CD-9754-59F3BECA87D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161541158"/>
                  </p:ext>
                </p:extLst>
              </p:nvPr>
            </p:nvGraphicFramePr>
            <p:xfrm>
              <a:off x="9928571" y="136382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6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48CEE5B9-4C58-44CF-9058-8A19A311C965}"/>
                  </a:ext>
                </a:extLst>
              </p:cNvPr>
              <p:cNvSpPr/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48CEE5B9-4C58-44CF-9058-8A19A311C9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57B7CA99-98EE-47C9-82EB-9AE5A263ECAE}"/>
                  </a:ext>
                </a:extLst>
              </p:cNvPr>
              <p:cNvSpPr/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57B7CA99-98EE-47C9-82EB-9AE5A263EC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4FE0B23F-8C5A-4823-9359-F4CA8BBB7875}"/>
                  </a:ext>
                </a:extLst>
              </p:cNvPr>
              <p:cNvSpPr/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4FE0B23F-8C5A-4823-9359-F4CA8BBB78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E3774B07-C9BD-4F7B-BFE1-7318F1E9E198}"/>
                  </a:ext>
                </a:extLst>
              </p:cNvPr>
              <p:cNvSpPr/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E3774B07-C9BD-4F7B-BFE1-7318F1E9E1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4446E282-31A2-49A6-AA45-7E7181B40456}"/>
                  </a:ext>
                </a:extLst>
              </p:cNvPr>
              <p:cNvSpPr/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4446E282-31A2-49A6-AA45-7E7181B4045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E21B2108-04CC-49E1-980E-2B9BDAC9DCCF}"/>
                  </a:ext>
                </a:extLst>
              </p:cNvPr>
              <p:cNvSpPr/>
              <p:nvPr/>
            </p:nvSpPr>
            <p:spPr>
              <a:xfrm>
                <a:off x="3059655" y="1921612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E21B2108-04CC-49E1-980E-2B9BDAC9DCC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9655" y="1921612"/>
                <a:ext cx="737655" cy="523220"/>
              </a:xfrm>
              <a:prstGeom prst="rect">
                <a:avLst/>
              </a:prstGeom>
              <a:blipFill>
                <a:blip r:embed="rId5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321FCEE9-B05C-42D9-A406-B466511931F1}"/>
                  </a:ext>
                </a:extLst>
              </p:cNvPr>
              <p:cNvSpPr/>
              <p:nvPr/>
            </p:nvSpPr>
            <p:spPr>
              <a:xfrm>
                <a:off x="3059655" y="2445111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321FCEE9-B05C-42D9-A406-B466511931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9655" y="2445111"/>
                <a:ext cx="737655" cy="523220"/>
              </a:xfrm>
              <a:prstGeom prst="rect">
                <a:avLst/>
              </a:prstGeom>
              <a:blipFill>
                <a:blip r:embed="rId5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A2254CC-8BFE-46B0-A20E-33FDB5E9CC08}"/>
                  </a:ext>
                </a:extLst>
              </p:cNvPr>
              <p:cNvSpPr/>
              <p:nvPr/>
            </p:nvSpPr>
            <p:spPr>
              <a:xfrm>
                <a:off x="3059655" y="2968610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A2254CC-8BFE-46B0-A20E-33FDB5E9CC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9655" y="2968610"/>
                <a:ext cx="737655" cy="523220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2343CAB1-0829-4DCA-A83A-39A5DA33272F}"/>
                  </a:ext>
                </a:extLst>
              </p:cNvPr>
              <p:cNvSpPr/>
              <p:nvPr/>
            </p:nvSpPr>
            <p:spPr>
              <a:xfrm>
                <a:off x="3059655" y="3492109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2343CAB1-0829-4DCA-A83A-39A5DA33272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9655" y="3492109"/>
                <a:ext cx="737655" cy="523220"/>
              </a:xfrm>
              <a:prstGeom prst="rect">
                <a:avLst/>
              </a:prstGeom>
              <a:blipFill>
                <a:blip r:embed="rId5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A654D49C-21D5-4C11-9F8E-0FD4699C2C06}"/>
                  </a:ext>
                </a:extLst>
              </p:cNvPr>
              <p:cNvSpPr/>
              <p:nvPr/>
            </p:nvSpPr>
            <p:spPr>
              <a:xfrm>
                <a:off x="3059655" y="4003683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A654D49C-21D5-4C11-9F8E-0FD4699C2C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9655" y="4003683"/>
                <a:ext cx="737655" cy="523220"/>
              </a:xfrm>
              <a:prstGeom prst="rect">
                <a:avLst/>
              </a:prstGeom>
              <a:blipFill>
                <a:blip r:embed="rId5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A80C9437-DBB8-477C-8C9E-3E7144EDDFB9}"/>
                  </a:ext>
                </a:extLst>
              </p:cNvPr>
              <p:cNvSpPr/>
              <p:nvPr/>
            </p:nvSpPr>
            <p:spPr>
              <a:xfrm>
                <a:off x="6394689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A80C9437-DBB8-477C-8C9E-3E7144EDDF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4689" y="1922657"/>
                <a:ext cx="1080000" cy="523220"/>
              </a:xfrm>
              <a:prstGeom prst="rect">
                <a:avLst/>
              </a:prstGeom>
              <a:blipFill>
                <a:blip r:embed="rId5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DFEE3A55-526C-4A1E-84B6-09E73F283CF6}"/>
                  </a:ext>
                </a:extLst>
              </p:cNvPr>
              <p:cNvSpPr/>
              <p:nvPr/>
            </p:nvSpPr>
            <p:spPr>
              <a:xfrm>
                <a:off x="6394689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DFEE3A55-526C-4A1E-84B6-09E73F283C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4689" y="2442990"/>
                <a:ext cx="1080000" cy="523220"/>
              </a:xfrm>
              <a:prstGeom prst="rect">
                <a:avLst/>
              </a:prstGeom>
              <a:blipFill>
                <a:blip r:embed="rId5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E70876A3-E962-4CD7-8C39-EA39380B5728}"/>
                  </a:ext>
                </a:extLst>
              </p:cNvPr>
              <p:cNvSpPr/>
              <p:nvPr/>
            </p:nvSpPr>
            <p:spPr>
              <a:xfrm>
                <a:off x="6394689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E70876A3-E962-4CD7-8C39-EA39380B57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4689" y="2963323"/>
                <a:ext cx="1080000" cy="523220"/>
              </a:xfrm>
              <a:prstGeom prst="rect">
                <a:avLst/>
              </a:prstGeom>
              <a:blipFill>
                <a:blip r:embed="rId5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44A05FA0-828D-469E-A4E3-E6E0FDE86028}"/>
                  </a:ext>
                </a:extLst>
              </p:cNvPr>
              <p:cNvSpPr/>
              <p:nvPr/>
            </p:nvSpPr>
            <p:spPr>
              <a:xfrm>
                <a:off x="6394689" y="348365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44A05FA0-828D-469E-A4E3-E6E0FDE8602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4689" y="3483655"/>
                <a:ext cx="1080000" cy="523220"/>
              </a:xfrm>
              <a:prstGeom prst="rect">
                <a:avLst/>
              </a:prstGeom>
              <a:blipFill>
                <a:blip r:embed="rId6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A5629FCF-9288-4063-B6C7-A0B249CFE5C8}"/>
                  </a:ext>
                </a:extLst>
              </p:cNvPr>
              <p:cNvSpPr/>
              <p:nvPr/>
            </p:nvSpPr>
            <p:spPr>
              <a:xfrm>
                <a:off x="6394689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A5629FCF-9288-4063-B6C7-A0B249CFE5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94689" y="4003683"/>
                <a:ext cx="1080000" cy="523220"/>
              </a:xfrm>
              <a:prstGeom prst="rect">
                <a:avLst/>
              </a:prstGeom>
              <a:blipFill>
                <a:blip r:embed="rId6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80D26199-05E0-4335-8A0F-50955807572B}"/>
                  </a:ext>
                </a:extLst>
              </p:cNvPr>
              <p:cNvSpPr/>
              <p:nvPr/>
            </p:nvSpPr>
            <p:spPr>
              <a:xfrm>
                <a:off x="8323949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80D26199-05E0-4335-8A0F-509558075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3949" y="1919835"/>
                <a:ext cx="1080000" cy="523220"/>
              </a:xfrm>
              <a:prstGeom prst="rect">
                <a:avLst/>
              </a:prstGeom>
              <a:blipFill>
                <a:blip r:embed="rId6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2AA2360D-88FE-4B3E-8DA1-1EB3E3859678}"/>
                  </a:ext>
                </a:extLst>
              </p:cNvPr>
              <p:cNvSpPr/>
              <p:nvPr/>
            </p:nvSpPr>
            <p:spPr>
              <a:xfrm>
                <a:off x="8323949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2AA2360D-88FE-4B3E-8DA1-1EB3E385967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3949" y="2440797"/>
                <a:ext cx="1080000" cy="523220"/>
              </a:xfrm>
              <a:prstGeom prst="rect">
                <a:avLst/>
              </a:prstGeom>
              <a:blipFill>
                <a:blip r:embed="rId6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4E76BADF-CE3D-47EC-9EB0-0361298D24A0}"/>
                  </a:ext>
                </a:extLst>
              </p:cNvPr>
              <p:cNvSpPr/>
              <p:nvPr/>
            </p:nvSpPr>
            <p:spPr>
              <a:xfrm>
                <a:off x="8323949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4E76BADF-CE3D-47EC-9EB0-0361298D24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3949" y="2961759"/>
                <a:ext cx="1080000" cy="523220"/>
              </a:xfrm>
              <a:prstGeom prst="rect">
                <a:avLst/>
              </a:prstGeom>
              <a:blipFill>
                <a:blip r:embed="rId6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180FC348-5609-44DA-AF79-F7B96FA0F0A2}"/>
                  </a:ext>
                </a:extLst>
              </p:cNvPr>
              <p:cNvSpPr/>
              <p:nvPr/>
            </p:nvSpPr>
            <p:spPr>
              <a:xfrm>
                <a:off x="8323949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180FC348-5609-44DA-AF79-F7B96FA0F0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3949" y="3482721"/>
                <a:ext cx="1080000" cy="523220"/>
              </a:xfrm>
              <a:prstGeom prst="rect">
                <a:avLst/>
              </a:prstGeom>
              <a:blipFill>
                <a:blip r:embed="rId6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Rectangle 96">
                <a:extLst>
                  <a:ext uri="{FF2B5EF4-FFF2-40B4-BE49-F238E27FC236}">
                    <a16:creationId xmlns:a16="http://schemas.microsoft.com/office/drawing/2014/main" id="{49999280-88B6-4058-8530-F1C94388B1EE}"/>
                  </a:ext>
                </a:extLst>
              </p:cNvPr>
              <p:cNvSpPr/>
              <p:nvPr/>
            </p:nvSpPr>
            <p:spPr>
              <a:xfrm>
                <a:off x="8323949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7" name="Rectangle 96">
                <a:extLst>
                  <a:ext uri="{FF2B5EF4-FFF2-40B4-BE49-F238E27FC236}">
                    <a16:creationId xmlns:a16="http://schemas.microsoft.com/office/drawing/2014/main" id="{49999280-88B6-4058-8530-F1C94388B1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23949" y="4003683"/>
                <a:ext cx="1080000" cy="523220"/>
              </a:xfrm>
              <a:prstGeom prst="rect">
                <a:avLst/>
              </a:prstGeom>
              <a:blipFill>
                <a:blip r:embed="rId6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EA355D6C-BFE9-4ECD-9615-4D34D514F885}"/>
                  </a:ext>
                </a:extLst>
              </p:cNvPr>
              <p:cNvSpPr/>
              <p:nvPr/>
            </p:nvSpPr>
            <p:spPr>
              <a:xfrm>
                <a:off x="10396356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EA355D6C-BFE9-4ECD-9615-4D34D514F8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6356" y="1919842"/>
                <a:ext cx="1080000" cy="523220"/>
              </a:xfrm>
              <a:prstGeom prst="rect">
                <a:avLst/>
              </a:prstGeom>
              <a:blipFill>
                <a:blip r:embed="rId6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6D4BE9FC-B1BE-41C9-A69A-3829D337FD58}"/>
                  </a:ext>
                </a:extLst>
              </p:cNvPr>
              <p:cNvSpPr/>
              <p:nvPr/>
            </p:nvSpPr>
            <p:spPr>
              <a:xfrm>
                <a:off x="10396356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6D4BE9FC-B1BE-41C9-A69A-3829D337FD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6356" y="2443714"/>
                <a:ext cx="1080000" cy="523220"/>
              </a:xfrm>
              <a:prstGeom prst="rect">
                <a:avLst/>
              </a:prstGeom>
              <a:blipFill>
                <a:blip r:embed="rId6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65ED79EB-D63A-4964-B0FE-850F8878B85B}"/>
                  </a:ext>
                </a:extLst>
              </p:cNvPr>
              <p:cNvSpPr/>
              <p:nvPr/>
            </p:nvSpPr>
            <p:spPr>
              <a:xfrm>
                <a:off x="10396356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65ED79EB-D63A-4964-B0FE-850F8878B8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6356" y="2967586"/>
                <a:ext cx="1080000" cy="523220"/>
              </a:xfrm>
              <a:prstGeom prst="rect">
                <a:avLst/>
              </a:prstGeom>
              <a:blipFill>
                <a:blip r:embed="rId6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33A85584-891D-4A39-851D-FBE00C388696}"/>
                  </a:ext>
                </a:extLst>
              </p:cNvPr>
              <p:cNvSpPr/>
              <p:nvPr/>
            </p:nvSpPr>
            <p:spPr>
              <a:xfrm>
                <a:off x="10396356" y="349145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33A85584-891D-4A39-851D-FBE00C3886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6356" y="3491458"/>
                <a:ext cx="1080000" cy="523220"/>
              </a:xfrm>
              <a:prstGeom prst="rect">
                <a:avLst/>
              </a:prstGeom>
              <a:blipFill>
                <a:blip r:embed="rId7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54BB1FA2-36BF-4EA9-8E88-EE6A91D49D10}"/>
                  </a:ext>
                </a:extLst>
              </p:cNvPr>
              <p:cNvSpPr/>
              <p:nvPr/>
            </p:nvSpPr>
            <p:spPr>
              <a:xfrm>
                <a:off x="10396356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54BB1FA2-36BF-4EA9-8E88-EE6A91D49D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96356" y="4015329"/>
                <a:ext cx="1080000" cy="523220"/>
              </a:xfrm>
              <a:prstGeom prst="rect">
                <a:avLst/>
              </a:prstGeom>
              <a:blipFill>
                <a:blip r:embed="rId7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35A620C6-2F24-4B60-B9F0-A32430F00375}"/>
                  </a:ext>
                </a:extLst>
              </p:cNvPr>
              <p:cNvSpPr txBox="1"/>
              <p:nvPr/>
            </p:nvSpPr>
            <p:spPr>
              <a:xfrm>
                <a:off x="5797197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35A620C6-2F24-4B60-B9F0-A32430F003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7197" y="4450398"/>
                <a:ext cx="2376000" cy="1356012"/>
              </a:xfrm>
              <a:prstGeom prst="rect">
                <a:avLst/>
              </a:prstGeom>
              <a:blipFill>
                <a:blip r:embed="rId7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E61EF12-9D9A-4F94-BD6B-858D2AADAA4F}"/>
                  </a:ext>
                </a:extLst>
              </p:cNvPr>
              <p:cNvSpPr txBox="1"/>
              <p:nvPr/>
            </p:nvSpPr>
            <p:spPr>
              <a:xfrm>
                <a:off x="7762053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5E61EF12-9D9A-4F94-BD6B-858D2AADAA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62053" y="4450398"/>
                <a:ext cx="2376000" cy="1356012"/>
              </a:xfrm>
              <a:prstGeom prst="rect">
                <a:avLst/>
              </a:prstGeom>
              <a:blipFill>
                <a:blip r:embed="rId7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74E795CD-B05C-49BA-8394-10C8284EB736}"/>
                  </a:ext>
                </a:extLst>
              </p:cNvPr>
              <p:cNvSpPr txBox="1"/>
              <p:nvPr/>
            </p:nvSpPr>
            <p:spPr>
              <a:xfrm>
                <a:off x="9765924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38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74E795CD-B05C-49BA-8394-10C8284EB7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65924" y="4450398"/>
                <a:ext cx="2376000" cy="1356012"/>
              </a:xfrm>
              <a:prstGeom prst="rect">
                <a:avLst/>
              </a:prstGeom>
              <a:blipFill>
                <a:blip r:embed="rId7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6" name="Table 105">
                <a:extLst>
                  <a:ext uri="{FF2B5EF4-FFF2-40B4-BE49-F238E27FC236}">
                    <a16:creationId xmlns:a16="http://schemas.microsoft.com/office/drawing/2014/main" id="{ACE29F68-C70D-4DD4-B4B1-7DC85FFF10A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6" name="Table 105">
                <a:extLst>
                  <a:ext uri="{FF2B5EF4-FFF2-40B4-BE49-F238E27FC236}">
                    <a16:creationId xmlns:a16="http://schemas.microsoft.com/office/drawing/2014/main" id="{ACE29F68-C70D-4DD4-B4B1-7DC85FFF10A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00514873"/>
                  </p:ext>
                </p:extLst>
              </p:nvPr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75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03623442-2110-4587-B518-5B46FA0CE8E3}"/>
                  </a:ext>
                </a:extLst>
              </p:cNvPr>
              <p:cNvSpPr/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03623442-2110-4587-B518-5B46FA0CE8E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blipFill>
                <a:blip r:embed="rId7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4A79AA2E-69B7-4BB9-A0F0-275EAEB8C75B}"/>
                  </a:ext>
                </a:extLst>
              </p:cNvPr>
              <p:cNvSpPr/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4A79AA2E-69B7-4BB9-A0F0-275EAEB8C7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blipFill>
                <a:blip r:embed="rId7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1C683598-A7A8-477F-BA56-AD9293B63570}"/>
                  </a:ext>
                </a:extLst>
              </p:cNvPr>
              <p:cNvSpPr/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1C683598-A7A8-477F-BA56-AD9293B6357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blipFill>
                <a:blip r:embed="rId7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3405A1A8-FA4B-4FC4-9A6F-E27981B4CA5D}"/>
                  </a:ext>
                </a:extLst>
              </p:cNvPr>
              <p:cNvSpPr/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3405A1A8-FA4B-4FC4-9A6F-E27981B4CA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blipFill>
                <a:blip r:embed="rId7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2AC41B4D-B223-40B9-8520-036575275629}"/>
                  </a:ext>
                </a:extLst>
              </p:cNvPr>
              <p:cNvSpPr/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2AC41B4D-B223-40B9-8520-03657527562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blipFill>
                <a:blip r:embed="rId8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12" name="Table 111">
                <a:extLst>
                  <a:ext uri="{FF2B5EF4-FFF2-40B4-BE49-F238E27FC236}">
                    <a16:creationId xmlns:a16="http://schemas.microsoft.com/office/drawing/2014/main" id="{34F7B5B1-4249-4ECC-B5FC-DB3BD9B0BFF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985585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12" name="Table 111">
                <a:extLst>
                  <a:ext uri="{FF2B5EF4-FFF2-40B4-BE49-F238E27FC236}">
                    <a16:creationId xmlns:a16="http://schemas.microsoft.com/office/drawing/2014/main" id="{34F7B5B1-4249-4ECC-B5FC-DB3BD9B0BFF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20915019"/>
                  </p:ext>
                </p:extLst>
              </p:nvPr>
            </p:nvGraphicFramePr>
            <p:xfrm>
              <a:off x="3985585" y="1363820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81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BB32BA5B-C9CB-4324-886A-E12061C7726A}"/>
                  </a:ext>
                </a:extLst>
              </p:cNvPr>
              <p:cNvSpPr/>
              <p:nvPr/>
            </p:nvSpPr>
            <p:spPr>
              <a:xfrm>
                <a:off x="4613261" y="1921612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BB32BA5B-C9CB-4324-886A-E12061C772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3261" y="1921612"/>
                <a:ext cx="737655" cy="523220"/>
              </a:xfrm>
              <a:prstGeom prst="rect">
                <a:avLst/>
              </a:prstGeom>
              <a:blipFill>
                <a:blip r:embed="rId8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604B5613-A2AF-4BE5-BDE3-63DAE543C446}"/>
                  </a:ext>
                </a:extLst>
              </p:cNvPr>
              <p:cNvSpPr/>
              <p:nvPr/>
            </p:nvSpPr>
            <p:spPr>
              <a:xfrm>
                <a:off x="4613261" y="2445111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604B5613-A2AF-4BE5-BDE3-63DAE543C44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3261" y="2445111"/>
                <a:ext cx="737655" cy="523220"/>
              </a:xfrm>
              <a:prstGeom prst="rect">
                <a:avLst/>
              </a:prstGeom>
              <a:blipFill>
                <a:blip r:embed="rId8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5880BEFA-1719-46D3-B876-A21DBD7C343D}"/>
                  </a:ext>
                </a:extLst>
              </p:cNvPr>
              <p:cNvSpPr/>
              <p:nvPr/>
            </p:nvSpPr>
            <p:spPr>
              <a:xfrm>
                <a:off x="4613261" y="2968610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5880BEFA-1719-46D3-B876-A21DBD7C34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3261" y="2968610"/>
                <a:ext cx="737655" cy="523220"/>
              </a:xfrm>
              <a:prstGeom prst="rect">
                <a:avLst/>
              </a:prstGeom>
              <a:blipFill>
                <a:blip r:embed="rId8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75941810-5587-4BDF-BCF8-967E0402590C}"/>
                  </a:ext>
                </a:extLst>
              </p:cNvPr>
              <p:cNvSpPr/>
              <p:nvPr/>
            </p:nvSpPr>
            <p:spPr>
              <a:xfrm>
                <a:off x="4613261" y="3492109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75941810-5587-4BDF-BCF8-967E040259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3261" y="3492109"/>
                <a:ext cx="737655" cy="523220"/>
              </a:xfrm>
              <a:prstGeom prst="rect">
                <a:avLst/>
              </a:prstGeom>
              <a:blipFill>
                <a:blip r:embed="rId8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8380D72A-975C-4FBF-8ADA-F0C65A8FF19F}"/>
                  </a:ext>
                </a:extLst>
              </p:cNvPr>
              <p:cNvSpPr/>
              <p:nvPr/>
            </p:nvSpPr>
            <p:spPr>
              <a:xfrm>
                <a:off x="4613261" y="4003683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8380D72A-975C-4FBF-8ADA-F0C65A8FF19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3261" y="4003683"/>
                <a:ext cx="737655" cy="523220"/>
              </a:xfrm>
              <a:prstGeom prst="rect">
                <a:avLst/>
              </a:prstGeom>
              <a:blipFill>
                <a:blip r:embed="rId8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076606BB-6F5F-4779-9BA2-8E3C4B8320DD}"/>
                  </a:ext>
                </a:extLst>
              </p:cNvPr>
              <p:cNvSpPr txBox="1"/>
              <p:nvPr/>
            </p:nvSpPr>
            <p:spPr>
              <a:xfrm>
                <a:off x="3814211" y="445039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076606BB-6F5F-4779-9BA2-8E3C4B832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14211" y="4450398"/>
                <a:ext cx="2376000" cy="1356012"/>
              </a:xfrm>
              <a:prstGeom prst="rect">
                <a:avLst/>
              </a:prstGeom>
              <a:blipFill>
                <a:blip r:embed="rId8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19" name="Table 118">
                <a:extLst>
                  <a:ext uri="{FF2B5EF4-FFF2-40B4-BE49-F238E27FC236}">
                    <a16:creationId xmlns:a16="http://schemas.microsoft.com/office/drawing/2014/main" id="{F1DCF4F1-1D69-4B37-A9A2-8DA338293E2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425041" y="1363821"/>
              <a:ext cx="1477312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7731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19" name="Table 118">
                <a:extLst>
                  <a:ext uri="{FF2B5EF4-FFF2-40B4-BE49-F238E27FC236}">
                    <a16:creationId xmlns:a16="http://schemas.microsoft.com/office/drawing/2014/main" id="{F1DCF4F1-1D69-4B37-A9A2-8DA338293E2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35826618"/>
                  </p:ext>
                </p:extLst>
              </p:nvPr>
            </p:nvGraphicFramePr>
            <p:xfrm>
              <a:off x="1425041" y="1363821"/>
              <a:ext cx="1477312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7731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88"/>
                          <a:stretch>
                            <a:fillRect l="-410" t="-1124" r="-123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348020F1-03D1-41BE-8A1A-9D0B4B84D04C}"/>
                  </a:ext>
                </a:extLst>
              </p:cNvPr>
              <p:cNvSpPr/>
              <p:nvPr/>
            </p:nvSpPr>
            <p:spPr>
              <a:xfrm>
                <a:off x="1763156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348020F1-03D1-41BE-8A1A-9D0B4B84D0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156" y="1919835"/>
                <a:ext cx="792000" cy="522000"/>
              </a:xfrm>
              <a:prstGeom prst="rect">
                <a:avLst/>
              </a:prstGeom>
              <a:blipFill>
                <a:blip r:embed="rId8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EF24375E-39D8-4117-BD81-80566CB902DE}"/>
                  </a:ext>
                </a:extLst>
              </p:cNvPr>
              <p:cNvSpPr/>
              <p:nvPr/>
            </p:nvSpPr>
            <p:spPr>
              <a:xfrm>
                <a:off x="1763156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EF24375E-39D8-4117-BD81-80566CB902D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156" y="2444832"/>
                <a:ext cx="792000" cy="522000"/>
              </a:xfrm>
              <a:prstGeom prst="rect">
                <a:avLst/>
              </a:prstGeom>
              <a:blipFill>
                <a:blip r:embed="rId9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FF4DE7F2-C0B4-406E-A79E-B67442BDB653}"/>
                  </a:ext>
                </a:extLst>
              </p:cNvPr>
              <p:cNvSpPr/>
              <p:nvPr/>
            </p:nvSpPr>
            <p:spPr>
              <a:xfrm>
                <a:off x="1763156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FF4DE7F2-C0B4-406E-A79E-B67442BDB6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156" y="2969829"/>
                <a:ext cx="792000" cy="522000"/>
              </a:xfrm>
              <a:prstGeom prst="rect">
                <a:avLst/>
              </a:prstGeom>
              <a:blipFill>
                <a:blip r:embed="rId9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2105B00A-A389-4C98-BEDB-76F505C00D57}"/>
                  </a:ext>
                </a:extLst>
              </p:cNvPr>
              <p:cNvSpPr/>
              <p:nvPr/>
            </p:nvSpPr>
            <p:spPr>
              <a:xfrm>
                <a:off x="1763156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2105B00A-A389-4C98-BEDB-76F505C00D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156" y="3494826"/>
                <a:ext cx="792000" cy="522000"/>
              </a:xfrm>
              <a:prstGeom prst="rect">
                <a:avLst/>
              </a:prstGeom>
              <a:blipFill>
                <a:blip r:embed="rId9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8AF16FE1-B2CE-4DA3-B07E-6F5857D1452C}"/>
                  </a:ext>
                </a:extLst>
              </p:cNvPr>
              <p:cNvSpPr/>
              <p:nvPr/>
            </p:nvSpPr>
            <p:spPr>
              <a:xfrm>
                <a:off x="1763156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8AF16FE1-B2CE-4DA3-B07E-6F5857D1452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3156" y="4004293"/>
                <a:ext cx="792000" cy="522000"/>
              </a:xfrm>
              <a:prstGeom prst="rect">
                <a:avLst/>
              </a:prstGeom>
              <a:blipFill>
                <a:blip r:embed="rId9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E34602-C06B-47E3-88C6-98654F5707F8}"/>
                  </a:ext>
                </a:extLst>
              </p:cNvPr>
              <p:cNvSpPr txBox="1"/>
              <p:nvPr/>
            </p:nvSpPr>
            <p:spPr>
              <a:xfrm>
                <a:off x="1321183" y="4450398"/>
                <a:ext cx="1691654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EE34602-C06B-47E3-88C6-98654F5707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21183" y="4450398"/>
                <a:ext cx="1691654" cy="1356012"/>
              </a:xfrm>
              <a:prstGeom prst="rect">
                <a:avLst/>
              </a:prstGeom>
              <a:blipFill>
                <a:blip r:embed="rId9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/>
              <p:nvPr/>
            </p:nvSpPr>
            <p:spPr>
              <a:xfrm>
                <a:off x="3656333" y="5931205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56333" y="5931205"/>
                <a:ext cx="401439" cy="523220"/>
              </a:xfrm>
              <a:prstGeom prst="rect">
                <a:avLst/>
              </a:prstGeom>
              <a:blipFill>
                <a:blip r:embed="rId9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/>
              <p:nvPr/>
            </p:nvSpPr>
            <p:spPr>
              <a:xfrm>
                <a:off x="5188087" y="5731537"/>
                <a:ext cx="1570988" cy="8728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7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60 </m:t>
                          </m:r>
                        </m:num>
                        <m:den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US" sz="27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8087" y="5731537"/>
                <a:ext cx="1570988" cy="872868"/>
              </a:xfrm>
              <a:prstGeom prst="rect">
                <a:avLst/>
              </a:prstGeom>
              <a:blipFill>
                <a:blip r:embed="rId9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/>
              <p:nvPr/>
            </p:nvSpPr>
            <p:spPr>
              <a:xfrm>
                <a:off x="6136646" y="5931205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36646" y="5931205"/>
                <a:ext cx="988054" cy="523220"/>
              </a:xfrm>
              <a:prstGeom prst="rect">
                <a:avLst/>
              </a:prstGeom>
              <a:blipFill>
                <a:blip r:embed="rId9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/>
              <p:nvPr/>
            </p:nvSpPr>
            <p:spPr>
              <a:xfrm>
                <a:off x="4017209" y="5731537"/>
                <a:ext cx="1570988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5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5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5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5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5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5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5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5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5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5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5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5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5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US" sz="25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7209" y="5731537"/>
                <a:ext cx="1570988" cy="899157"/>
              </a:xfrm>
              <a:prstGeom prst="rect">
                <a:avLst/>
              </a:prstGeom>
              <a:blipFill>
                <a:blip r:embed="rId9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/>
              <p:nvPr/>
            </p:nvSpPr>
            <p:spPr>
              <a:xfrm>
                <a:off x="9403949" y="5755903"/>
                <a:ext cx="3652087" cy="87479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4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4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03949" y="5755903"/>
                <a:ext cx="3652087" cy="874791"/>
              </a:xfrm>
              <a:prstGeom prst="rect">
                <a:avLst/>
              </a:prstGeom>
              <a:blipFill>
                <a:blip r:embed="rId9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1717574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13" grpId="0"/>
      <p:bldP spid="114" grpId="0"/>
      <p:bldP spid="115" grpId="0"/>
      <p:bldP spid="116" grpId="0"/>
      <p:bldP spid="117" grpId="0"/>
      <p:bldP spid="118" grpId="0"/>
      <p:bldP spid="120" grpId="0"/>
      <p:bldP spid="121" grpId="0"/>
      <p:bldP spid="122" grpId="0"/>
      <p:bldP spid="123" grpId="0"/>
      <p:bldP spid="124" grpId="0"/>
      <p:bldP spid="57" grpId="0"/>
      <p:bldP spid="58" grpId="0"/>
      <p:bldP spid="59" grpId="0"/>
      <p:bldP spid="60" grpId="0"/>
      <p:bldP spid="61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24968" y="1524107"/>
                <a:ext cx="3040275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8" y="1524107"/>
                <a:ext cx="3040275" cy="98668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012969" y="1524107"/>
                <a:ext cx="2968618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69" y="1524107"/>
                <a:ext cx="2968618" cy="98668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060334" y="1486821"/>
                <a:ext cx="3325082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4" y="1486821"/>
                <a:ext cx="3325082" cy="98668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143999" y="1486821"/>
                <a:ext cx="3680059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38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9" y="1486821"/>
                <a:ext cx="3680059" cy="98668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24968" y="2902126"/>
                <a:ext cx="3146609" cy="93993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  <m:r>
                                    <a:rPr lang="en-IN" sz="26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8" y="2902126"/>
                <a:ext cx="3146609" cy="93993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124968" y="4159928"/>
                <a:ext cx="16408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0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8" y="4159928"/>
                <a:ext cx="1640840" cy="90774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124968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8" y="5371179"/>
                <a:ext cx="148209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012969" y="2901806"/>
                <a:ext cx="3325081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69" y="2901806"/>
                <a:ext cx="3325081" cy="960776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012969" y="4158517"/>
                <a:ext cx="1845256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14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69" y="4158517"/>
                <a:ext cx="1845256" cy="91057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012968" y="5371179"/>
                <a:ext cx="234007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.9333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68" y="5371179"/>
                <a:ext cx="2340079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060334" y="2901806"/>
                <a:ext cx="3325081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4" y="2901806"/>
                <a:ext cx="3325081" cy="960776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060334" y="4159671"/>
                <a:ext cx="198241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4" y="4159671"/>
                <a:ext cx="1982416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060334" y="5371179"/>
                <a:ext cx="18035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4" y="5371179"/>
                <a:ext cx="180350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143999" y="2902703"/>
                <a:ext cx="3325081" cy="95910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9" y="2902703"/>
                <a:ext cx="3325081" cy="95910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143999" y="4159222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38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9" y="4159222"/>
                <a:ext cx="2352040" cy="90774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143998" y="5371179"/>
                <a:ext cx="23520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2.5333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8" y="5371179"/>
                <a:ext cx="235203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5967074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2861017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000560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003AC1AC-5D0F-411A-875A-39FC5FDB905D}"/>
              </a:ext>
            </a:extLst>
          </p:cNvPr>
          <p:cNvSpPr txBox="1"/>
          <p:nvPr/>
        </p:nvSpPr>
        <p:spPr>
          <a:xfrm>
            <a:off x="-3434984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/>
              <p:nvPr/>
            </p:nvSpPr>
            <p:spPr>
              <a:xfrm>
                <a:off x="9531862" y="7005452"/>
                <a:ext cx="3075940" cy="87479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4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4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1862" y="7005452"/>
                <a:ext cx="3075940" cy="874791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7E85437-3AD9-4B65-9D10-1FB0052BCB81}"/>
                  </a:ext>
                </a:extLst>
              </p:cNvPr>
              <p:cNvSpPr txBox="1"/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7E85437-3AD9-4B65-9D10-1FB0052BCB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3950FC2-0501-4894-96B4-50CAD3C22CD8}"/>
                  </a:ext>
                </a:extLst>
              </p:cNvPr>
              <p:cNvSpPr txBox="1"/>
              <p:nvPr/>
            </p:nvSpPr>
            <p:spPr>
              <a:xfrm>
                <a:off x="7138465" y="782453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53950FC2-0501-4894-96B4-50CAD3C22C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38465" y="782453"/>
                <a:ext cx="1570988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923A255-A72F-4565-B9F1-1CA2FC1D17E9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923A255-A72F-4565-B9F1-1CA2FC1D17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/>
              <p:nvPr/>
            </p:nvSpPr>
            <p:spPr>
              <a:xfrm>
                <a:off x="9531862" y="7017507"/>
                <a:ext cx="2660138" cy="8040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4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1862" y="7017507"/>
                <a:ext cx="2660138" cy="804003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A4F22818-C32C-4463-A38E-DC9E834E3E7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3378870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A4F22818-C32C-4463-A38E-DC9E834E3E7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397545639"/>
                  </p:ext>
                </p:extLst>
              </p:nvPr>
            </p:nvGraphicFramePr>
            <p:xfrm>
              <a:off x="-3378870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0"/>
                          <a:stretch>
                            <a:fillRect l="-877" t="-1124" r="-3509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1B911574-66BE-4A5D-8F4A-02B01A1D9CA2}"/>
                  </a:ext>
                </a:extLst>
              </p:cNvPr>
              <p:cNvSpPr/>
              <p:nvPr/>
            </p:nvSpPr>
            <p:spPr>
              <a:xfrm>
                <a:off x="-3434984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1B911574-66BE-4A5D-8F4A-02B01A1D9C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1919835"/>
                <a:ext cx="792000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1A986A85-4DB7-4753-944C-067C2DC678D6}"/>
                  </a:ext>
                </a:extLst>
              </p:cNvPr>
              <p:cNvSpPr/>
              <p:nvPr/>
            </p:nvSpPr>
            <p:spPr>
              <a:xfrm>
                <a:off x="-3434984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1A986A85-4DB7-4753-944C-067C2DC678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2444832"/>
                <a:ext cx="792000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00C0204B-EFAE-43BD-B609-FE2FDDCC6F05}"/>
                  </a:ext>
                </a:extLst>
              </p:cNvPr>
              <p:cNvSpPr/>
              <p:nvPr/>
            </p:nvSpPr>
            <p:spPr>
              <a:xfrm>
                <a:off x="-3434984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00C0204B-EFAE-43BD-B609-FE2FDDCC6F0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2969829"/>
                <a:ext cx="792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4C65A027-2F02-4B62-8244-B0D66652E656}"/>
                  </a:ext>
                </a:extLst>
              </p:cNvPr>
              <p:cNvSpPr/>
              <p:nvPr/>
            </p:nvSpPr>
            <p:spPr>
              <a:xfrm>
                <a:off x="-3434984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4C65A027-2F02-4B62-8244-B0D66652E65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3494826"/>
                <a:ext cx="792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3E22F91F-F722-4DC1-8382-672EEE09A003}"/>
                  </a:ext>
                </a:extLst>
              </p:cNvPr>
              <p:cNvSpPr/>
              <p:nvPr/>
            </p:nvSpPr>
            <p:spPr>
              <a:xfrm>
                <a:off x="-3434984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3E22F91F-F722-4DC1-8382-672EEE09A0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34984" y="4004293"/>
                <a:ext cx="792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4" name="Table 83">
                <a:extLst>
                  <a:ext uri="{FF2B5EF4-FFF2-40B4-BE49-F238E27FC236}">
                    <a16:creationId xmlns:a16="http://schemas.microsoft.com/office/drawing/2014/main" id="{71CDDD49-6A56-46BD-AB8A-727D77BDF316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2690832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4" name="Table 83">
                <a:extLst>
                  <a:ext uri="{FF2B5EF4-FFF2-40B4-BE49-F238E27FC236}">
                    <a16:creationId xmlns:a16="http://schemas.microsoft.com/office/drawing/2014/main" id="{71CDDD49-6A56-46BD-AB8A-727D77BDF316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21260441"/>
                  </p:ext>
                </p:extLst>
              </p:nvPr>
            </p:nvGraphicFramePr>
            <p:xfrm>
              <a:off x="-2690832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6"/>
                          <a:stretch>
                            <a:fillRect l="-877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3F28616A-9FDE-4267-B031-2CF9DE6B0E8E}"/>
                  </a:ext>
                </a:extLst>
              </p:cNvPr>
              <p:cNvSpPr/>
              <p:nvPr/>
            </p:nvSpPr>
            <p:spPr>
              <a:xfrm>
                <a:off x="-2746946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3F28616A-9FDE-4267-B031-2CF9DE6B0E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1919835"/>
                <a:ext cx="792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AA576A3D-D9D7-4D13-BAEC-EC7AC0FF191B}"/>
                  </a:ext>
                </a:extLst>
              </p:cNvPr>
              <p:cNvSpPr/>
              <p:nvPr/>
            </p:nvSpPr>
            <p:spPr>
              <a:xfrm>
                <a:off x="-2746946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AA576A3D-D9D7-4D13-BAEC-EC7AC0FF19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2444832"/>
                <a:ext cx="792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A4A8706F-D797-4F4D-9828-EBD8B4EA25A1}"/>
                  </a:ext>
                </a:extLst>
              </p:cNvPr>
              <p:cNvSpPr/>
              <p:nvPr/>
            </p:nvSpPr>
            <p:spPr>
              <a:xfrm>
                <a:off x="-2746946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A4A8706F-D797-4F4D-9828-EBD8B4EA25A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2969829"/>
                <a:ext cx="792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0D7006DD-CE3F-4F6B-910B-5552A30A4E1D}"/>
                  </a:ext>
                </a:extLst>
              </p:cNvPr>
              <p:cNvSpPr/>
              <p:nvPr/>
            </p:nvSpPr>
            <p:spPr>
              <a:xfrm>
                <a:off x="-2746946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0D7006DD-CE3F-4F6B-910B-5552A30A4E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3494826"/>
                <a:ext cx="792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3F3658E4-1B72-4D5C-B435-2706B037C236}"/>
                  </a:ext>
                </a:extLst>
              </p:cNvPr>
              <p:cNvSpPr/>
              <p:nvPr/>
            </p:nvSpPr>
            <p:spPr>
              <a:xfrm>
                <a:off x="-2746946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3F3658E4-1B72-4D5C-B435-2706B037C23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746946" y="4004293"/>
                <a:ext cx="792000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0" name="Table 89">
                <a:extLst>
                  <a:ext uri="{FF2B5EF4-FFF2-40B4-BE49-F238E27FC236}">
                    <a16:creationId xmlns:a16="http://schemas.microsoft.com/office/drawing/2014/main" id="{D2E94ABD-6F47-4BBB-815D-9E0C40151F5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2003905" y="1363821"/>
              <a:ext cx="1477312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7731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0" name="Table 89">
                <a:extLst>
                  <a:ext uri="{FF2B5EF4-FFF2-40B4-BE49-F238E27FC236}">
                    <a16:creationId xmlns:a16="http://schemas.microsoft.com/office/drawing/2014/main" id="{D2E94ABD-6F47-4BBB-815D-9E0C40151F5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79292789"/>
                  </p:ext>
                </p:extLst>
              </p:nvPr>
            </p:nvGraphicFramePr>
            <p:xfrm>
              <a:off x="-2003905" y="1363821"/>
              <a:ext cx="1477312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7731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2"/>
                          <a:stretch>
                            <a:fillRect l="-823" t="-1124" r="-1235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6C54FDEA-D0D1-4CF1-AC44-46192EE87F59}"/>
                  </a:ext>
                </a:extLst>
              </p:cNvPr>
              <p:cNvSpPr/>
              <p:nvPr/>
            </p:nvSpPr>
            <p:spPr>
              <a:xfrm>
                <a:off x="-1665790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6C54FDEA-D0D1-4CF1-AC44-46192EE87F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665790" y="1919835"/>
                <a:ext cx="792000" cy="52200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8F5A5F59-6458-4DAB-8A17-616686C6CD3E}"/>
                  </a:ext>
                </a:extLst>
              </p:cNvPr>
              <p:cNvSpPr/>
              <p:nvPr/>
            </p:nvSpPr>
            <p:spPr>
              <a:xfrm>
                <a:off x="-1665790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8F5A5F59-6458-4DAB-8A17-616686C6CD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665790" y="2444832"/>
                <a:ext cx="792000" cy="52200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9100794D-644D-427F-97B5-C0406E54C01A}"/>
                  </a:ext>
                </a:extLst>
              </p:cNvPr>
              <p:cNvSpPr/>
              <p:nvPr/>
            </p:nvSpPr>
            <p:spPr>
              <a:xfrm>
                <a:off x="-1665790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9100794D-644D-427F-97B5-C0406E54C0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665790" y="2969829"/>
                <a:ext cx="792000" cy="52200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0F19EB3B-799D-48F3-9CF9-993BE59E6DBF}"/>
                  </a:ext>
                </a:extLst>
              </p:cNvPr>
              <p:cNvSpPr/>
              <p:nvPr/>
            </p:nvSpPr>
            <p:spPr>
              <a:xfrm>
                <a:off x="-1665790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0F19EB3B-799D-48F3-9CF9-993BE59E6DB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665790" y="3494826"/>
                <a:ext cx="792000" cy="52200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45152EAE-58D7-4AAE-AA5D-455A4C8BE467}"/>
                  </a:ext>
                </a:extLst>
              </p:cNvPr>
              <p:cNvSpPr/>
              <p:nvPr/>
            </p:nvSpPr>
            <p:spPr>
              <a:xfrm>
                <a:off x="-1665790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45152EAE-58D7-4AAE-AA5D-455A4C8BE4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665790" y="4004293"/>
                <a:ext cx="792000" cy="52200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9378E92F-2BF7-4616-A7E2-2D9C3383019C}"/>
                  </a:ext>
                </a:extLst>
              </p:cNvPr>
              <p:cNvSpPr txBox="1"/>
              <p:nvPr/>
            </p:nvSpPr>
            <p:spPr>
              <a:xfrm>
                <a:off x="-2107763" y="4450398"/>
                <a:ext cx="1691654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9378E92F-2BF7-4616-A7E2-2D9C338301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107763" y="4450398"/>
                <a:ext cx="1691654" cy="1356012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9473352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0189921" y="5618922"/>
                <a:ext cx="3075940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89921" y="5618922"/>
                <a:ext cx="3075940" cy="92256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609A817-3FDE-49B7-8498-64EB507D6E2B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609A817-3FDE-49B7-8498-64EB507D6E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5" name="Table 34">
                <a:extLst>
                  <a:ext uri="{FF2B5EF4-FFF2-40B4-BE49-F238E27FC236}">
                    <a16:creationId xmlns:a16="http://schemas.microsoft.com/office/drawing/2014/main" id="{7E18D7D9-4158-4AB7-81DA-688BA1AFF0AE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337365" y="1363821"/>
              <a:ext cx="2241017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241017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5" name="Table 34">
                <a:extLst>
                  <a:ext uri="{FF2B5EF4-FFF2-40B4-BE49-F238E27FC236}">
                    <a16:creationId xmlns:a16="http://schemas.microsoft.com/office/drawing/2014/main" id="{7E18D7D9-4158-4AB7-81DA-688BA1AFF0A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29254067"/>
                  </p:ext>
                </p:extLst>
              </p:nvPr>
            </p:nvGraphicFramePr>
            <p:xfrm>
              <a:off x="3337365" y="1363821"/>
              <a:ext cx="2241017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241017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2"/>
                          <a:stretch>
                            <a:fillRect l="-542" t="-1124" r="-813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7" name="Table 36">
                <a:extLst>
                  <a:ext uri="{FF2B5EF4-FFF2-40B4-BE49-F238E27FC236}">
                    <a16:creationId xmlns:a16="http://schemas.microsoft.com/office/drawing/2014/main" id="{02BCEB7A-DE54-4136-8C40-444483B46B2A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7" name="Table 36">
                <a:extLst>
                  <a:ext uri="{FF2B5EF4-FFF2-40B4-BE49-F238E27FC236}">
                    <a16:creationId xmlns:a16="http://schemas.microsoft.com/office/drawing/2014/main" id="{02BCEB7A-DE54-4136-8C40-444483B46B2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64396180"/>
                  </p:ext>
                </p:extLst>
              </p:nvPr>
            </p:nvGraphicFramePr>
            <p:xfrm>
              <a:off x="50076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3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8" name="Table 37">
                <a:extLst>
                  <a:ext uri="{FF2B5EF4-FFF2-40B4-BE49-F238E27FC236}">
                    <a16:creationId xmlns:a16="http://schemas.microsoft.com/office/drawing/2014/main" id="{06197A16-556E-4CAA-8228-D04123D290DA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578383" y="1363820"/>
              <a:ext cx="2335386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5386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8" name="Table 37">
                <a:extLst>
                  <a:ext uri="{FF2B5EF4-FFF2-40B4-BE49-F238E27FC236}">
                    <a16:creationId xmlns:a16="http://schemas.microsoft.com/office/drawing/2014/main" id="{06197A16-556E-4CAA-8228-D04123D290DA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3033266"/>
                  </p:ext>
                </p:extLst>
              </p:nvPr>
            </p:nvGraphicFramePr>
            <p:xfrm>
              <a:off x="5578383" y="1363820"/>
              <a:ext cx="2335386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35386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4"/>
                          <a:stretch>
                            <a:fillRect l="-521" t="-1124" r="-781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9" name="Table 38">
                <a:extLst>
                  <a:ext uri="{FF2B5EF4-FFF2-40B4-BE49-F238E27FC236}">
                    <a16:creationId xmlns:a16="http://schemas.microsoft.com/office/drawing/2014/main" id="{933C0AD4-0D71-45B7-AD20-609FFF08DB7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913769" y="1363821"/>
              <a:ext cx="2307461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0746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9" name="Table 38">
                <a:extLst>
                  <a:ext uri="{FF2B5EF4-FFF2-40B4-BE49-F238E27FC236}">
                    <a16:creationId xmlns:a16="http://schemas.microsoft.com/office/drawing/2014/main" id="{933C0AD4-0D71-45B7-AD20-609FFF08DB7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43092793"/>
                  </p:ext>
                </p:extLst>
              </p:nvPr>
            </p:nvGraphicFramePr>
            <p:xfrm>
              <a:off x="7913769" y="1363821"/>
              <a:ext cx="2307461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07461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5"/>
                          <a:stretch>
                            <a:fillRect l="-528" t="-1124" r="-79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28E30E4F-BA58-459D-A83F-1144C36C5143}"/>
                  </a:ext>
                </a:extLst>
              </p:cNvPr>
              <p:cNvSpPr/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28E30E4F-BA58-459D-A83F-1144C36C51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1919835"/>
                <a:ext cx="792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F8688619-2EB8-4D42-801B-BD2F3BF5259D}"/>
                  </a:ext>
                </a:extLst>
              </p:cNvPr>
              <p:cNvSpPr/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F8688619-2EB8-4D42-801B-BD2F3BF5259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444832"/>
                <a:ext cx="792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729728F9-8E9C-49C6-AB65-7405E3C041AE}"/>
                  </a:ext>
                </a:extLst>
              </p:cNvPr>
              <p:cNvSpPr/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729728F9-8E9C-49C6-AB65-7405E3C041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969829"/>
                <a:ext cx="792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5489A02C-0F35-4345-95DF-499D268FDCB5}"/>
                  </a:ext>
                </a:extLst>
              </p:cNvPr>
              <p:cNvSpPr/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5489A02C-0F35-4345-95DF-499D268FDC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3494826"/>
                <a:ext cx="792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CD4045C-30C4-4CD2-B1EF-FE412A7F054B}"/>
                  </a:ext>
                </a:extLst>
              </p:cNvPr>
              <p:cNvSpPr/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CD4045C-30C4-4CD2-B1EF-FE412A7F05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4004293"/>
                <a:ext cx="792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E0712663-C653-48B8-8203-B359F11497E2}"/>
                  </a:ext>
                </a:extLst>
              </p:cNvPr>
              <p:cNvSpPr/>
              <p:nvPr/>
            </p:nvSpPr>
            <p:spPr>
              <a:xfrm>
                <a:off x="3758474" y="192265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E0712663-C653-48B8-8203-B359F11497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8474" y="1922657"/>
                <a:ext cx="1080000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628973F6-4750-42E7-B436-67F7481884F6}"/>
                  </a:ext>
                </a:extLst>
              </p:cNvPr>
              <p:cNvSpPr/>
              <p:nvPr/>
            </p:nvSpPr>
            <p:spPr>
              <a:xfrm>
                <a:off x="3758474" y="244299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628973F6-4750-42E7-B436-67F7481884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8474" y="2442990"/>
                <a:ext cx="1080000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14C99B13-C7EF-45F4-AFB3-49335FEA53C1}"/>
                  </a:ext>
                </a:extLst>
              </p:cNvPr>
              <p:cNvSpPr/>
              <p:nvPr/>
            </p:nvSpPr>
            <p:spPr>
              <a:xfrm>
                <a:off x="3758474" y="296332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14C99B13-C7EF-45F4-AFB3-49335FEA53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8474" y="2963323"/>
                <a:ext cx="1080000" cy="52322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3BC96DD-2FA3-4313-8CD9-3F2336FFAB57}"/>
                  </a:ext>
                </a:extLst>
              </p:cNvPr>
              <p:cNvSpPr/>
              <p:nvPr/>
            </p:nvSpPr>
            <p:spPr>
              <a:xfrm>
                <a:off x="3758474" y="348365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23BC96DD-2FA3-4313-8CD9-3F2336FFAB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8474" y="3483655"/>
                <a:ext cx="1080000" cy="52322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D107F8F7-7862-448E-8E5E-67894BCAC842}"/>
                  </a:ext>
                </a:extLst>
              </p:cNvPr>
              <p:cNvSpPr/>
              <p:nvPr/>
            </p:nvSpPr>
            <p:spPr>
              <a:xfrm>
                <a:off x="3758474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D107F8F7-7862-448E-8E5E-67894BCAC84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58474" y="4003683"/>
                <a:ext cx="1080000" cy="52322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85F46A16-0821-46C0-8D49-6F7FD369D131}"/>
                  </a:ext>
                </a:extLst>
              </p:cNvPr>
              <p:cNvSpPr/>
              <p:nvPr/>
            </p:nvSpPr>
            <p:spPr>
              <a:xfrm>
                <a:off x="6208241" y="191983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85F46A16-0821-46C0-8D49-6F7FD369D1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8241" y="1919835"/>
                <a:ext cx="1080000" cy="52322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BFF1574B-FB26-4566-8874-ED8D7E0CA944}"/>
                  </a:ext>
                </a:extLst>
              </p:cNvPr>
              <p:cNvSpPr/>
              <p:nvPr/>
            </p:nvSpPr>
            <p:spPr>
              <a:xfrm>
                <a:off x="6208241" y="244079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BFF1574B-FB26-4566-8874-ED8D7E0CA94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8241" y="2440797"/>
                <a:ext cx="1080000" cy="52322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6E7A4CBF-EB2D-4A2A-AF13-57FCBA9248F2}"/>
                  </a:ext>
                </a:extLst>
              </p:cNvPr>
              <p:cNvSpPr/>
              <p:nvPr/>
            </p:nvSpPr>
            <p:spPr>
              <a:xfrm>
                <a:off x="6208241" y="296175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6E7A4CBF-EB2D-4A2A-AF13-57FCBA9248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8241" y="2961759"/>
                <a:ext cx="1080000" cy="52322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3AE05F07-D046-4F5D-A0A2-D2C6611667D5}"/>
                  </a:ext>
                </a:extLst>
              </p:cNvPr>
              <p:cNvSpPr/>
              <p:nvPr/>
            </p:nvSpPr>
            <p:spPr>
              <a:xfrm>
                <a:off x="6208241" y="348272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3AE05F07-D046-4F5D-A0A2-D2C6611667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8241" y="3482721"/>
                <a:ext cx="1080000" cy="52322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E65994DD-4998-45A3-9E17-C66803547600}"/>
                  </a:ext>
                </a:extLst>
              </p:cNvPr>
              <p:cNvSpPr/>
              <p:nvPr/>
            </p:nvSpPr>
            <p:spPr>
              <a:xfrm>
                <a:off x="6208241" y="40036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E65994DD-4998-45A3-9E17-C6680354760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8241" y="4003683"/>
                <a:ext cx="1080000" cy="523220"/>
              </a:xfrm>
              <a:prstGeom prst="rect">
                <a:avLst/>
              </a:prstGeom>
              <a:blipFill>
                <a:blip r:embed="rId5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F486FAE6-98EC-47BC-94E6-57015167C710}"/>
                  </a:ext>
                </a:extLst>
              </p:cNvPr>
              <p:cNvSpPr/>
              <p:nvPr/>
            </p:nvSpPr>
            <p:spPr>
              <a:xfrm>
                <a:off x="8539296" y="191984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F486FAE6-98EC-47BC-94E6-57015167C7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9296" y="1919842"/>
                <a:ext cx="1080000" cy="523220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5067FCF7-4A98-4A02-BD80-C7051BC0AAD6}"/>
                  </a:ext>
                </a:extLst>
              </p:cNvPr>
              <p:cNvSpPr/>
              <p:nvPr/>
            </p:nvSpPr>
            <p:spPr>
              <a:xfrm>
                <a:off x="8539296" y="244371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5067FCF7-4A98-4A02-BD80-C7051BC0AA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9296" y="2443714"/>
                <a:ext cx="1080000" cy="523220"/>
              </a:xfrm>
              <a:prstGeom prst="rect">
                <a:avLst/>
              </a:prstGeom>
              <a:blipFill>
                <a:blip r:embed="rId5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0A4102A-93E9-46CC-B6C4-840B02D2F499}"/>
                  </a:ext>
                </a:extLst>
              </p:cNvPr>
              <p:cNvSpPr/>
              <p:nvPr/>
            </p:nvSpPr>
            <p:spPr>
              <a:xfrm>
                <a:off x="8539296" y="296758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1792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0A4102A-93E9-46CC-B6C4-840B02D2F4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9296" y="2967586"/>
                <a:ext cx="1080000" cy="523220"/>
              </a:xfrm>
              <a:prstGeom prst="rect">
                <a:avLst/>
              </a:prstGeom>
              <a:blipFill>
                <a:blip r:embed="rId5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4A779BD2-3755-4891-86DF-9BA4AFB0FC4C}"/>
                  </a:ext>
                </a:extLst>
              </p:cNvPr>
              <p:cNvSpPr/>
              <p:nvPr/>
            </p:nvSpPr>
            <p:spPr>
              <a:xfrm>
                <a:off x="8539296" y="349145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1875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4A779BD2-3755-4891-86DF-9BA4AFB0FC4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9296" y="3491458"/>
                <a:ext cx="1080000" cy="523220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4D2FA11E-D27D-45E4-BA79-9766CE93ACF2}"/>
                  </a:ext>
                </a:extLst>
              </p:cNvPr>
              <p:cNvSpPr/>
              <p:nvPr/>
            </p:nvSpPr>
            <p:spPr>
              <a:xfrm>
                <a:off x="8539296" y="401532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1296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4D2FA11E-D27D-45E4-BA79-9766CE93AC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39296" y="4015329"/>
                <a:ext cx="1080000" cy="523220"/>
              </a:xfrm>
              <a:prstGeom prst="rect">
                <a:avLst/>
              </a:prstGeom>
              <a:blipFill>
                <a:blip r:embed="rId5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76A94CB4-B829-4954-A2E0-3ACCD6DC2C5A}"/>
                  </a:ext>
                </a:extLst>
              </p:cNvPr>
              <p:cNvSpPr txBox="1"/>
              <p:nvPr/>
            </p:nvSpPr>
            <p:spPr>
              <a:xfrm>
                <a:off x="3389723" y="4597777"/>
                <a:ext cx="263081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76A94CB4-B829-4954-A2E0-3ACCD6DC2C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89723" y="4597777"/>
                <a:ext cx="2630815" cy="1061253"/>
              </a:xfrm>
              <a:prstGeom prst="rect">
                <a:avLst/>
              </a:prstGeom>
              <a:blipFill>
                <a:blip r:embed="rId5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67AC4672-63B9-4648-B5B7-A16954E4F753}"/>
                  </a:ext>
                </a:extLst>
              </p:cNvPr>
              <p:cNvSpPr txBox="1"/>
              <p:nvPr/>
            </p:nvSpPr>
            <p:spPr>
              <a:xfrm>
                <a:off x="5448453" y="4632242"/>
                <a:ext cx="2630815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bSup>
                        </m:e>
                      </m:nary>
                      <m:r>
                        <a:rPr lang="en-US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1128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67AC4672-63B9-4648-B5B7-A16954E4F7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48453" y="4632242"/>
                <a:ext cx="2630815" cy="1061253"/>
              </a:xfrm>
              <a:prstGeom prst="rect">
                <a:avLst/>
              </a:prstGeom>
              <a:blipFill>
                <a:blip r:embed="rId5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7E474B5B-EAB8-4E3D-AE92-F47AA2CAC148}"/>
                  </a:ext>
                </a:extLst>
              </p:cNvPr>
              <p:cNvSpPr txBox="1"/>
              <p:nvPr/>
            </p:nvSpPr>
            <p:spPr>
              <a:xfrm>
                <a:off x="7752092" y="4638069"/>
                <a:ext cx="2630815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bSup>
                        </m:e>
                      </m:nary>
                      <m:r>
                        <a:rPr lang="en-US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5222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7E474B5B-EAB8-4E3D-AE92-F47AA2CAC1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52092" y="4638069"/>
                <a:ext cx="2630815" cy="1061253"/>
              </a:xfrm>
              <a:prstGeom prst="rect">
                <a:avLst/>
              </a:prstGeom>
              <a:blipFill>
                <a:blip r:embed="rId5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1" name="Table 90">
                <a:extLst>
                  <a:ext uri="{FF2B5EF4-FFF2-40B4-BE49-F238E27FC236}">
                    <a16:creationId xmlns:a16="http://schemas.microsoft.com/office/drawing/2014/main" id="{14189262-DAAC-4CF5-8531-BEA5CCA05AD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1" name="Table 90">
                <a:extLst>
                  <a:ext uri="{FF2B5EF4-FFF2-40B4-BE49-F238E27FC236}">
                    <a16:creationId xmlns:a16="http://schemas.microsoft.com/office/drawing/2014/main" id="{14189262-DAAC-4CF5-8531-BEA5CCA05AD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15442657"/>
                  </p:ext>
                </p:extLst>
              </p:nvPr>
            </p:nvGraphicFramePr>
            <p:xfrm>
              <a:off x="738114" y="136382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9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148BD56-6A30-4987-9BE5-911AECC07C75}"/>
                  </a:ext>
                </a:extLst>
              </p:cNvPr>
              <p:cNvSpPr/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148BD56-6A30-4987-9BE5-911AECC07C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1919835"/>
                <a:ext cx="792000" cy="522000"/>
              </a:xfrm>
              <a:prstGeom prst="rect">
                <a:avLst/>
              </a:prstGeom>
              <a:blipFill>
                <a:blip r:embed="rId6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046468BC-0D04-447C-8DA7-483980BC4362}"/>
                  </a:ext>
                </a:extLst>
              </p:cNvPr>
              <p:cNvSpPr/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046468BC-0D04-447C-8DA7-483980BC436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444832"/>
                <a:ext cx="792000" cy="522000"/>
              </a:xfrm>
              <a:prstGeom prst="rect">
                <a:avLst/>
              </a:prstGeom>
              <a:blipFill>
                <a:blip r:embed="rId6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059FD3B6-BD0F-4993-895C-45B5DD09E65B}"/>
                  </a:ext>
                </a:extLst>
              </p:cNvPr>
              <p:cNvSpPr/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059FD3B6-BD0F-4993-895C-45B5DD09E6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2969829"/>
                <a:ext cx="792000" cy="522000"/>
              </a:xfrm>
              <a:prstGeom prst="rect">
                <a:avLst/>
              </a:prstGeom>
              <a:blipFill>
                <a:blip r:embed="rId6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15588479-D8F8-4469-BD93-AFCA8D30AE65}"/>
                  </a:ext>
                </a:extLst>
              </p:cNvPr>
              <p:cNvSpPr/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15588479-D8F8-4469-BD93-AFCA8D30AE6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3494826"/>
                <a:ext cx="792000" cy="522000"/>
              </a:xfrm>
              <a:prstGeom prst="rect">
                <a:avLst/>
              </a:prstGeom>
              <a:blipFill>
                <a:blip r:embed="rId6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E0A9E298-CC56-433D-9603-63B062422232}"/>
                  </a:ext>
                </a:extLst>
              </p:cNvPr>
              <p:cNvSpPr/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E0A9E298-CC56-433D-9603-63B0624222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000" y="4004293"/>
                <a:ext cx="792000" cy="522000"/>
              </a:xfrm>
              <a:prstGeom prst="rect">
                <a:avLst/>
              </a:prstGeom>
              <a:blipFill>
                <a:blip r:embed="rId6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4" name="Table 103">
                <a:extLst>
                  <a:ext uri="{FF2B5EF4-FFF2-40B4-BE49-F238E27FC236}">
                    <a16:creationId xmlns:a16="http://schemas.microsoft.com/office/drawing/2014/main" id="{3807CB89-678F-49C3-BBE0-5CC973200B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425041" y="1363821"/>
              <a:ext cx="1919428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19428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4" name="Table 103">
                <a:extLst>
                  <a:ext uri="{FF2B5EF4-FFF2-40B4-BE49-F238E27FC236}">
                    <a16:creationId xmlns:a16="http://schemas.microsoft.com/office/drawing/2014/main" id="{3807CB89-678F-49C3-BBE0-5CC973200BB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90558866"/>
                  </p:ext>
                </p:extLst>
              </p:nvPr>
            </p:nvGraphicFramePr>
            <p:xfrm>
              <a:off x="1425041" y="1363821"/>
              <a:ext cx="1919428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19428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5"/>
                          <a:stretch>
                            <a:fillRect l="-316" t="-1124" r="-949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C58D47ED-FD74-404E-9CF3-EBC66D8966A8}"/>
                  </a:ext>
                </a:extLst>
              </p:cNvPr>
              <p:cNvSpPr/>
              <p:nvPr/>
            </p:nvSpPr>
            <p:spPr>
              <a:xfrm>
                <a:off x="1990671" y="191983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C58D47ED-FD74-404E-9CF3-EBC66D8966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0671" y="1919835"/>
                <a:ext cx="792000" cy="522000"/>
              </a:xfrm>
              <a:prstGeom prst="rect">
                <a:avLst/>
              </a:prstGeom>
              <a:blipFill>
                <a:blip r:embed="rId6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7E60F86C-C7D8-4BBF-AD78-237DE25E095E}"/>
                  </a:ext>
                </a:extLst>
              </p:cNvPr>
              <p:cNvSpPr/>
              <p:nvPr/>
            </p:nvSpPr>
            <p:spPr>
              <a:xfrm>
                <a:off x="1990671" y="244483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7E60F86C-C7D8-4BBF-AD78-237DE25E09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0671" y="2444832"/>
                <a:ext cx="792000" cy="522000"/>
              </a:xfrm>
              <a:prstGeom prst="rect">
                <a:avLst/>
              </a:prstGeom>
              <a:blipFill>
                <a:blip r:embed="rId6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DC2C2E93-6DCE-4A27-A7E0-94F03312A36E}"/>
                  </a:ext>
                </a:extLst>
              </p:cNvPr>
              <p:cNvSpPr/>
              <p:nvPr/>
            </p:nvSpPr>
            <p:spPr>
              <a:xfrm>
                <a:off x="1990671" y="296982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DC2C2E93-6DCE-4A27-A7E0-94F03312A3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0671" y="2969829"/>
                <a:ext cx="792000" cy="522000"/>
              </a:xfrm>
              <a:prstGeom prst="rect">
                <a:avLst/>
              </a:prstGeom>
              <a:blipFill>
                <a:blip r:embed="rId6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848BDF09-7388-4A9D-AEC0-1B94C4950979}"/>
                  </a:ext>
                </a:extLst>
              </p:cNvPr>
              <p:cNvSpPr/>
              <p:nvPr/>
            </p:nvSpPr>
            <p:spPr>
              <a:xfrm>
                <a:off x="1990671" y="349482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848BDF09-7388-4A9D-AEC0-1B94C495097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0671" y="3494826"/>
                <a:ext cx="792000" cy="522000"/>
              </a:xfrm>
              <a:prstGeom prst="rect">
                <a:avLst/>
              </a:prstGeom>
              <a:blipFill>
                <a:blip r:embed="rId6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BD003D5A-3613-44AC-872E-9FAC209FA67B}"/>
                  </a:ext>
                </a:extLst>
              </p:cNvPr>
              <p:cNvSpPr/>
              <p:nvPr/>
            </p:nvSpPr>
            <p:spPr>
              <a:xfrm>
                <a:off x="1990671" y="400429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BD003D5A-3613-44AC-872E-9FAC209FA6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0671" y="4004293"/>
                <a:ext cx="792000" cy="522000"/>
              </a:xfrm>
              <a:prstGeom prst="rect">
                <a:avLst/>
              </a:prstGeom>
              <a:blipFill>
                <a:blip r:embed="rId7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4C5CB7F2-B3A4-4876-B28B-1233AC7E9F6A}"/>
                  </a:ext>
                </a:extLst>
              </p:cNvPr>
              <p:cNvSpPr txBox="1"/>
              <p:nvPr/>
            </p:nvSpPr>
            <p:spPr>
              <a:xfrm>
                <a:off x="1379308" y="4597778"/>
                <a:ext cx="2175914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4C5CB7F2-B3A4-4876-B28B-1233AC7E9F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79308" y="4597778"/>
                <a:ext cx="2175914" cy="1061253"/>
              </a:xfrm>
              <a:prstGeom prst="rect">
                <a:avLst/>
              </a:prstGeom>
              <a:blipFill>
                <a:blip r:embed="rId7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5727890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3" grpId="0"/>
      <p:bldP spid="54" grpId="0"/>
      <p:bldP spid="55" grpId="0"/>
      <p:bldP spid="56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1486821"/>
                <a:ext cx="3040275" cy="106125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254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1486821"/>
                <a:ext cx="2968618" cy="106125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b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1128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1486821"/>
                <a:ext cx="3325082" cy="106125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144001" y="1486821"/>
                <a:ext cx="318164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bSup>
                        </m:e>
                      </m:nary>
                      <m:r>
                        <a:rPr lang="en-US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5222</m:t>
                      </m:r>
                    </m:oMath>
                  </m:oMathPara>
                </a14:m>
                <a:endParaRPr lang="en-IN" sz="2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1" y="1486821"/>
                <a:ext cx="3181642" cy="106125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24969" y="2902126"/>
                <a:ext cx="2910840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2902126"/>
                <a:ext cx="2910840" cy="99597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124969" y="4159928"/>
                <a:ext cx="16408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60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4159928"/>
                <a:ext cx="1640840" cy="90774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124969" y="5371179"/>
                <a:ext cx="14820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4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969" y="5371179"/>
                <a:ext cx="148209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012970" y="2901806"/>
                <a:ext cx="3075940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2901806"/>
                <a:ext cx="3075940" cy="102752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3012970" y="4158517"/>
                <a:ext cx="1845256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254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70" y="4158517"/>
                <a:ext cx="1845256" cy="91057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3012969" y="5371179"/>
                <a:ext cx="256924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6.9333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12969" y="5371179"/>
                <a:ext cx="2569247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6060335" y="2901806"/>
                <a:ext cx="3075940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2901806"/>
                <a:ext cx="3075940" cy="102752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6060335" y="4159671"/>
                <a:ext cx="198241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1128 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5" y="4159671"/>
                <a:ext cx="1982416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6060334" y="5371179"/>
                <a:ext cx="18035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75.2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334" y="5371179"/>
                <a:ext cx="180350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9144000" y="2902703"/>
                <a:ext cx="3075940" cy="102573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2902703"/>
                <a:ext cx="3075940" cy="102573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9144000" y="4159222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5222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15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4000" y="4159222"/>
                <a:ext cx="2352040" cy="90774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9143999" y="5371179"/>
                <a:ext cx="276821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348.1333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9" y="5371179"/>
                <a:ext cx="276821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61408F2-52D2-498C-B63A-81BAA4AA1973}"/>
              </a:ext>
            </a:extLst>
          </p:cNvPr>
          <p:cNvCxnSpPr>
            <a:cxnSpLocks/>
          </p:cNvCxnSpPr>
          <p:nvPr/>
        </p:nvCxnSpPr>
        <p:spPr>
          <a:xfrm>
            <a:off x="5967074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7B90CC8-9371-4C11-AD89-BCC646B488DB}"/>
              </a:ext>
            </a:extLst>
          </p:cNvPr>
          <p:cNvCxnSpPr>
            <a:cxnSpLocks/>
          </p:cNvCxnSpPr>
          <p:nvPr/>
        </p:nvCxnSpPr>
        <p:spPr>
          <a:xfrm>
            <a:off x="2861017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C001BCC-E98F-4B94-8B9D-D0C3B5A935FA}"/>
              </a:ext>
            </a:extLst>
          </p:cNvPr>
          <p:cNvCxnSpPr>
            <a:cxnSpLocks/>
          </p:cNvCxnSpPr>
          <p:nvPr/>
        </p:nvCxnSpPr>
        <p:spPr>
          <a:xfrm>
            <a:off x="9000560" y="1553025"/>
            <a:ext cx="0" cy="4500000"/>
          </a:xfrm>
          <a:prstGeom prst="lin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/>
              <p:nvPr/>
            </p:nvSpPr>
            <p:spPr>
              <a:xfrm>
                <a:off x="10165967" y="7017507"/>
                <a:ext cx="266013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65967" y="7017507"/>
                <a:ext cx="2660138" cy="92256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8B5BAF0-40D5-4AE6-9607-974DA5A99EB2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15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8B5BAF0-40D5-4AE6-9607-974DA5A99E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7861414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0A0E01-985C-B944-2125-B6963AACD4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6D88B11-FCF3-719C-2822-B0FAD9DB613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67839"/>
                <a:ext cx="11929645" cy="2264249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r>
                  <a:rPr lang="en-US" dirty="0"/>
                  <a:t>Calculate the moments about assumed mean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25</m:t>
                    </m:r>
                  </m:oMath>
                </a14:m>
                <a:r>
                  <a:rPr lang="en-US" dirty="0"/>
                  <a:t>, actual mean and zero for following distribution:</a:t>
                </a:r>
                <a:endParaRPr lang="en-IN" dirty="0"/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6D88B11-FCF3-719C-2822-B0FAD9DB61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67839"/>
                <a:ext cx="11929645" cy="2264249"/>
              </a:xfrm>
              <a:prstGeom prst="rect">
                <a:avLst/>
              </a:prstGeom>
              <a:blipFill>
                <a:blip r:embed="rId3"/>
                <a:stretch>
                  <a:fillRect l="-1074" t="-2419" r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72E83D61-B71B-EE2F-CBB2-613A11CD0F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CA14311C-9330-B35A-8EF2-7B9F0DC9BEF6}"/>
              </a:ext>
            </a:extLst>
          </p:cNvPr>
          <p:cNvSpPr txBox="1">
            <a:spLocks/>
          </p:cNvSpPr>
          <p:nvPr/>
        </p:nvSpPr>
        <p:spPr>
          <a:xfrm>
            <a:off x="131176" y="328613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930FFF85-23FB-CA20-0328-B4C49386A399}"/>
              </a:ext>
            </a:extLst>
          </p:cNvPr>
          <p:cNvGraphicFramePr>
            <a:graphicFrameLocks noGrp="1"/>
          </p:cNvGraphicFramePr>
          <p:nvPr/>
        </p:nvGraphicFramePr>
        <p:xfrm>
          <a:off x="283576" y="1830509"/>
          <a:ext cx="11641725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28345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2328345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2328345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2328345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2328345">
                  <a:extLst>
                    <a:ext uri="{9D8B030D-6E8A-4147-A177-3AD203B41FA5}">
                      <a16:colId xmlns:a16="http://schemas.microsoft.com/office/drawing/2014/main" val="3331738793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Class</a:t>
                      </a:r>
                      <a:endParaRPr lang="en-IN" sz="2800" b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a:t>f</a:t>
                      </a:r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1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F3D2FF1-CA2A-448E-A81C-CD3B665307DE}"/>
              </a:ext>
            </a:extLst>
          </p:cNvPr>
          <p:cNvSpPr txBox="1"/>
          <p:nvPr/>
        </p:nvSpPr>
        <p:spPr>
          <a:xfrm>
            <a:off x="1594216" y="3485442"/>
            <a:ext cx="562856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75EC523-3039-49F6-B61E-0361D5DE7B9D}"/>
                  </a:ext>
                </a:extLst>
              </p:cNvPr>
              <p:cNvSpPr txBox="1"/>
              <p:nvPr/>
            </p:nvSpPr>
            <p:spPr>
              <a:xfrm>
                <a:off x="6388611" y="4402656"/>
                <a:ext cx="3346699" cy="9991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effectLst/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acc>
                                        <m:accPr>
                                          <m:chr m:val="̅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IN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  <m: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 </m:t>
                                          </m:r>
                                        </m:e>
                                      </m:acc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C75EC523-3039-49F6-B61E-0361D5DE7B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1" y="4402656"/>
                <a:ext cx="3346699" cy="9991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0AFE9804-2D86-40B8-9DB7-70B4C3DBB6FA}"/>
                  </a:ext>
                </a:extLst>
              </p:cNvPr>
              <p:cNvSpPr txBox="1"/>
              <p:nvPr/>
            </p:nvSpPr>
            <p:spPr>
              <a:xfrm>
                <a:off x="6388613" y="3240037"/>
                <a:ext cx="3578347" cy="10059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0AFE9804-2D86-40B8-9DB7-70B4C3DBB6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3" y="3240037"/>
                <a:ext cx="3578347" cy="100598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592F31A-B74B-41B8-8F9B-80C8418DB405}"/>
                  </a:ext>
                </a:extLst>
              </p:cNvPr>
              <p:cNvSpPr txBox="1"/>
              <p:nvPr/>
            </p:nvSpPr>
            <p:spPr>
              <a:xfrm>
                <a:off x="6388612" y="5558414"/>
                <a:ext cx="2660138" cy="10320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6592F31A-B74B-41B8-8F9B-80C8418DB4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612" y="5558414"/>
                <a:ext cx="2660138" cy="103207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94082E29-5AF4-4BC3-9BC6-37BC4746C5F7}"/>
              </a:ext>
            </a:extLst>
          </p:cNvPr>
          <p:cNvSpPr txBox="1"/>
          <p:nvPr/>
        </p:nvSpPr>
        <p:spPr>
          <a:xfrm>
            <a:off x="9503553" y="3455160"/>
            <a:ext cx="132588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Where,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7EBCBE1-ACDB-4A52-8224-5FA8F0DDCDCC}"/>
                  </a:ext>
                </a:extLst>
              </p:cNvPr>
              <p:cNvSpPr txBox="1"/>
              <p:nvPr/>
            </p:nvSpPr>
            <p:spPr>
              <a:xfrm>
                <a:off x="10597784" y="3455160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7EBCBE1-ACDB-4A52-8224-5FA8F0DDCD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7784" y="3455160"/>
                <a:ext cx="132588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3">
            <a:extLst>
              <a:ext uri="{FF2B5EF4-FFF2-40B4-BE49-F238E27FC236}">
                <a16:creationId xmlns:a16="http://schemas.microsoft.com/office/drawing/2014/main" id="{13D2B6BF-D644-41C5-819E-35299E0BC377}"/>
              </a:ext>
            </a:extLst>
          </p:cNvPr>
          <p:cNvSpPr txBox="1"/>
          <p:nvPr/>
        </p:nvSpPr>
        <p:spPr>
          <a:xfrm>
            <a:off x="1594216" y="4602326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Mean: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D8B7613-3A4E-47F0-999E-6F8DD6988D9E}"/>
              </a:ext>
            </a:extLst>
          </p:cNvPr>
          <p:cNvSpPr txBox="1"/>
          <p:nvPr/>
        </p:nvSpPr>
        <p:spPr>
          <a:xfrm>
            <a:off x="1594216" y="5758084"/>
            <a:ext cx="32673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E74A5E17-60C3-42F2-A9B2-DA333BE32880}"/>
                  </a:ext>
                </a:extLst>
              </p:cNvPr>
              <p:cNvSpPr txBox="1"/>
              <p:nvPr/>
            </p:nvSpPr>
            <p:spPr>
              <a:xfrm>
                <a:off x="10481309" y="5966724"/>
                <a:ext cx="2183078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b="0" i="1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 b="0" i="0" smtClean="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10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E74A5E17-60C3-42F2-A9B2-DA333BE328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81309" y="5966724"/>
                <a:ext cx="2183078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0D7F7AEA-7FD8-4525-9D81-116C09D7CF12}"/>
              </a:ext>
            </a:extLst>
          </p:cNvPr>
          <p:cNvSpPr txBox="1"/>
          <p:nvPr/>
        </p:nvSpPr>
        <p:spPr>
          <a:xfrm>
            <a:off x="9523363" y="5966724"/>
            <a:ext cx="132588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0" dirty="0">
                <a:solidFill>
                  <a:srgbClr val="002060"/>
                </a:solidFill>
              </a:rPr>
              <a:t>Here, 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7EB37A6-4CB1-4868-886E-71B3A04EE432}"/>
              </a:ext>
            </a:extLst>
          </p:cNvPr>
          <p:cNvSpPr txBox="1"/>
          <p:nvPr/>
        </p:nvSpPr>
        <p:spPr>
          <a:xfrm>
            <a:off x="3045723" y="184870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E059B36-118F-4CBD-8AB3-E464B8721BE1}"/>
              </a:ext>
            </a:extLst>
          </p:cNvPr>
          <p:cNvSpPr txBox="1"/>
          <p:nvPr/>
        </p:nvSpPr>
        <p:spPr>
          <a:xfrm>
            <a:off x="5378035" y="184870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E2C9F57-2431-42F5-999F-64CF93F505F1}"/>
              </a:ext>
            </a:extLst>
          </p:cNvPr>
          <p:cNvSpPr txBox="1"/>
          <p:nvPr/>
        </p:nvSpPr>
        <p:spPr>
          <a:xfrm>
            <a:off x="7710347" y="184870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2817458-5D6C-4E01-B198-17F773CEB628}"/>
              </a:ext>
            </a:extLst>
          </p:cNvPr>
          <p:cNvSpPr txBox="1"/>
          <p:nvPr/>
        </p:nvSpPr>
        <p:spPr>
          <a:xfrm>
            <a:off x="10042658" y="184870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AECB3E4-C0CE-4A5A-B18E-46665788E668}"/>
              </a:ext>
            </a:extLst>
          </p:cNvPr>
          <p:cNvSpPr txBox="1"/>
          <p:nvPr/>
        </p:nvSpPr>
        <p:spPr>
          <a:xfrm>
            <a:off x="3453896" y="2426588"/>
            <a:ext cx="7138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AF2D663-F98C-4094-9EB0-427B13C80FCB}"/>
              </a:ext>
            </a:extLst>
          </p:cNvPr>
          <p:cNvSpPr txBox="1"/>
          <p:nvPr/>
        </p:nvSpPr>
        <p:spPr>
          <a:xfrm>
            <a:off x="5786207" y="2426588"/>
            <a:ext cx="7138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65786AA-CE93-4400-8CEB-2E1DDEDD455F}"/>
              </a:ext>
            </a:extLst>
          </p:cNvPr>
          <p:cNvSpPr txBox="1"/>
          <p:nvPr/>
        </p:nvSpPr>
        <p:spPr>
          <a:xfrm>
            <a:off x="8177786" y="2426588"/>
            <a:ext cx="7138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862AD6F-1FD2-4174-AADB-C728F9F8DCB6}"/>
              </a:ext>
            </a:extLst>
          </p:cNvPr>
          <p:cNvSpPr txBox="1"/>
          <p:nvPr/>
        </p:nvSpPr>
        <p:spPr>
          <a:xfrm>
            <a:off x="10450830" y="2426588"/>
            <a:ext cx="7138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</a:t>
            </a:r>
            <a:endParaRPr lang="en-IN" sz="2800" b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39761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954045" y="1363820"/>
              <a:ext cx="10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a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Table 3">
                <a:extLst>
                  <a:ext uri="{FF2B5EF4-FFF2-40B4-BE49-F238E27FC236}">
                    <a16:creationId xmlns:a16="http://schemas.microsoft.com/office/drawing/2014/main" id="{6B4B3729-16FC-4F4E-8748-1E75F05A965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82561957"/>
                  </p:ext>
                </p:extLst>
              </p:nvPr>
            </p:nvGraphicFramePr>
            <p:xfrm>
              <a:off x="2954045" y="1363820"/>
              <a:ext cx="10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562" t="-1124" r="-168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02365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>
                <a:extLst>
                  <a:ext uri="{FF2B5EF4-FFF2-40B4-BE49-F238E27FC236}">
                    <a16:creationId xmlns:a16="http://schemas.microsoft.com/office/drawing/2014/main" id="{883BCC28-33FF-4C08-8849-6E5A8EAFEC5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73400840"/>
                  </p:ext>
                </p:extLst>
              </p:nvPr>
            </p:nvGraphicFramePr>
            <p:xfrm>
              <a:off x="602365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" name="Table 9">
                <a:extLst>
                  <a:ext uri="{FF2B5EF4-FFF2-40B4-BE49-F238E27FC236}">
                    <a16:creationId xmlns:a16="http://schemas.microsoft.com/office/drawing/2014/main" id="{DFB4566A-8BF2-48E1-84C2-A43598B3D44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764954496"/>
                  </p:ext>
                </p:extLst>
              </p:nvPr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998647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6" name="Table 75">
                <a:extLst>
                  <a:ext uri="{FF2B5EF4-FFF2-40B4-BE49-F238E27FC236}">
                    <a16:creationId xmlns:a16="http://schemas.microsoft.com/office/drawing/2014/main" id="{BEBBB6EB-6408-4611-A8B0-8018444D7B5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428476099"/>
                  </p:ext>
                </p:extLst>
              </p:nvPr>
            </p:nvGraphicFramePr>
            <p:xfrm>
              <a:off x="7998647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997864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a</m:t>
                                        </m: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7" name="Table 76">
                <a:extLst>
                  <a:ext uri="{FF2B5EF4-FFF2-40B4-BE49-F238E27FC236}">
                    <a16:creationId xmlns:a16="http://schemas.microsoft.com/office/drawing/2014/main" id="{F3DDA1EE-5E36-4AF1-A8AA-EE8069E0603C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2543609"/>
                  </p:ext>
                </p:extLst>
              </p:nvPr>
            </p:nvGraphicFramePr>
            <p:xfrm>
              <a:off x="997864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307" t="-1124" r="-92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/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15009B8D-773A-49D2-A5F2-5512ECCCD7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/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A65E713C-103D-43DF-9CF7-DD615F9B01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/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F858C5A-1934-4D4B-BAA6-774129DBA9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/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65694A7-2C72-450A-B1AD-896B5D14D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/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6DD1BAE-A1D4-4A2C-889C-CB45BC8D17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/>
              <p:nvPr/>
            </p:nvSpPr>
            <p:spPr>
              <a:xfrm>
                <a:off x="2987649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4E940092-6FAE-460E-8FD5-32CD11D0939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1911213"/>
                <a:ext cx="981819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/>
              <p:nvPr/>
            </p:nvSpPr>
            <p:spPr>
              <a:xfrm>
                <a:off x="2987649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40478EB-9D86-4297-BBBE-0E27F55AB25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2436532"/>
                <a:ext cx="981819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/>
              <p:nvPr/>
            </p:nvSpPr>
            <p:spPr>
              <a:xfrm>
                <a:off x="2987649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76D666DE-BCFE-4E0A-8A02-51173FC3106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2961851"/>
                <a:ext cx="981819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/>
              <p:nvPr/>
            </p:nvSpPr>
            <p:spPr>
              <a:xfrm>
                <a:off x="2987649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2804AF56-7E8D-441F-AC5F-2CF458879F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3487169"/>
                <a:ext cx="98181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/>
              <p:nvPr/>
            </p:nvSpPr>
            <p:spPr>
              <a:xfrm>
                <a:off x="6444765" y="191121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46A2E45-9798-4F3F-8AEE-CCDB5DF9A7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1911213"/>
                <a:ext cx="10800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/>
              <p:nvPr/>
            </p:nvSpPr>
            <p:spPr>
              <a:xfrm>
                <a:off x="6444765" y="243653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0EA65E9C-B10D-4901-ACAF-98F5BB5417A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2436532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/>
              <p:nvPr/>
            </p:nvSpPr>
            <p:spPr>
              <a:xfrm>
                <a:off x="6444765" y="296185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A2CA151B-1A29-4AAF-AF39-47F84EE17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2961851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/>
              <p:nvPr/>
            </p:nvSpPr>
            <p:spPr>
              <a:xfrm>
                <a:off x="6444765" y="348716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D2410D07-16BC-4043-A5B6-418BC43D4CB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3487169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/>
              <p:nvPr/>
            </p:nvSpPr>
            <p:spPr>
              <a:xfrm>
                <a:off x="8260625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−8000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914C367-954C-4DE4-8B1D-D41840F636B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1911213"/>
                <a:ext cx="13068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/>
              <p:nvPr/>
            </p:nvSpPr>
            <p:spPr>
              <a:xfrm>
                <a:off x="8260625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−3000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1DEBD17-2A8C-4E5B-8D0C-1828C9FB08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2436532"/>
                <a:ext cx="13068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/>
              <p:nvPr/>
            </p:nvSpPr>
            <p:spPr>
              <a:xfrm>
                <a:off x="8260625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96DA09C-86FB-417A-8408-43D4C09885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2961851"/>
                <a:ext cx="13068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/>
              <p:nvPr/>
            </p:nvSpPr>
            <p:spPr>
              <a:xfrm>
                <a:off x="8260625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00EA74A-0149-4955-A8F5-E8F534A374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3487169"/>
                <a:ext cx="13068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/>
              <p:nvPr/>
            </p:nvSpPr>
            <p:spPr>
              <a:xfrm>
                <a:off x="10333032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F7A8EC6-7EE6-455B-A7ED-BAFB4B016C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1911213"/>
                <a:ext cx="13068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/>
              <p:nvPr/>
            </p:nvSpPr>
            <p:spPr>
              <a:xfrm>
                <a:off x="10333032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4E2A5201-4C74-440E-81C0-97CC46BBA60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2436532"/>
                <a:ext cx="13068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/>
              <p:nvPr/>
            </p:nvSpPr>
            <p:spPr>
              <a:xfrm>
                <a:off x="10333032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5ACAFB-61A4-4198-8822-8631AB88A9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2961851"/>
                <a:ext cx="13068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/>
              <p:nvPr/>
            </p:nvSpPr>
            <p:spPr>
              <a:xfrm>
                <a:off x="10333032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CDB304B2-D1D8-41D2-84E3-1A133042B0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3487169"/>
                <a:ext cx="13068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5847273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47273" y="3923883"/>
                <a:ext cx="2376000" cy="1356012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7812129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−9000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12129" y="3923883"/>
                <a:ext cx="2376000" cy="1356012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9816000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210000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16000" y="3923883"/>
                <a:ext cx="2376000" cy="1356012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9000129" y="5519814"/>
                <a:ext cx="3309850" cy="9991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00129" y="5519814"/>
                <a:ext cx="3309850" cy="9991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36B9E09-3289-4291-958D-A57C81571213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36B9E09-3289-4291-958D-A57C815712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2" name="Table 41">
                <a:extLst>
                  <a:ext uri="{FF2B5EF4-FFF2-40B4-BE49-F238E27FC236}">
                    <a16:creationId xmlns:a16="http://schemas.microsoft.com/office/drawing/2014/main" id="{C76FCA56-1C90-4CFF-A686-D235D07913A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2" name="Table 41">
                <a:extLst>
                  <a:ext uri="{FF2B5EF4-FFF2-40B4-BE49-F238E27FC236}">
                    <a16:creationId xmlns:a16="http://schemas.microsoft.com/office/drawing/2014/main" id="{C76FCA56-1C90-4CFF-A686-D235D07913A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65063265"/>
                  </p:ext>
                </p:extLst>
              </p:nvPr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3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0F1C054-2258-4587-AD36-805060B85DB8}"/>
                  </a:ext>
                </a:extLst>
              </p:cNvPr>
              <p:cNvSpPr/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0F1C054-2258-4587-AD36-805060B85D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E71126F-23BC-4A97-8D0F-F99A50AFA913}"/>
                  </a:ext>
                </a:extLst>
              </p:cNvPr>
              <p:cNvSpPr/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E71126F-23BC-4A97-8D0F-F99A50AFA9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58DED5B-8A50-413F-9D25-9583D50FDA1D}"/>
                  </a:ext>
                </a:extLst>
              </p:cNvPr>
              <p:cNvSpPr/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58DED5B-8A50-413F-9D25-9583D50FDA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0C3F47EA-16EA-455D-AF11-0B47A95BE6E7}"/>
                  </a:ext>
                </a:extLst>
              </p:cNvPr>
              <p:cNvSpPr/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0C3F47EA-16EA-455D-AF11-0B47A95BE6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944C4B3-F638-4939-9600-957F6563A8A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35661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a</m:t>
                                    </m:r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944C4B3-F638-4939-9600-957F6563A8A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04033103"/>
                  </p:ext>
                </p:extLst>
              </p:nvPr>
            </p:nvGraphicFramePr>
            <p:xfrm>
              <a:off x="4035661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8"/>
                          <a:stretch>
                            <a:fillRect l="-615" t="-1124" r="-923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4BF311E6-1FD6-4884-8576-A02B86F66A97}"/>
                  </a:ext>
                </a:extLst>
              </p:cNvPr>
              <p:cNvSpPr/>
              <p:nvPr/>
            </p:nvSpPr>
            <p:spPr>
              <a:xfrm>
                <a:off x="4541255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4BF311E6-1FD6-4884-8576-A02B86F66A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1911213"/>
                <a:ext cx="981819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9976CD0C-7051-405C-9A2C-230BD4EA079E}"/>
                  </a:ext>
                </a:extLst>
              </p:cNvPr>
              <p:cNvSpPr/>
              <p:nvPr/>
            </p:nvSpPr>
            <p:spPr>
              <a:xfrm>
                <a:off x="4541255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9976CD0C-7051-405C-9A2C-230BD4EA079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2436532"/>
                <a:ext cx="981819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8EC6D550-9C5A-46C3-87E1-6655E241B6F5}"/>
                  </a:ext>
                </a:extLst>
              </p:cNvPr>
              <p:cNvSpPr/>
              <p:nvPr/>
            </p:nvSpPr>
            <p:spPr>
              <a:xfrm>
                <a:off x="4541255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8EC6D550-9C5A-46C3-87E1-6655E241B6F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2961851"/>
                <a:ext cx="981819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A2D86929-AF14-478B-A22E-372F0AB284FE}"/>
                  </a:ext>
                </a:extLst>
              </p:cNvPr>
              <p:cNvSpPr/>
              <p:nvPr/>
            </p:nvSpPr>
            <p:spPr>
              <a:xfrm>
                <a:off x="4541255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A2D86929-AF14-478B-A22E-372F0AB284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3487169"/>
                <a:ext cx="981819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3864287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−30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64287" y="3923883"/>
                <a:ext cx="2376000" cy="1356012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2" name="Table 81">
                <a:extLst>
                  <a:ext uri="{FF2B5EF4-FFF2-40B4-BE49-F238E27FC236}">
                    <a16:creationId xmlns:a16="http://schemas.microsoft.com/office/drawing/2014/main" id="{2FFA7CE1-23FD-4E64-81C5-BB642B27EE0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2" name="Table 81">
                <a:extLst>
                  <a:ext uri="{FF2B5EF4-FFF2-40B4-BE49-F238E27FC236}">
                    <a16:creationId xmlns:a16="http://schemas.microsoft.com/office/drawing/2014/main" id="{2FFA7CE1-23FD-4E64-81C5-BB642B27EE0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624471683"/>
                  </p:ext>
                </p:extLst>
              </p:nvPr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4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83" name="TextBox 82">
            <a:extLst>
              <a:ext uri="{FF2B5EF4-FFF2-40B4-BE49-F238E27FC236}">
                <a16:creationId xmlns:a16="http://schemas.microsoft.com/office/drawing/2014/main" id="{547169B4-5FF1-4FBB-AB29-8FC1B879E3DE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2B2DC1C3-284B-4621-965E-115AFC2041F5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EFB26F83-768D-4D4C-8F77-34F3A130AEC4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22C95120-80B3-436D-9DC1-430ADADDCDBE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504457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Wor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4" grpId="0"/>
      <p:bldP spid="55" grpId="0"/>
      <p:bldP spid="57" grpId="0"/>
      <p:bldP spid="58" grpId="0"/>
      <p:bldP spid="59" grpId="0"/>
      <p:bldP spid="60" grpId="0"/>
      <p:bldP spid="62" grpId="0"/>
      <p:bldP spid="63" grpId="0"/>
      <p:bldP spid="64" grpId="0"/>
      <p:bldP spid="65" grpId="0"/>
      <p:bldP spid="67" grpId="0"/>
      <p:bldP spid="68" grpId="0"/>
      <p:bldP spid="69" grpId="0"/>
      <p:bldP spid="70" grpId="0"/>
      <p:bldP spid="73" grpId="0"/>
      <p:bldP spid="74" grpId="0"/>
      <p:bldP spid="75" grpId="0"/>
      <p:bldP spid="50" grpId="0"/>
      <p:bldP spid="51" grpId="0"/>
      <p:bldP spid="79" grpId="0"/>
      <p:bldP spid="80" grpId="0"/>
      <p:bldP spid="72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Assumed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/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a</m:t>
                              </m:r>
                            </m:e>
                          </m:d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4BB4A1FC-1A1A-417B-80B0-FD1F9F0CD9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/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900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5A4CF8DE-4960-4E4B-92BF-FBC6569381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/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628B4CDA-5FAA-4ED9-AAFD-6CB65D9B5D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/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a</m:t>
                                  </m: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210000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B76DDF56-D511-4168-B88C-94CF95B6C9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3803311" y="1393426"/>
                <a:ext cx="3146597" cy="9344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r>
                                    <m:rPr>
                                      <m:sty m:val="p"/>
                                    </m:rP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a</m:t>
                                  </m:r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1393426"/>
                <a:ext cx="3146597" cy="93442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/>
              <p:nvPr/>
            </p:nvSpPr>
            <p:spPr>
              <a:xfrm>
                <a:off x="7322013" y="1402691"/>
                <a:ext cx="222519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−30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10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73B570-FB04-4E97-A588-8B7107524A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1402691"/>
                <a:ext cx="2225195" cy="91057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/>
              <p:nvPr/>
            </p:nvSpPr>
            <p:spPr>
              <a:xfrm>
                <a:off x="10099753" y="1598146"/>
                <a:ext cx="17487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413B04A-1240-4D7E-BD6D-17DE074327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1598146"/>
                <a:ext cx="174879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/>
              <p:nvPr/>
            </p:nvSpPr>
            <p:spPr>
              <a:xfrm>
                <a:off x="3803311" y="2555214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462CBD9A-7AA1-4F08-B75B-B98B862210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2555214"/>
                <a:ext cx="3325069" cy="960776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/>
              <p:nvPr/>
            </p:nvSpPr>
            <p:spPr>
              <a:xfrm>
                <a:off x="7322013" y="2580317"/>
                <a:ext cx="195345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900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C88455-9F7C-4987-AD64-1BFF59461A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2580317"/>
                <a:ext cx="1953455" cy="91057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/>
              <p:nvPr/>
            </p:nvSpPr>
            <p:spPr>
              <a:xfrm>
                <a:off x="10099753" y="2810697"/>
                <a:ext cx="2735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9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2F095168-5923-476F-B293-825FEF8239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2810697"/>
                <a:ext cx="273586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/>
              <p:nvPr/>
            </p:nvSpPr>
            <p:spPr>
              <a:xfrm>
                <a:off x="3803311" y="3774844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2EDD609-22C6-4F76-A5D2-6AF1B9C991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3774844"/>
                <a:ext cx="3325069" cy="960776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/>
              <p:nvPr/>
            </p:nvSpPr>
            <p:spPr>
              <a:xfrm>
                <a:off x="7322013" y="3812958"/>
                <a:ext cx="2445062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−9000 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26CA971-B7BE-42BE-A089-E88CA60F8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3812958"/>
                <a:ext cx="2445062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/>
              <p:nvPr/>
            </p:nvSpPr>
            <p:spPr>
              <a:xfrm>
                <a:off x="10099753" y="4015394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−900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FB14E572-D144-447C-8B11-A736E0702C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4015394"/>
                <a:ext cx="2125026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/>
              <p:nvPr/>
            </p:nvSpPr>
            <p:spPr>
              <a:xfrm>
                <a:off x="3803311" y="5019646"/>
                <a:ext cx="3325069" cy="95910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1C4EC6C-C057-4C4A-93F2-A93A258D4B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5019646"/>
                <a:ext cx="3325069" cy="95910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/>
              <p:nvPr/>
            </p:nvSpPr>
            <p:spPr>
              <a:xfrm>
                <a:off x="7322013" y="4983127"/>
                <a:ext cx="2352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210000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0D99ED06-B9AE-426F-85E5-E631B6B40C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4983127"/>
                <a:ext cx="2352040" cy="907749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/>
              <p:nvPr/>
            </p:nvSpPr>
            <p:spPr>
              <a:xfrm>
                <a:off x="10099753" y="5276846"/>
                <a:ext cx="27254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  <m:sup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21000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344DEE9-2AD4-4C71-81D8-449A918410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5276846"/>
                <a:ext cx="272549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TextBox 26">
            <a:extLst>
              <a:ext uri="{FF2B5EF4-FFF2-40B4-BE49-F238E27FC236}">
                <a16:creationId xmlns:a16="http://schemas.microsoft.com/office/drawing/2014/main" id="{003AC1AC-5D0F-411A-875A-39FC5FDB905D}"/>
              </a:ext>
            </a:extLst>
          </p:cNvPr>
          <p:cNvSpPr txBox="1"/>
          <p:nvPr/>
        </p:nvSpPr>
        <p:spPr>
          <a:xfrm>
            <a:off x="-3434984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09A957A-AC4C-4C59-97CF-4E9C0D9B756A}"/>
                  </a:ext>
                </a:extLst>
              </p:cNvPr>
              <p:cNvSpPr txBox="1"/>
              <p:nvPr/>
            </p:nvSpPr>
            <p:spPr>
              <a:xfrm>
                <a:off x="9357314" y="7202606"/>
                <a:ext cx="3366339" cy="86966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SupPr>
                        <m:e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  <m:sup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′</m:t>
                          </m:r>
                        </m:sup>
                      </m:sSubSup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a</m:t>
                                      </m:r>
                                      <m: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09A957A-AC4C-4C59-97CF-4E9C0D9B75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57314" y="7202606"/>
                <a:ext cx="3366339" cy="869662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C8E1863-413C-4D5C-9ED5-DC02CD1DE244}"/>
                  </a:ext>
                </a:extLst>
              </p:cNvPr>
              <p:cNvSpPr txBox="1"/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a</m:t>
                      </m:r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C8E1863-413C-4D5C-9ED5-DC02CD1DE2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54559" y="787401"/>
                <a:ext cx="132588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6C99817-9F81-4BF0-8360-82750614D06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56C99817-9F81-4BF0-8360-82750614D0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/>
              <p:nvPr/>
            </p:nvSpPr>
            <p:spPr>
              <a:xfrm>
                <a:off x="9357314" y="7176902"/>
                <a:ext cx="3652087" cy="87479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4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4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57314" y="7176902"/>
                <a:ext cx="3652087" cy="874791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586726C9-DCC7-4C6B-852B-9F534092B76C}"/>
                  </a:ext>
                </a:extLst>
              </p:cNvPr>
              <p:cNvSpPr txBox="1"/>
              <p:nvPr/>
            </p:nvSpPr>
            <p:spPr>
              <a:xfrm>
                <a:off x="3413425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586726C9-DCC7-4C6B-852B-9F534092B7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1635384"/>
                <a:ext cx="539634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8CD38101-B6A0-422A-A9E1-0199E8A11AD3}"/>
                  </a:ext>
                </a:extLst>
              </p:cNvPr>
              <p:cNvSpPr txBox="1"/>
              <p:nvPr/>
            </p:nvSpPr>
            <p:spPr>
              <a:xfrm>
                <a:off x="3413425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8CD38101-B6A0-422A-A9E1-0199E8A11A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2823169"/>
                <a:ext cx="539634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47DC69E6-073B-407D-9AE7-D793E5074AF8}"/>
                  </a:ext>
                </a:extLst>
              </p:cNvPr>
              <p:cNvSpPr txBox="1"/>
              <p:nvPr/>
            </p:nvSpPr>
            <p:spPr>
              <a:xfrm>
                <a:off x="3413425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47DC69E6-073B-407D-9AE7-D793E5074A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4054751"/>
                <a:ext cx="539634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100461F1-5999-4220-9BF7-05CAAD9D92EE}"/>
                  </a:ext>
                </a:extLst>
              </p:cNvPr>
              <p:cNvSpPr txBox="1"/>
              <p:nvPr/>
            </p:nvSpPr>
            <p:spPr>
              <a:xfrm>
                <a:off x="3413425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100461F1-5999-4220-9BF7-05CAAD9D92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5276846"/>
                <a:ext cx="539634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DC4A203F-9427-4D1C-90D3-DDAEA56382EF}"/>
                  </a:ext>
                </a:extLst>
              </p:cNvPr>
              <p:cNvSpPr txBox="1"/>
              <p:nvPr/>
            </p:nvSpPr>
            <p:spPr>
              <a:xfrm>
                <a:off x="6910153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DC4A203F-9427-4D1C-90D3-DDAEA56382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1635384"/>
                <a:ext cx="539634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BC4F41AD-CA88-4FCE-AE57-DFC542C5DADC}"/>
                  </a:ext>
                </a:extLst>
              </p:cNvPr>
              <p:cNvSpPr txBox="1"/>
              <p:nvPr/>
            </p:nvSpPr>
            <p:spPr>
              <a:xfrm>
                <a:off x="6910153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BC4F41AD-CA88-4FCE-AE57-DFC542C5DA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2823169"/>
                <a:ext cx="539634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4645EBED-0E3D-4F83-B940-FBE2A24FED10}"/>
                  </a:ext>
                </a:extLst>
              </p:cNvPr>
              <p:cNvSpPr txBox="1"/>
              <p:nvPr/>
            </p:nvSpPr>
            <p:spPr>
              <a:xfrm>
                <a:off x="6910153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4645EBED-0E3D-4F83-B940-FBE2A24FED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4054751"/>
                <a:ext cx="539634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5777FBC5-B744-4907-95F0-53D333212EB2}"/>
                  </a:ext>
                </a:extLst>
              </p:cNvPr>
              <p:cNvSpPr txBox="1"/>
              <p:nvPr/>
            </p:nvSpPr>
            <p:spPr>
              <a:xfrm>
                <a:off x="6910153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5777FBC5-B744-4907-95F0-53D333212E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5276846"/>
                <a:ext cx="539634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8EEAF820-F6F6-4BA9-9BB4-FD52E4BC2AE8}"/>
                  </a:ext>
                </a:extLst>
              </p:cNvPr>
              <p:cNvSpPr txBox="1"/>
              <p:nvPr/>
            </p:nvSpPr>
            <p:spPr>
              <a:xfrm>
                <a:off x="9695797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8EEAF820-F6F6-4BA9-9BB4-FD52E4BC2A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1635384"/>
                <a:ext cx="539634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3E05E68-402D-406C-9AA7-4B2D5906CEBE}"/>
                  </a:ext>
                </a:extLst>
              </p:cNvPr>
              <p:cNvSpPr txBox="1"/>
              <p:nvPr/>
            </p:nvSpPr>
            <p:spPr>
              <a:xfrm>
                <a:off x="9695797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3E05E68-402D-406C-9AA7-4B2D5906CE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2823169"/>
                <a:ext cx="539634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72C4F031-2F36-49C2-BC66-4CBDE5FA8DCC}"/>
                  </a:ext>
                </a:extLst>
              </p:cNvPr>
              <p:cNvSpPr txBox="1"/>
              <p:nvPr/>
            </p:nvSpPr>
            <p:spPr>
              <a:xfrm>
                <a:off x="9695797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72C4F031-2F36-49C2-BC66-4CBDE5FA8D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4054751"/>
                <a:ext cx="539634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551A29C2-048F-4411-B02C-D9AB3E338A5C}"/>
                  </a:ext>
                </a:extLst>
              </p:cNvPr>
              <p:cNvSpPr txBox="1"/>
              <p:nvPr/>
            </p:nvSpPr>
            <p:spPr>
              <a:xfrm>
                <a:off x="9695797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551A29C2-048F-4411-B02C-D9AB3E338A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5276846"/>
                <a:ext cx="539634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7" name="Table 96">
                <a:extLst>
                  <a:ext uri="{FF2B5EF4-FFF2-40B4-BE49-F238E27FC236}">
                    <a16:creationId xmlns:a16="http://schemas.microsoft.com/office/drawing/2014/main" id="{4EFC3AB4-913A-4978-8553-CF78B517FCA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1299414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7" name="Table 96">
                <a:extLst>
                  <a:ext uri="{FF2B5EF4-FFF2-40B4-BE49-F238E27FC236}">
                    <a16:creationId xmlns:a16="http://schemas.microsoft.com/office/drawing/2014/main" id="{4EFC3AB4-913A-4978-8553-CF78B517FCA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272168347"/>
                  </p:ext>
                </p:extLst>
              </p:nvPr>
            </p:nvGraphicFramePr>
            <p:xfrm>
              <a:off x="-1299414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4"/>
                          <a:stretch>
                            <a:fillRect l="-870" t="-1124" r="-2609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C94310A7-57D1-4799-855E-5E28274AFF5B}"/>
                  </a:ext>
                </a:extLst>
              </p:cNvPr>
              <p:cNvSpPr/>
              <p:nvPr/>
            </p:nvSpPr>
            <p:spPr>
              <a:xfrm>
                <a:off x="-1355528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C94310A7-57D1-4799-855E-5E28274AFF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355528" y="1911823"/>
                <a:ext cx="792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D1BCEFE2-C76F-444D-8A0F-2EEC088E9CD4}"/>
                  </a:ext>
                </a:extLst>
              </p:cNvPr>
              <p:cNvSpPr/>
              <p:nvPr/>
            </p:nvSpPr>
            <p:spPr>
              <a:xfrm>
                <a:off x="-1355528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D1BCEFE2-C76F-444D-8A0F-2EEC088E9CD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355528" y="2437142"/>
                <a:ext cx="792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13CC6723-506C-418A-8823-0CBDB89041AC}"/>
                  </a:ext>
                </a:extLst>
              </p:cNvPr>
              <p:cNvSpPr/>
              <p:nvPr/>
            </p:nvSpPr>
            <p:spPr>
              <a:xfrm>
                <a:off x="-1355528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13CC6723-506C-418A-8823-0CBDB89041A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355528" y="2962461"/>
                <a:ext cx="792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D47E53AE-2693-49D9-A0CB-1BEDD2921ED6}"/>
                  </a:ext>
                </a:extLst>
              </p:cNvPr>
              <p:cNvSpPr/>
              <p:nvPr/>
            </p:nvSpPr>
            <p:spPr>
              <a:xfrm>
                <a:off x="-1355528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D47E53AE-2693-49D9-A0CB-1BEDD2921ED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355528" y="3487779"/>
                <a:ext cx="792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2" name="Table 101">
                <a:extLst>
                  <a:ext uri="{FF2B5EF4-FFF2-40B4-BE49-F238E27FC236}">
                    <a16:creationId xmlns:a16="http://schemas.microsoft.com/office/drawing/2014/main" id="{527B7CF7-7D20-4759-9777-C922F3C2868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1998869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2" name="Table 101">
                <a:extLst>
                  <a:ext uri="{FF2B5EF4-FFF2-40B4-BE49-F238E27FC236}">
                    <a16:creationId xmlns:a16="http://schemas.microsoft.com/office/drawing/2014/main" id="{527B7CF7-7D20-4759-9777-C922F3C2868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210575103"/>
                  </p:ext>
                </p:extLst>
              </p:nvPr>
            </p:nvGraphicFramePr>
            <p:xfrm>
              <a:off x="-1998869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9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5DAE49E0-F4E2-4421-98DD-036BE26A7033}"/>
                  </a:ext>
                </a:extLst>
              </p:cNvPr>
              <p:cNvSpPr/>
              <p:nvPr/>
            </p:nvSpPr>
            <p:spPr>
              <a:xfrm>
                <a:off x="-2054983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5DAE49E0-F4E2-4421-98DD-036BE26A70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054983" y="1911823"/>
                <a:ext cx="792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2185A56-574B-42DF-A0F5-44E37851704D}"/>
                  </a:ext>
                </a:extLst>
              </p:cNvPr>
              <p:cNvSpPr/>
              <p:nvPr/>
            </p:nvSpPr>
            <p:spPr>
              <a:xfrm>
                <a:off x="-2054983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2185A56-574B-42DF-A0F5-44E3785170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054983" y="2437142"/>
                <a:ext cx="792000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1BA1DD45-4BE5-483D-9244-F7D82EB8E3C7}"/>
                  </a:ext>
                </a:extLst>
              </p:cNvPr>
              <p:cNvSpPr/>
              <p:nvPr/>
            </p:nvSpPr>
            <p:spPr>
              <a:xfrm>
                <a:off x="-2054983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1BA1DD45-4BE5-483D-9244-F7D82EB8E3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054983" y="2962461"/>
                <a:ext cx="792000" cy="52200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7AB54ABB-3BF3-4A77-AB53-D5ACEBB57414}"/>
                  </a:ext>
                </a:extLst>
              </p:cNvPr>
              <p:cNvSpPr/>
              <p:nvPr/>
            </p:nvSpPr>
            <p:spPr>
              <a:xfrm>
                <a:off x="-2054983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7AB54ABB-3BF3-4A77-AB53-D5ACEBB574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054983" y="3487779"/>
                <a:ext cx="792000" cy="52200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7" name="Table 106">
                <a:extLst>
                  <a:ext uri="{FF2B5EF4-FFF2-40B4-BE49-F238E27FC236}">
                    <a16:creationId xmlns:a16="http://schemas.microsoft.com/office/drawing/2014/main" id="{0554B1A5-CA96-4911-A021-0D39F970E8A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3359399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7" name="Table 106">
                <a:extLst>
                  <a:ext uri="{FF2B5EF4-FFF2-40B4-BE49-F238E27FC236}">
                    <a16:creationId xmlns:a16="http://schemas.microsoft.com/office/drawing/2014/main" id="{0554B1A5-CA96-4911-A021-0D39F970E8A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38880317"/>
                  </p:ext>
                </p:extLst>
              </p:nvPr>
            </p:nvGraphicFramePr>
            <p:xfrm>
              <a:off x="-3359399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4"/>
                          <a:stretch>
                            <a:fillRect l="-446" t="-1124" r="-1339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08" name="TextBox 107">
            <a:extLst>
              <a:ext uri="{FF2B5EF4-FFF2-40B4-BE49-F238E27FC236}">
                <a16:creationId xmlns:a16="http://schemas.microsoft.com/office/drawing/2014/main" id="{19B47300-7670-4919-93F9-EDD9343957BB}"/>
              </a:ext>
            </a:extLst>
          </p:cNvPr>
          <p:cNvSpPr txBox="1"/>
          <p:nvPr/>
        </p:nvSpPr>
        <p:spPr>
          <a:xfrm>
            <a:off x="-3434984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28CA0D5-0B24-41E9-9EB1-79F92BA49E14}"/>
              </a:ext>
            </a:extLst>
          </p:cNvPr>
          <p:cNvSpPr txBox="1"/>
          <p:nvPr/>
        </p:nvSpPr>
        <p:spPr>
          <a:xfrm>
            <a:off x="-3434984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35F85978-BC5B-43FF-BF73-6626E8A65CF0}"/>
              </a:ext>
            </a:extLst>
          </p:cNvPr>
          <p:cNvSpPr txBox="1"/>
          <p:nvPr/>
        </p:nvSpPr>
        <p:spPr>
          <a:xfrm>
            <a:off x="-3434984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24962AA6-ED5A-44A7-9AA0-778BFDD56B20}"/>
              </a:ext>
            </a:extLst>
          </p:cNvPr>
          <p:cNvSpPr txBox="1"/>
          <p:nvPr/>
        </p:nvSpPr>
        <p:spPr>
          <a:xfrm>
            <a:off x="-3434984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8921268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9" grpId="0"/>
      <p:bldP spid="60" grpId="0"/>
      <p:bldP spid="61" grpId="0"/>
      <p:bldP spid="62" grpId="0"/>
      <p:bldP spid="63" grpId="0"/>
      <p:bldP spid="64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/>
              <p:nvPr/>
            </p:nvSpPr>
            <p:spPr>
              <a:xfrm>
                <a:off x="4770121" y="18688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1868822"/>
                <a:ext cx="401439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/>
              <p:nvPr/>
            </p:nvSpPr>
            <p:spPr>
              <a:xfrm>
                <a:off x="5130997" y="2865936"/>
                <a:ext cx="1570988" cy="8728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7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220 </m:t>
                          </m:r>
                        </m:num>
                        <m:den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US" sz="27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0997" y="2865936"/>
                <a:ext cx="1570988" cy="87286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/>
              <p:nvPr/>
            </p:nvSpPr>
            <p:spPr>
              <a:xfrm>
                <a:off x="5130997" y="3939608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0997" y="3939608"/>
                <a:ext cx="98805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/>
              <p:nvPr/>
            </p:nvSpPr>
            <p:spPr>
              <a:xfrm>
                <a:off x="5130997" y="1669154"/>
                <a:ext cx="157098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0997" y="1669154"/>
                <a:ext cx="1570988" cy="99597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/>
              <p:nvPr/>
            </p:nvSpPr>
            <p:spPr>
              <a:xfrm>
                <a:off x="9403949" y="5755903"/>
                <a:ext cx="3652087" cy="87479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4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4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4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4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4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03949" y="5755903"/>
                <a:ext cx="3652087" cy="874791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954044" y="1363820"/>
              <a:ext cx="157098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766110227"/>
                  </p:ext>
                </p:extLst>
              </p:nvPr>
            </p:nvGraphicFramePr>
            <p:xfrm>
              <a:off x="2954044" y="1363820"/>
              <a:ext cx="157098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8"/>
                          <a:stretch>
                            <a:fillRect l="-386" t="-1124" r="-1158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251203352"/>
                  </p:ext>
                </p:extLst>
              </p:nvPr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9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62CBB52C-6A62-4CD2-B63A-F7709994C761}"/>
                  </a:ext>
                </a:extLst>
              </p:cNvPr>
              <p:cNvSpPr/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62CBB52C-6A62-4CD2-B63A-F7709994C7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3517CDC-9E7D-4E37-8F34-F10E6895F60D}"/>
                  </a:ext>
                </a:extLst>
              </p:cNvPr>
              <p:cNvSpPr/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3517CDC-9E7D-4E37-8F34-F10E6895F6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07E069F9-6948-4407-983D-AB44260DBC8F}"/>
                  </a:ext>
                </a:extLst>
              </p:cNvPr>
              <p:cNvSpPr/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07E069F9-6948-4407-983D-AB44260DBC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DF505184-6594-402C-8272-380E21691734}"/>
                  </a:ext>
                </a:extLst>
              </p:cNvPr>
              <p:cNvSpPr/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DF505184-6594-402C-8272-380E216917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/>
              <p:nvPr/>
            </p:nvSpPr>
            <p:spPr>
              <a:xfrm>
                <a:off x="3225618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1911213"/>
                <a:ext cx="981819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/>
              <p:nvPr/>
            </p:nvSpPr>
            <p:spPr>
              <a:xfrm>
                <a:off x="3225618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2436532"/>
                <a:ext cx="98181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/>
              <p:nvPr/>
            </p:nvSpPr>
            <p:spPr>
              <a:xfrm>
                <a:off x="3225618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2961851"/>
                <a:ext cx="981819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/>
              <p:nvPr/>
            </p:nvSpPr>
            <p:spPr>
              <a:xfrm>
                <a:off x="3225618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3487169"/>
                <a:ext cx="981819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89206113"/>
                  </p:ext>
                </p:extLst>
              </p:nvPr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8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454399A0-565A-408C-91DF-1FDE53B661C4}"/>
                  </a:ext>
                </a:extLst>
              </p:cNvPr>
              <p:cNvSpPr/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454399A0-565A-408C-91DF-1FDE53B661C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252CCC21-A04C-403E-9ADB-9727D524EB04}"/>
                  </a:ext>
                </a:extLst>
              </p:cNvPr>
              <p:cNvSpPr/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252CCC21-A04C-403E-9ADB-9727D524EB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23269D8-DE1A-4ACA-A19A-37B26350427C}"/>
                  </a:ext>
                </a:extLst>
              </p:cNvPr>
              <p:cNvSpPr/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23269D8-DE1A-4ACA-A19A-37B2635042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ACEF5DE-D55A-4BCE-B752-9E0F565C71E4}"/>
                  </a:ext>
                </a:extLst>
              </p:cNvPr>
              <p:cNvSpPr/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ACEF5DE-D55A-4BCE-B752-9E0F565C71E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74836507"/>
                  </p:ext>
                </p:extLst>
              </p:nvPr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3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49" name="TextBox 148">
            <a:extLst>
              <a:ext uri="{FF2B5EF4-FFF2-40B4-BE49-F238E27FC236}">
                <a16:creationId xmlns:a16="http://schemas.microsoft.com/office/drawing/2014/main" id="{1D688283-A46A-41C4-BB78-D3FDBBF68E4C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042AA751-DFF4-4C1D-9881-79306AA6DE57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1CB30017-5440-4ACF-8783-2F4FE3F7DA89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67189F25-49F1-49AE-99D4-B89C03D408FE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E42641A6-DC37-4EA4-B158-E734FC017FED}"/>
                  </a:ext>
                </a:extLst>
              </p:cNvPr>
              <p:cNvSpPr txBox="1"/>
              <p:nvPr/>
            </p:nvSpPr>
            <p:spPr>
              <a:xfrm>
                <a:off x="2864417" y="3939608"/>
                <a:ext cx="1570987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E42641A6-DC37-4EA4-B158-E734FC017F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4417" y="3939608"/>
                <a:ext cx="1570987" cy="1356012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2452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9" grpId="0"/>
      <p:bldP spid="60" grpId="0"/>
      <p:bldP spid="61" grpId="0"/>
      <p:bldP spid="72" grpId="0"/>
      <p:bldP spid="73" grpId="0"/>
      <p:bldP spid="74" grpId="0"/>
      <p:bldP spid="75" grpId="0"/>
      <p:bldP spid="153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659DEB6-5ABC-463D-9DC8-0FC12A68AF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/>
              <p:nvPr/>
            </p:nvSpPr>
            <p:spPr>
              <a:xfrm>
                <a:off x="8914025" y="5494179"/>
                <a:ext cx="3652087" cy="100501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US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US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74FDFAAF-C68C-43CE-A595-EEF552AF9A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14025" y="5494179"/>
                <a:ext cx="3652087" cy="1005019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954045" y="1363820"/>
              <a:ext cx="10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bar>
                                  <m:barPr>
                                    <m:pos m:val="top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bar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</m:ba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60765267"/>
                  </p:ext>
                </p:extLst>
              </p:nvPr>
            </p:nvGraphicFramePr>
            <p:xfrm>
              <a:off x="2954045" y="1363820"/>
              <a:ext cx="10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562" t="-1124" r="-168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CB776156-8806-4BE1-A6D8-45F8CD26F5E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02365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CB776156-8806-4BE1-A6D8-45F8CD26F5E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341490492"/>
                  </p:ext>
                </p:extLst>
              </p:nvPr>
            </p:nvGraphicFramePr>
            <p:xfrm>
              <a:off x="602365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6" name="Table 65">
                <a:extLst>
                  <a:ext uri="{FF2B5EF4-FFF2-40B4-BE49-F238E27FC236}">
                    <a16:creationId xmlns:a16="http://schemas.microsoft.com/office/drawing/2014/main" id="{D3B9393E-C6E1-4CFE-937F-9E9AC3663DD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998647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6" name="Table 65">
                <a:extLst>
                  <a:ext uri="{FF2B5EF4-FFF2-40B4-BE49-F238E27FC236}">
                    <a16:creationId xmlns:a16="http://schemas.microsoft.com/office/drawing/2014/main" id="{D3B9393E-C6E1-4CFE-937F-9E9AC3663DD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362577604"/>
                  </p:ext>
                </p:extLst>
              </p:nvPr>
            </p:nvGraphicFramePr>
            <p:xfrm>
              <a:off x="7998647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7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7" name="Table 66">
                <a:extLst>
                  <a:ext uri="{FF2B5EF4-FFF2-40B4-BE49-F238E27FC236}">
                    <a16:creationId xmlns:a16="http://schemas.microsoft.com/office/drawing/2014/main" id="{3D1AC410-0488-4D87-B1CA-30BA1580A2F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997864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7" name="Table 66">
                <a:extLst>
                  <a:ext uri="{FF2B5EF4-FFF2-40B4-BE49-F238E27FC236}">
                    <a16:creationId xmlns:a16="http://schemas.microsoft.com/office/drawing/2014/main" id="{3D1AC410-0488-4D87-B1CA-30BA1580A2F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17716670"/>
                  </p:ext>
                </p:extLst>
              </p:nvPr>
            </p:nvGraphicFramePr>
            <p:xfrm>
              <a:off x="9978647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8"/>
                          <a:stretch>
                            <a:fillRect l="-307" t="-1124" r="-92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62CBB52C-6A62-4CD2-B63A-F7709994C761}"/>
                  </a:ext>
                </a:extLst>
              </p:cNvPr>
              <p:cNvSpPr/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62CBB52C-6A62-4CD2-B63A-F7709994C7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3517CDC-9E7D-4E37-8F34-F10E6895F60D}"/>
                  </a:ext>
                </a:extLst>
              </p:cNvPr>
              <p:cNvSpPr/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3517CDC-9E7D-4E37-8F34-F10E6895F6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07E069F9-6948-4407-983D-AB44260DBC8F}"/>
                  </a:ext>
                </a:extLst>
              </p:cNvPr>
              <p:cNvSpPr/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07E069F9-6948-4407-983D-AB44260DBC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DF505184-6594-402C-8272-380E21691734}"/>
                  </a:ext>
                </a:extLst>
              </p:cNvPr>
              <p:cNvSpPr/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DF505184-6594-402C-8272-380E216917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/>
              <p:nvPr/>
            </p:nvSpPr>
            <p:spPr>
              <a:xfrm>
                <a:off x="2987649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1911213"/>
                <a:ext cx="981819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/>
              <p:nvPr/>
            </p:nvSpPr>
            <p:spPr>
              <a:xfrm>
                <a:off x="2987649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2436532"/>
                <a:ext cx="981819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/>
              <p:nvPr/>
            </p:nvSpPr>
            <p:spPr>
              <a:xfrm>
                <a:off x="2987649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2961851"/>
                <a:ext cx="98181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/>
              <p:nvPr/>
            </p:nvSpPr>
            <p:spPr>
              <a:xfrm>
                <a:off x="2987649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7649" y="3487169"/>
                <a:ext cx="981819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49137C1D-153F-4A2D-BC54-3C306011D0ED}"/>
                  </a:ext>
                </a:extLst>
              </p:cNvPr>
              <p:cNvSpPr/>
              <p:nvPr/>
            </p:nvSpPr>
            <p:spPr>
              <a:xfrm>
                <a:off x="6444765" y="191121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49137C1D-153F-4A2D-BC54-3C306011D0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1911213"/>
                <a:ext cx="10800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A4D0E7B3-0FA9-4D0E-9A3D-EC252C56E2DF}"/>
                  </a:ext>
                </a:extLst>
              </p:cNvPr>
              <p:cNvSpPr/>
              <p:nvPr/>
            </p:nvSpPr>
            <p:spPr>
              <a:xfrm>
                <a:off x="6444765" y="243653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A4D0E7B3-0FA9-4D0E-9A3D-EC252C56E2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2436532"/>
                <a:ext cx="10800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4B9B8A72-CED7-43F1-B15E-3A6F8A15A8D7}"/>
                  </a:ext>
                </a:extLst>
              </p:cNvPr>
              <p:cNvSpPr/>
              <p:nvPr/>
            </p:nvSpPr>
            <p:spPr>
              <a:xfrm>
                <a:off x="6444765" y="296185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4B9B8A72-CED7-43F1-B15E-3A6F8A15A8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2961851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6B51BE53-777E-4E70-9B99-B7B0374E6CDB}"/>
                  </a:ext>
                </a:extLst>
              </p:cNvPr>
              <p:cNvSpPr/>
              <p:nvPr/>
            </p:nvSpPr>
            <p:spPr>
              <a:xfrm>
                <a:off x="6444765" y="348716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338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6B51BE53-777E-4E70-9B99-B7B0374E6C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4765" y="3487169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A00F3472-8FAD-4E4B-BAA8-4BFBAF2D3897}"/>
                  </a:ext>
                </a:extLst>
              </p:cNvPr>
              <p:cNvSpPr/>
              <p:nvPr/>
            </p:nvSpPr>
            <p:spPr>
              <a:xfrm>
                <a:off x="8260625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−4913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A00F3472-8FAD-4E4B-BAA8-4BFBAF2D38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1911213"/>
                <a:ext cx="13068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A9322637-1D6D-4BDD-8BB7-D292E148F5A0}"/>
                  </a:ext>
                </a:extLst>
              </p:cNvPr>
              <p:cNvSpPr/>
              <p:nvPr/>
            </p:nvSpPr>
            <p:spPr>
              <a:xfrm>
                <a:off x="8260625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A9322637-1D6D-4BDD-8BB7-D292E148F5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2436532"/>
                <a:ext cx="13068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63FD7417-AB19-4C6D-B1BE-7875A065A19B}"/>
                  </a:ext>
                </a:extLst>
              </p:cNvPr>
              <p:cNvSpPr/>
              <p:nvPr/>
            </p:nvSpPr>
            <p:spPr>
              <a:xfrm>
                <a:off x="8260625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63FD7417-AB19-4C6D-B1BE-7875A065A19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2961851"/>
                <a:ext cx="13068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81D2A860-4BB8-4D7E-91FD-E4E4D1D1C3B5}"/>
                  </a:ext>
                </a:extLst>
              </p:cNvPr>
              <p:cNvSpPr/>
              <p:nvPr/>
            </p:nvSpPr>
            <p:spPr>
              <a:xfrm>
                <a:off x="8260625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4394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81D2A860-4BB8-4D7E-91FD-E4E4D1D1C3B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0625" y="3487169"/>
                <a:ext cx="13068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9CD34674-E799-4B63-A491-9BC02EE19C92}"/>
                  </a:ext>
                </a:extLst>
              </p:cNvPr>
              <p:cNvSpPr/>
              <p:nvPr/>
            </p:nvSpPr>
            <p:spPr>
              <a:xfrm>
                <a:off x="10333032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83521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9CD34674-E799-4B63-A491-9BC02EE19C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1911213"/>
                <a:ext cx="13068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12F5AB8E-970E-498E-A8CA-07E4F06CB11A}"/>
                  </a:ext>
                </a:extLst>
              </p:cNvPr>
              <p:cNvSpPr/>
              <p:nvPr/>
            </p:nvSpPr>
            <p:spPr>
              <a:xfrm>
                <a:off x="10333032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7203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12F5AB8E-970E-498E-A8CA-07E4F06CB1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2436532"/>
                <a:ext cx="13068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33E3A0B2-0C2C-49F1-A2B7-5B4FDE94E772}"/>
                  </a:ext>
                </a:extLst>
              </p:cNvPr>
              <p:cNvSpPr/>
              <p:nvPr/>
            </p:nvSpPr>
            <p:spPr>
              <a:xfrm>
                <a:off x="10333032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324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33E3A0B2-0C2C-49F1-A2B7-5B4FDE94E7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2961851"/>
                <a:ext cx="13068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76582B1B-33E0-49FE-86A7-A817DFC4F597}"/>
                  </a:ext>
                </a:extLst>
              </p:cNvPr>
              <p:cNvSpPr/>
              <p:nvPr/>
            </p:nvSpPr>
            <p:spPr>
              <a:xfrm>
                <a:off x="10333032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57122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76582B1B-33E0-49FE-86A7-A817DFC4F5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33032" y="3487169"/>
                <a:ext cx="13068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A5F80E7D-C3FB-44CF-9888-C6D7120C5198}"/>
                  </a:ext>
                </a:extLst>
              </p:cNvPr>
              <p:cNvSpPr txBox="1"/>
              <p:nvPr/>
            </p:nvSpPr>
            <p:spPr>
              <a:xfrm>
                <a:off x="5847273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A5F80E7D-C3FB-44CF-9888-C6D7120C51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47273" y="3923883"/>
                <a:ext cx="2376000" cy="1356012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95DBC9E4-B040-4681-B72C-7DB170C3A9A8}"/>
                  </a:ext>
                </a:extLst>
              </p:cNvPr>
              <p:cNvSpPr txBox="1"/>
              <p:nvPr/>
            </p:nvSpPr>
            <p:spPr>
              <a:xfrm>
                <a:off x="7812129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−1440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95DBC9E4-B040-4681-B72C-7DB170C3A9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12129" y="3923883"/>
                <a:ext cx="2376000" cy="1356012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41BBB99B-4876-4BC7-A0B0-F0164AFA7DD9}"/>
                  </a:ext>
                </a:extLst>
              </p:cNvPr>
              <p:cNvSpPr txBox="1"/>
              <p:nvPr/>
            </p:nvSpPr>
            <p:spPr>
              <a:xfrm>
                <a:off x="9816000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148170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41BBB99B-4876-4BC7-A0B0-F0164AFA7D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16000" y="3923883"/>
                <a:ext cx="2376000" cy="1356012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2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454399A0-565A-408C-91DF-1FDE53B661C4}"/>
                  </a:ext>
                </a:extLst>
              </p:cNvPr>
              <p:cNvSpPr/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454399A0-565A-408C-91DF-1FDE53B661C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252CCC21-A04C-403E-9ADB-9727D524EB04}"/>
                  </a:ext>
                </a:extLst>
              </p:cNvPr>
              <p:cNvSpPr/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252CCC21-A04C-403E-9ADB-9727D524EB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23269D8-DE1A-4ACA-A19A-37B26350427C}"/>
                  </a:ext>
                </a:extLst>
              </p:cNvPr>
              <p:cNvSpPr/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23269D8-DE1A-4ACA-A19A-37B2635042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ACEF5DE-D55A-4BCE-B752-9E0F565C71E4}"/>
                  </a:ext>
                </a:extLst>
              </p:cNvPr>
              <p:cNvSpPr/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ACEF5DE-D55A-4BCE-B752-9E0F565C71E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42" name="Table 141">
                <a:extLst>
                  <a:ext uri="{FF2B5EF4-FFF2-40B4-BE49-F238E27FC236}">
                    <a16:creationId xmlns:a16="http://schemas.microsoft.com/office/drawing/2014/main" id="{06D0E39C-8877-4470-A34D-703D5F43C90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35661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d>
                                  <m:d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en-US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x</m:t>
                                        </m:r>
                                      </m:e>
                                      <m:sub>
                                        <m:r>
                                          <m:rPr>
                                            <m:sty m:val="p"/>
                                          </m:rPr>
                                          <a:rPr lang="en-US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i</m:t>
                                        </m:r>
                                      </m:sub>
                                    </m:sSub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−</m:t>
                                    </m:r>
                                    <m:bar>
                                      <m:barPr>
                                        <m:pos m:val="top"/>
                                        <m:ctrlPr>
                                          <a:rPr lang="en-IN" sz="2800" i="1" smtClean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</m:ctrlPr>
                                      </m:barPr>
                                      <m:e>
                                        <m:r>
                                          <m:rPr>
                                            <m:sty m:val="p"/>
                                          </m:rPr>
                                          <a:rPr lang="en-IN" sz="2800" i="0">
                                            <a:solidFill>
                                              <a:srgbClr val="002060"/>
                                            </a:solidFill>
                                            <a:latin typeface="Cambria Math" panose="02040503050406030204" pitchFamily="18" charset="0"/>
                                            <a:ea typeface="Calibri" panose="020F0502020204030204" pitchFamily="34" charset="0"/>
                                            <a:cs typeface="Shruti" panose="020B0502040204020203" pitchFamily="34" charset="0"/>
                                          </a:rPr>
                                          <m:t>x</m:t>
                                        </m:r>
                                      </m:e>
                                    </m:bar>
                                  </m:e>
                                </m:d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42" name="Table 141">
                <a:extLst>
                  <a:ext uri="{FF2B5EF4-FFF2-40B4-BE49-F238E27FC236}">
                    <a16:creationId xmlns:a16="http://schemas.microsoft.com/office/drawing/2014/main" id="{06D0E39C-8877-4470-A34D-703D5F43C90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18327488"/>
                  </p:ext>
                </p:extLst>
              </p:nvPr>
            </p:nvGraphicFramePr>
            <p:xfrm>
              <a:off x="4035661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7"/>
                          <a:stretch>
                            <a:fillRect l="-615" t="-1124" r="-923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26BE6D01-A4E8-437B-8A3D-EA39C72FBC33}"/>
                  </a:ext>
                </a:extLst>
              </p:cNvPr>
              <p:cNvSpPr/>
              <p:nvPr/>
            </p:nvSpPr>
            <p:spPr>
              <a:xfrm>
                <a:off x="4541255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26BE6D01-A4E8-437B-8A3D-EA39C72FBC3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1911213"/>
                <a:ext cx="981819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B1120258-D3A6-4CAB-A109-D22C6904D827}"/>
                  </a:ext>
                </a:extLst>
              </p:cNvPr>
              <p:cNvSpPr/>
              <p:nvPr/>
            </p:nvSpPr>
            <p:spPr>
              <a:xfrm>
                <a:off x="4541255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B1120258-D3A6-4CAB-A109-D22C6904D82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2436532"/>
                <a:ext cx="981819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020956B7-8987-48E6-A4A2-6F4692A24B02}"/>
                  </a:ext>
                </a:extLst>
              </p:cNvPr>
              <p:cNvSpPr/>
              <p:nvPr/>
            </p:nvSpPr>
            <p:spPr>
              <a:xfrm>
                <a:off x="4541255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020956B7-8987-48E6-A4A2-6F4692A24B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2961851"/>
                <a:ext cx="981819" cy="52322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EBD3CFE2-B85C-4E81-BCE2-C93F8EED3253}"/>
                  </a:ext>
                </a:extLst>
              </p:cNvPr>
              <p:cNvSpPr/>
              <p:nvPr/>
            </p:nvSpPr>
            <p:spPr>
              <a:xfrm>
                <a:off x="4541255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EBD3CFE2-B85C-4E81-BCE2-C93F8EED32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1255" y="3487169"/>
                <a:ext cx="981819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703DE331-2C46-495B-87C4-E4C74E3109FE}"/>
                  </a:ext>
                </a:extLst>
              </p:cNvPr>
              <p:cNvSpPr txBox="1"/>
              <p:nvPr/>
            </p:nvSpPr>
            <p:spPr>
              <a:xfrm>
                <a:off x="3864287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703DE331-2C46-495B-87C4-E4C74E3109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64287" y="3923883"/>
                <a:ext cx="2376000" cy="1356012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3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49" name="TextBox 148">
            <a:extLst>
              <a:ext uri="{FF2B5EF4-FFF2-40B4-BE49-F238E27FC236}">
                <a16:creationId xmlns:a16="http://schemas.microsoft.com/office/drawing/2014/main" id="{1D688283-A46A-41C4-BB78-D3FDBBF68E4C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042AA751-DFF4-4C1D-9881-79306AA6DE57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1CB30017-5440-4ACF-8783-2F4FE3F7DA89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67189F25-49F1-49AE-99D4-B89C03D408FE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3E30DFF-4150-489E-AA0C-714649441B99}"/>
                  </a:ext>
                </a:extLst>
              </p:cNvPr>
              <p:cNvSpPr txBox="1"/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3E30DFF-4150-489E-AA0C-714649441B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16BF086-CC0B-4CE3-91A8-2817D0F9659E}"/>
                  </a:ext>
                </a:extLst>
              </p:cNvPr>
              <p:cNvSpPr txBox="1"/>
              <p:nvPr/>
            </p:nvSpPr>
            <p:spPr>
              <a:xfrm>
                <a:off x="7048870" y="789036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16BF086-CC0B-4CE3-91A8-2817D0F965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48870" y="789036"/>
                <a:ext cx="1570988" cy="523220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0601008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/>
      <p:bldP spid="73" grpId="0"/>
      <p:bldP spid="74" grpId="0"/>
      <p:bldP spid="75" grpId="0"/>
      <p:bldP spid="76" grpId="0"/>
      <p:bldP spid="77" grpId="0"/>
      <p:bldP spid="78" grpId="0"/>
      <p:bldP spid="125" grpId="0"/>
      <p:bldP spid="126" grpId="0"/>
      <p:bldP spid="127" grpId="0"/>
      <p:bldP spid="128" grpId="0"/>
      <p:bldP spid="129" grpId="0"/>
      <p:bldP spid="130" grpId="0"/>
      <p:bldP spid="131" grpId="0"/>
      <p:bldP spid="132" grpId="0"/>
      <p:bldP spid="133" grpId="0"/>
      <p:bldP spid="134" grpId="0"/>
      <p:bldP spid="135" grpId="0"/>
      <p:bldP spid="136" grpId="0"/>
      <p:bldP spid="143" grpId="0"/>
      <p:bldP spid="144" grpId="0"/>
      <p:bldP spid="145" grpId="0"/>
      <p:bldP spid="146" grpId="0"/>
      <p:bldP spid="147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03AC1AC-5D0F-411A-875A-39FC5FDB905D}"/>
              </a:ext>
            </a:extLst>
          </p:cNvPr>
          <p:cNvSpPr txBox="1"/>
          <p:nvPr/>
        </p:nvSpPr>
        <p:spPr>
          <a:xfrm>
            <a:off x="-4547425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/>
              <p:nvPr/>
            </p:nvSpPr>
            <p:spPr>
              <a:xfrm>
                <a:off x="9143998" y="7005452"/>
                <a:ext cx="3075940" cy="100501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b="0" i="1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 b="0" i="0" smtClean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52269AED-532F-4F4A-B383-4449758F98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8" y="7005452"/>
                <a:ext cx="3075940" cy="1005019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923A255-A72F-4565-B9F1-1CA2FC1D17E9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nor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923A255-A72F-4565-B9F1-1CA2FC1D17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/>
              <p:nvPr/>
            </p:nvSpPr>
            <p:spPr>
              <a:xfrm>
                <a:off x="9143998" y="7017507"/>
                <a:ext cx="266013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43998" y="7017507"/>
                <a:ext cx="2660138" cy="9225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2C21DA0D-610B-4529-A251-306B75C2033C}"/>
                  </a:ext>
                </a:extLst>
              </p:cNvPr>
              <p:cNvSpPr txBox="1"/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bar>
                                <m:barPr>
                                  <m:pos m:val="top"/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bar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x</m:t>
                                  </m:r>
                                </m:e>
                              </m:bar>
                            </m:e>
                          </m:d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2C21DA0D-610B-4529-A251-306B75C203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1166612-6087-4304-8C08-0B19BE647033}"/>
                  </a:ext>
                </a:extLst>
              </p:cNvPr>
              <p:cNvSpPr txBox="1"/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810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1166612-6087-4304-8C08-0B19BE6470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8BB0079C-7BF6-4297-A7AA-99CC167C8C07}"/>
                  </a:ext>
                </a:extLst>
              </p:cNvPr>
              <p:cNvSpPr txBox="1"/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IN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IN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−1440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8BB0079C-7BF6-4297-A7AA-99CC167C8C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E039D492-B5E4-4489-B995-8950FDC71815}"/>
                  </a:ext>
                </a:extLst>
              </p:cNvPr>
              <p:cNvSpPr txBox="1"/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4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nn-NO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nn-NO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148170</m:t>
                      </m:r>
                    </m:oMath>
                  </m:oMathPara>
                </a14:m>
                <a:endParaRPr dirty="0"/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E039D492-B5E4-4489-B995-8950FDC718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4AF2539B-071C-4BA4-90C1-69BE34A5D857}"/>
                  </a:ext>
                </a:extLst>
              </p:cNvPr>
              <p:cNvSpPr txBox="1"/>
              <p:nvPr/>
            </p:nvSpPr>
            <p:spPr>
              <a:xfrm>
                <a:off x="3803311" y="1393426"/>
                <a:ext cx="3146597" cy="9344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 </m:t>
                                  </m:r>
                                </m:e>
                              </m:d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4AF2539B-071C-4BA4-90C1-69BE34A5D85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1393426"/>
                <a:ext cx="3146597" cy="934423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0B668139-E1FD-4728-85DB-4107E0E611FB}"/>
                  </a:ext>
                </a:extLst>
              </p:cNvPr>
              <p:cNvSpPr txBox="1"/>
              <p:nvPr/>
            </p:nvSpPr>
            <p:spPr>
              <a:xfrm>
                <a:off x="7322013" y="1402691"/>
                <a:ext cx="222519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10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0B668139-E1FD-4728-85DB-4107E0E611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1402691"/>
                <a:ext cx="2225195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A3C9FA20-8D7A-489D-93C3-9082769B6E30}"/>
                  </a:ext>
                </a:extLst>
              </p:cNvPr>
              <p:cNvSpPr txBox="1"/>
              <p:nvPr/>
            </p:nvSpPr>
            <p:spPr>
              <a:xfrm>
                <a:off x="10099753" y="1598146"/>
                <a:ext cx="17487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A3C9FA20-8D7A-489D-93C3-9082769B6E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1598146"/>
                <a:ext cx="174879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7CFF7961-0747-449D-BBD0-20C0FF5F22FF}"/>
                  </a:ext>
                </a:extLst>
              </p:cNvPr>
              <p:cNvSpPr txBox="1"/>
              <p:nvPr/>
            </p:nvSpPr>
            <p:spPr>
              <a:xfrm>
                <a:off x="3803311" y="2555214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7CFF7961-0747-449D-BBD0-20C0FF5F22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2555214"/>
                <a:ext cx="3325069" cy="960776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C00E27E-2419-47C3-839D-355036CC3E3D}"/>
                  </a:ext>
                </a:extLst>
              </p:cNvPr>
              <p:cNvSpPr txBox="1"/>
              <p:nvPr/>
            </p:nvSpPr>
            <p:spPr>
              <a:xfrm>
                <a:off x="7322013" y="2580317"/>
                <a:ext cx="195345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810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C00E27E-2419-47C3-839D-355036CC3E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2580317"/>
                <a:ext cx="1953455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1D7A8674-E533-4ACF-A0CD-C9936139A235}"/>
                  </a:ext>
                </a:extLst>
              </p:cNvPr>
              <p:cNvSpPr txBox="1"/>
              <p:nvPr/>
            </p:nvSpPr>
            <p:spPr>
              <a:xfrm>
                <a:off x="10099753" y="2810697"/>
                <a:ext cx="2735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8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1D7A8674-E533-4ACF-A0CD-C9936139A2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2810697"/>
                <a:ext cx="273586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022709B-5779-4514-B361-87121C097AA1}"/>
                  </a:ext>
                </a:extLst>
              </p:cNvPr>
              <p:cNvSpPr txBox="1"/>
              <p:nvPr/>
            </p:nvSpPr>
            <p:spPr>
              <a:xfrm>
                <a:off x="3803311" y="3774844"/>
                <a:ext cx="3325069" cy="9607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022709B-5779-4514-B361-87121C097A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3774844"/>
                <a:ext cx="3325069" cy="960776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628A065-61F1-4346-9C69-68120F96DFF7}"/>
                  </a:ext>
                </a:extLst>
              </p:cNvPr>
              <p:cNvSpPr txBox="1"/>
              <p:nvPr/>
            </p:nvSpPr>
            <p:spPr>
              <a:xfrm>
                <a:off x="7322013" y="3812958"/>
                <a:ext cx="2445062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−1440 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5628A065-61F1-4346-9C69-68120F96DF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3812958"/>
                <a:ext cx="2445062" cy="90178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4090898-F2AF-4C1E-A869-089437827E69}"/>
                  </a:ext>
                </a:extLst>
              </p:cNvPr>
              <p:cNvSpPr txBox="1"/>
              <p:nvPr/>
            </p:nvSpPr>
            <p:spPr>
              <a:xfrm>
                <a:off x="10099753" y="4015394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−144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A4090898-F2AF-4C1E-A869-089437827E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4015394"/>
                <a:ext cx="2125026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6EF9A24C-4FFC-4366-B7E0-23650F7BA6EC}"/>
                  </a:ext>
                </a:extLst>
              </p:cNvPr>
              <p:cNvSpPr txBox="1"/>
              <p:nvPr/>
            </p:nvSpPr>
            <p:spPr>
              <a:xfrm>
                <a:off x="3803311" y="5019646"/>
                <a:ext cx="3325069" cy="95910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6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6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6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6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6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6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6EF9A24C-4FFC-4366-B7E0-23650F7BA6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3311" y="5019646"/>
                <a:ext cx="3325069" cy="959109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567C6D62-C487-425B-9276-F56747F4F931}"/>
                  </a:ext>
                </a:extLst>
              </p:cNvPr>
              <p:cNvSpPr txBox="1"/>
              <p:nvPr/>
            </p:nvSpPr>
            <p:spPr>
              <a:xfrm>
                <a:off x="7322013" y="4983127"/>
                <a:ext cx="2352040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148170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567C6D62-C487-425B-9276-F56747F4F9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2013" y="4983127"/>
                <a:ext cx="2352040" cy="901785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1E8B0E5B-E4CA-4E55-9D75-593FB4FA2312}"/>
                  </a:ext>
                </a:extLst>
              </p:cNvPr>
              <p:cNvSpPr txBox="1"/>
              <p:nvPr/>
            </p:nvSpPr>
            <p:spPr>
              <a:xfrm>
                <a:off x="10099753" y="5276846"/>
                <a:ext cx="27254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14817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1E8B0E5B-E4CA-4E55-9D75-593FB4FA23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9753" y="5276846"/>
                <a:ext cx="2725495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E89C243D-7B49-4B4D-AAFB-C9F8D9681385}"/>
                  </a:ext>
                </a:extLst>
              </p:cNvPr>
              <p:cNvSpPr txBox="1"/>
              <p:nvPr/>
            </p:nvSpPr>
            <p:spPr>
              <a:xfrm>
                <a:off x="3413425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E89C243D-7B49-4B4D-AAFB-C9F8D96813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1635384"/>
                <a:ext cx="539634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F5F59259-5329-4A09-9A9E-97DF549ED677}"/>
                  </a:ext>
                </a:extLst>
              </p:cNvPr>
              <p:cNvSpPr txBox="1"/>
              <p:nvPr/>
            </p:nvSpPr>
            <p:spPr>
              <a:xfrm>
                <a:off x="3413425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F5F59259-5329-4A09-9A9E-97DF549ED6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2823169"/>
                <a:ext cx="539634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839529FD-CC84-41EE-A61D-F28147265BA9}"/>
                  </a:ext>
                </a:extLst>
              </p:cNvPr>
              <p:cNvSpPr txBox="1"/>
              <p:nvPr/>
            </p:nvSpPr>
            <p:spPr>
              <a:xfrm>
                <a:off x="3413425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839529FD-CC84-41EE-A61D-F28147265B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4054751"/>
                <a:ext cx="539634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965FE969-E2EA-403A-A9E6-033A69E6E16F}"/>
                  </a:ext>
                </a:extLst>
              </p:cNvPr>
              <p:cNvSpPr txBox="1"/>
              <p:nvPr/>
            </p:nvSpPr>
            <p:spPr>
              <a:xfrm>
                <a:off x="3413425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965FE969-E2EA-403A-A9E6-033A69E6E1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3425" y="5276846"/>
                <a:ext cx="539634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85304E3F-9331-4226-9851-812524C89015}"/>
                  </a:ext>
                </a:extLst>
              </p:cNvPr>
              <p:cNvSpPr txBox="1"/>
              <p:nvPr/>
            </p:nvSpPr>
            <p:spPr>
              <a:xfrm>
                <a:off x="6910153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85304E3F-9331-4226-9851-812524C890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1635384"/>
                <a:ext cx="539634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B4303400-1C2C-4748-B1E9-A2F94A92B167}"/>
                  </a:ext>
                </a:extLst>
              </p:cNvPr>
              <p:cNvSpPr txBox="1"/>
              <p:nvPr/>
            </p:nvSpPr>
            <p:spPr>
              <a:xfrm>
                <a:off x="6910153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B4303400-1C2C-4748-B1E9-A2F94A92B1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2823169"/>
                <a:ext cx="539634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AE65EC54-84E2-43AF-AD7D-935AF8C60187}"/>
                  </a:ext>
                </a:extLst>
              </p:cNvPr>
              <p:cNvSpPr txBox="1"/>
              <p:nvPr/>
            </p:nvSpPr>
            <p:spPr>
              <a:xfrm>
                <a:off x="6910153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AE65EC54-84E2-43AF-AD7D-935AF8C601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4054751"/>
                <a:ext cx="539634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23983A8F-773D-4882-ADA2-01425F886C0C}"/>
                  </a:ext>
                </a:extLst>
              </p:cNvPr>
              <p:cNvSpPr txBox="1"/>
              <p:nvPr/>
            </p:nvSpPr>
            <p:spPr>
              <a:xfrm>
                <a:off x="6910153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23983A8F-773D-4882-ADA2-01425F886C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0153" y="5276846"/>
                <a:ext cx="539634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346070C3-9C57-4759-B748-9F5BE04B7018}"/>
                  </a:ext>
                </a:extLst>
              </p:cNvPr>
              <p:cNvSpPr txBox="1"/>
              <p:nvPr/>
            </p:nvSpPr>
            <p:spPr>
              <a:xfrm>
                <a:off x="9695797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346070C3-9C57-4759-B748-9F5BE04B70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1635384"/>
                <a:ext cx="539634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81C47663-C64E-4474-8964-652804A3B14F}"/>
                  </a:ext>
                </a:extLst>
              </p:cNvPr>
              <p:cNvSpPr txBox="1"/>
              <p:nvPr/>
            </p:nvSpPr>
            <p:spPr>
              <a:xfrm>
                <a:off x="9695797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81C47663-C64E-4474-8964-652804A3B1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2823169"/>
                <a:ext cx="539634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62E0124A-005F-43C8-AEFA-32A6C4F7C31F}"/>
                  </a:ext>
                </a:extLst>
              </p:cNvPr>
              <p:cNvSpPr txBox="1"/>
              <p:nvPr/>
            </p:nvSpPr>
            <p:spPr>
              <a:xfrm>
                <a:off x="9695797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62E0124A-005F-43C8-AEFA-32A6C4F7C3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4054751"/>
                <a:ext cx="539634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5999554F-DF53-4C03-9D28-E22541359CE9}"/>
                  </a:ext>
                </a:extLst>
              </p:cNvPr>
              <p:cNvSpPr txBox="1"/>
              <p:nvPr/>
            </p:nvSpPr>
            <p:spPr>
              <a:xfrm>
                <a:off x="9695797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5999554F-DF53-4C03-9D28-E22541359C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5797" y="5276846"/>
                <a:ext cx="539634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3AC3FD89-E39C-4F9E-9BEE-C54022B0B74C}"/>
                  </a:ext>
                </a:extLst>
              </p:cNvPr>
              <p:cNvSpPr txBox="1"/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3AC3FD89-E39C-4F9E-9BEE-C54022B0B7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4835" y="782453"/>
                <a:ext cx="401439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BED4A893-BC93-471D-AE05-8988D0BD68CC}"/>
                  </a:ext>
                </a:extLst>
              </p:cNvPr>
              <p:cNvSpPr txBox="1"/>
              <p:nvPr/>
            </p:nvSpPr>
            <p:spPr>
              <a:xfrm>
                <a:off x="7048870" y="789036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BED4A893-BC93-471D-AE05-8988D0BD68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48870" y="789036"/>
                <a:ext cx="1570988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6" name="Table 105">
                <a:extLst>
                  <a:ext uri="{FF2B5EF4-FFF2-40B4-BE49-F238E27FC236}">
                    <a16:creationId xmlns:a16="http://schemas.microsoft.com/office/drawing/2014/main" id="{776915E7-E74B-4309-B685-A0F3C5A1089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1719576" y="1363820"/>
              <a:ext cx="157098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6" name="Table 105">
                <a:extLst>
                  <a:ext uri="{FF2B5EF4-FFF2-40B4-BE49-F238E27FC236}">
                    <a16:creationId xmlns:a16="http://schemas.microsoft.com/office/drawing/2014/main" id="{776915E7-E74B-4309-B685-A0F3C5A1089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81952519"/>
                  </p:ext>
                </p:extLst>
              </p:nvPr>
            </p:nvGraphicFramePr>
            <p:xfrm>
              <a:off x="-1719576" y="1363820"/>
              <a:ext cx="157098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5"/>
                          <a:stretch>
                            <a:fillRect l="-386" t="-1124" r="-1158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07" name="Table 106">
                <a:extLst>
                  <a:ext uri="{FF2B5EF4-FFF2-40B4-BE49-F238E27FC236}">
                    <a16:creationId xmlns:a16="http://schemas.microsoft.com/office/drawing/2014/main" id="{9BB4183B-CDEA-4FAB-A672-13C2B5F4EF1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241185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07" name="Table 106">
                <a:extLst>
                  <a:ext uri="{FF2B5EF4-FFF2-40B4-BE49-F238E27FC236}">
                    <a16:creationId xmlns:a16="http://schemas.microsoft.com/office/drawing/2014/main" id="{9BB4183B-CDEA-4FAB-A672-13C2B5F4EF1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198574386"/>
                  </p:ext>
                </p:extLst>
              </p:nvPr>
            </p:nvGraphicFramePr>
            <p:xfrm>
              <a:off x="-241185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6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06567D70-37F7-4BD9-A72B-FDA2C8070B3E}"/>
                  </a:ext>
                </a:extLst>
              </p:cNvPr>
              <p:cNvSpPr/>
              <p:nvPr/>
            </p:nvSpPr>
            <p:spPr>
              <a:xfrm>
                <a:off x="-2467969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06567D70-37F7-4BD9-A72B-FDA2C8070B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467969" y="1911823"/>
                <a:ext cx="792000" cy="52200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ED1F55AC-CA38-438E-B68D-CC0A81F157C9}"/>
                  </a:ext>
                </a:extLst>
              </p:cNvPr>
              <p:cNvSpPr/>
              <p:nvPr/>
            </p:nvSpPr>
            <p:spPr>
              <a:xfrm>
                <a:off x="-2467969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ED1F55AC-CA38-438E-B68D-CC0A81F157C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467969" y="2437142"/>
                <a:ext cx="792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569AC7BE-FF94-4904-AE72-F1699DBABE0C}"/>
                  </a:ext>
                </a:extLst>
              </p:cNvPr>
              <p:cNvSpPr/>
              <p:nvPr/>
            </p:nvSpPr>
            <p:spPr>
              <a:xfrm>
                <a:off x="-2467969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569AC7BE-FF94-4904-AE72-F1699DBABE0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467969" y="2962461"/>
                <a:ext cx="792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EABBB868-689E-4CE0-BD20-353FA137953E}"/>
                  </a:ext>
                </a:extLst>
              </p:cNvPr>
              <p:cNvSpPr/>
              <p:nvPr/>
            </p:nvSpPr>
            <p:spPr>
              <a:xfrm>
                <a:off x="-2467969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EABBB868-689E-4CE0-BD20-353FA13795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467969" y="3487779"/>
                <a:ext cx="792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94DCB02B-C091-4890-A938-C3887BFB5E3F}"/>
                  </a:ext>
                </a:extLst>
              </p:cNvPr>
              <p:cNvSpPr/>
              <p:nvPr/>
            </p:nvSpPr>
            <p:spPr>
              <a:xfrm>
                <a:off x="-1448002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94DCB02B-C091-4890-A938-C3887BFB5E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448002" y="1911213"/>
                <a:ext cx="981819" cy="52322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594D6E1F-668C-4588-836E-911C201E22E8}"/>
                  </a:ext>
                </a:extLst>
              </p:cNvPr>
              <p:cNvSpPr/>
              <p:nvPr/>
            </p:nvSpPr>
            <p:spPr>
              <a:xfrm>
                <a:off x="-1448002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594D6E1F-668C-4588-836E-911C201E22E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448002" y="2436532"/>
                <a:ext cx="981819" cy="52322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F67969A6-6865-48A1-BD56-885B1824E3EA}"/>
                  </a:ext>
                </a:extLst>
              </p:cNvPr>
              <p:cNvSpPr/>
              <p:nvPr/>
            </p:nvSpPr>
            <p:spPr>
              <a:xfrm>
                <a:off x="-1448002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F67969A6-6865-48A1-BD56-885B1824E3E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448002" y="2961851"/>
                <a:ext cx="981819" cy="52322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57609DA2-ADE9-4E16-9603-22EAB63DD290}"/>
                  </a:ext>
                </a:extLst>
              </p:cNvPr>
              <p:cNvSpPr/>
              <p:nvPr/>
            </p:nvSpPr>
            <p:spPr>
              <a:xfrm>
                <a:off x="-1448002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57609DA2-ADE9-4E16-9603-22EAB63DD29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448002" y="3487169"/>
                <a:ext cx="981819" cy="52322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16" name="Table 115">
                <a:extLst>
                  <a:ext uri="{FF2B5EF4-FFF2-40B4-BE49-F238E27FC236}">
                    <a16:creationId xmlns:a16="http://schemas.microsoft.com/office/drawing/2014/main" id="{0EAEA249-ED0A-4278-BB95-C7A9BA5B12E6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3111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16" name="Table 115">
                <a:extLst>
                  <a:ext uri="{FF2B5EF4-FFF2-40B4-BE49-F238E27FC236}">
                    <a16:creationId xmlns:a16="http://schemas.microsoft.com/office/drawing/2014/main" id="{0EAEA249-ED0A-4278-BB95-C7A9BA5B12E6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79612997"/>
                  </p:ext>
                </p:extLst>
              </p:nvPr>
            </p:nvGraphicFramePr>
            <p:xfrm>
              <a:off x="-3111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5"/>
                          <a:stretch>
                            <a:fillRect l="-877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A00CEB16-BD53-48DA-8968-DBE65B3B562D}"/>
                  </a:ext>
                </a:extLst>
              </p:cNvPr>
              <p:cNvSpPr/>
              <p:nvPr/>
            </p:nvSpPr>
            <p:spPr>
              <a:xfrm>
                <a:off x="-3167424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A00CEB16-BD53-48DA-8968-DBE65B3B562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167424" y="1911823"/>
                <a:ext cx="792000" cy="52200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169B7313-15BE-4956-9BEE-47778A303046}"/>
                  </a:ext>
                </a:extLst>
              </p:cNvPr>
              <p:cNvSpPr/>
              <p:nvPr/>
            </p:nvSpPr>
            <p:spPr>
              <a:xfrm>
                <a:off x="-3167424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169B7313-15BE-4956-9BEE-47778A30304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167424" y="2437142"/>
                <a:ext cx="792000" cy="522000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4E6C8498-9210-4F34-80B0-ADF587BB4DB4}"/>
                  </a:ext>
                </a:extLst>
              </p:cNvPr>
              <p:cNvSpPr/>
              <p:nvPr/>
            </p:nvSpPr>
            <p:spPr>
              <a:xfrm>
                <a:off x="-3167424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4E6C8498-9210-4F34-80B0-ADF587BB4D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167424" y="2962461"/>
                <a:ext cx="792000" cy="52200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BAEC756E-494B-4138-9AB9-43D84F468DDB}"/>
                  </a:ext>
                </a:extLst>
              </p:cNvPr>
              <p:cNvSpPr/>
              <p:nvPr/>
            </p:nvSpPr>
            <p:spPr>
              <a:xfrm>
                <a:off x="-3167424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BAEC756E-494B-4138-9AB9-43D84F468D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167424" y="3487779"/>
                <a:ext cx="792000" cy="522000"/>
              </a:xfrm>
              <a:prstGeom prst="rect">
                <a:avLst/>
              </a:prstGeom>
              <a:blipFill>
                <a:blip r:embed="rId4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21" name="Table 120">
                <a:extLst>
                  <a:ext uri="{FF2B5EF4-FFF2-40B4-BE49-F238E27FC236}">
                    <a16:creationId xmlns:a16="http://schemas.microsoft.com/office/drawing/2014/main" id="{C07990B0-3979-4C1C-842F-23BC3258148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-447184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21" name="Table 120">
                <a:extLst>
                  <a:ext uri="{FF2B5EF4-FFF2-40B4-BE49-F238E27FC236}">
                    <a16:creationId xmlns:a16="http://schemas.microsoft.com/office/drawing/2014/main" id="{C07990B0-3979-4C1C-842F-23BC3258148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34560242"/>
                  </p:ext>
                </p:extLst>
              </p:nvPr>
            </p:nvGraphicFramePr>
            <p:xfrm>
              <a:off x="-447184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0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22" name="TextBox 121">
            <a:extLst>
              <a:ext uri="{FF2B5EF4-FFF2-40B4-BE49-F238E27FC236}">
                <a16:creationId xmlns:a16="http://schemas.microsoft.com/office/drawing/2014/main" id="{B8DB2089-8F7D-41D0-A38F-0DAD1707BDE5}"/>
              </a:ext>
            </a:extLst>
          </p:cNvPr>
          <p:cNvSpPr txBox="1"/>
          <p:nvPr/>
        </p:nvSpPr>
        <p:spPr>
          <a:xfrm>
            <a:off x="-454742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83066DA0-01DC-42C7-8B19-A8E54EDA4A22}"/>
              </a:ext>
            </a:extLst>
          </p:cNvPr>
          <p:cNvSpPr txBox="1"/>
          <p:nvPr/>
        </p:nvSpPr>
        <p:spPr>
          <a:xfrm>
            <a:off x="-454742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DCFCA69D-6D7C-4AE4-BDD5-7F14BD34056F}"/>
              </a:ext>
            </a:extLst>
          </p:cNvPr>
          <p:cNvSpPr txBox="1"/>
          <p:nvPr/>
        </p:nvSpPr>
        <p:spPr>
          <a:xfrm>
            <a:off x="-454742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39699393-1CD8-40EB-A737-C7F5818E9287}"/>
              </a:ext>
            </a:extLst>
          </p:cNvPr>
          <p:cNvSpPr txBox="1"/>
          <p:nvPr/>
        </p:nvSpPr>
        <p:spPr>
          <a:xfrm>
            <a:off x="-454742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127744C0-40C6-4401-9075-480307DA7101}"/>
                  </a:ext>
                </a:extLst>
              </p:cNvPr>
              <p:cNvSpPr txBox="1"/>
              <p:nvPr/>
            </p:nvSpPr>
            <p:spPr>
              <a:xfrm>
                <a:off x="-1809203" y="3939608"/>
                <a:ext cx="1570987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127744C0-40C6-4401-9075-480307DA71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809203" y="3939608"/>
                <a:ext cx="1570987" cy="1356012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3649569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6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6" grpId="0"/>
      <p:bldP spid="97" grpId="0"/>
      <p:bldP spid="98" grpId="0"/>
      <p:bldP spid="99" grpId="0"/>
      <p:bldP spid="100" grpId="0"/>
      <p:bldP spid="101" grpId="0"/>
      <p:bldP spid="102" grpId="0"/>
      <p:bldP spid="103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/>
              <p:nvPr/>
            </p:nvSpPr>
            <p:spPr>
              <a:xfrm>
                <a:off x="10189921" y="5618922"/>
                <a:ext cx="3075940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FF4EC5F1-3FE4-4930-983F-1EE74B83D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89921" y="5618922"/>
                <a:ext cx="3075940" cy="92256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EA85902A-3261-4F9E-9238-D49368A0223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525750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7" name="Table 46">
                <a:extLst>
                  <a:ext uri="{FF2B5EF4-FFF2-40B4-BE49-F238E27FC236}">
                    <a16:creationId xmlns:a16="http://schemas.microsoft.com/office/drawing/2014/main" id="{EA85902A-3261-4F9E-9238-D49368A0223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82946691"/>
                  </p:ext>
                </p:extLst>
              </p:nvPr>
            </p:nvGraphicFramePr>
            <p:xfrm>
              <a:off x="4525750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13" t="-1124" r="-92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B0E8F2C-1763-4359-9984-D5D2FAD4BB1E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B0E8F2C-1763-4359-9984-D5D2FAD4BB1E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261765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C3E7AAF4-BA45-4E7C-B7D2-25C85BAC4527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500740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C3E7AAF4-BA45-4E7C-B7D2-25C85BAC452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70288736"/>
                  </p:ext>
                </p:extLst>
              </p:nvPr>
            </p:nvGraphicFramePr>
            <p:xfrm>
              <a:off x="6500740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613" t="-1124" r="-92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97C63938-BFF5-4409-92C3-B445D8DDEE8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480740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Sup>
                                  <m:sSub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97C63938-BFF5-4409-92C3-B445D8DDEE8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594162379"/>
                  </p:ext>
                </p:extLst>
              </p:nvPr>
            </p:nvGraphicFramePr>
            <p:xfrm>
              <a:off x="8480740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613" t="-1124" r="-92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FCF027A5-50CF-44B5-94DD-101EAEE953CB}"/>
                  </a:ext>
                </a:extLst>
              </p:cNvPr>
              <p:cNvSpPr/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FCF027A5-50CF-44B5-94DD-101EAEE953C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1911823"/>
                <a:ext cx="792000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96FFAB87-8DF3-45C2-B788-E7F5FF7A24BA}"/>
                  </a:ext>
                </a:extLst>
              </p:cNvPr>
              <p:cNvSpPr/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96FFAB87-8DF3-45C2-B788-E7F5FF7A24B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437142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EBCB206B-D461-4BA3-8BFE-186AEEB8F3DA}"/>
                  </a:ext>
                </a:extLst>
              </p:cNvPr>
              <p:cNvSpPr/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EBCB206B-D461-4BA3-8BFE-186AEEB8F3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2962461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CA234969-CBD3-4E4F-8F7D-DD2455B00C67}"/>
                  </a:ext>
                </a:extLst>
              </p:cNvPr>
              <p:cNvSpPr/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CA234969-CBD3-4E4F-8F7D-DD2455B00C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5651" y="3487779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F2DB1DF-7111-413C-9159-DFD5155BB20D}"/>
                  </a:ext>
                </a:extLst>
              </p:cNvPr>
              <p:cNvSpPr/>
              <p:nvPr/>
            </p:nvSpPr>
            <p:spPr>
              <a:xfrm>
                <a:off x="4946858" y="191121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6F2DB1DF-7111-413C-9159-DFD5155BB2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6858" y="1911213"/>
                <a:ext cx="1080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074C9D1C-4B81-4A23-A48A-92DFFC6818D0}"/>
                  </a:ext>
                </a:extLst>
              </p:cNvPr>
              <p:cNvSpPr/>
              <p:nvPr/>
            </p:nvSpPr>
            <p:spPr>
              <a:xfrm>
                <a:off x="4946858" y="243653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074C9D1C-4B81-4A23-A48A-92DFFC6818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6858" y="2436532"/>
                <a:ext cx="1080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E9368F-EEB2-42D5-8E34-F9FDBD4851C6}"/>
                  </a:ext>
                </a:extLst>
              </p:cNvPr>
              <p:cNvSpPr/>
              <p:nvPr/>
            </p:nvSpPr>
            <p:spPr>
              <a:xfrm>
                <a:off x="4946858" y="296185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E9368F-EEB2-42D5-8E34-F9FDBD4851C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6858" y="2961851"/>
                <a:ext cx="1080000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051A1737-E64D-42DC-B7D9-3AF4C0C10F95}"/>
                  </a:ext>
                </a:extLst>
              </p:cNvPr>
              <p:cNvSpPr/>
              <p:nvPr/>
            </p:nvSpPr>
            <p:spPr>
              <a:xfrm>
                <a:off x="4946858" y="348716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2450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051A1737-E64D-42DC-B7D9-3AF4C0C10F9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6858" y="3487169"/>
                <a:ext cx="1080000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DCABD75D-6BC5-4C4A-B887-B0EDDB50C83A}"/>
                  </a:ext>
                </a:extLst>
              </p:cNvPr>
              <p:cNvSpPr/>
              <p:nvPr/>
            </p:nvSpPr>
            <p:spPr>
              <a:xfrm>
                <a:off x="6762718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DCABD75D-6BC5-4C4A-B887-B0EDDB50C8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2718" y="1911213"/>
                <a:ext cx="1306800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A4588E56-AA46-4289-8965-4F4134E57952}"/>
                  </a:ext>
                </a:extLst>
              </p:cNvPr>
              <p:cNvSpPr/>
              <p:nvPr/>
            </p:nvSpPr>
            <p:spPr>
              <a:xfrm>
                <a:off x="6762718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10125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A4588E56-AA46-4289-8965-4F4134E5795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2718" y="2436532"/>
                <a:ext cx="1306800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6D91EA31-C8B4-4C76-B5EB-FE79FD782285}"/>
                  </a:ext>
                </a:extLst>
              </p:cNvPr>
              <p:cNvSpPr/>
              <p:nvPr/>
            </p:nvSpPr>
            <p:spPr>
              <a:xfrm>
                <a:off x="6762718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6D91EA31-C8B4-4C76-B5EB-FE79FD7822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2718" y="2961851"/>
                <a:ext cx="130680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ACB746A0-5973-41D1-88CA-13F9262C36EC}"/>
                  </a:ext>
                </a:extLst>
              </p:cNvPr>
              <p:cNvSpPr/>
              <p:nvPr/>
            </p:nvSpPr>
            <p:spPr>
              <a:xfrm>
                <a:off x="6762718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85750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ACB746A0-5973-41D1-88CA-13F9262C36E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62718" y="3487169"/>
                <a:ext cx="1306800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384518BD-4E48-4907-8D54-89396B115716}"/>
                  </a:ext>
                </a:extLst>
              </p:cNvPr>
              <p:cNvSpPr/>
              <p:nvPr/>
            </p:nvSpPr>
            <p:spPr>
              <a:xfrm>
                <a:off x="8575308" y="191121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384518BD-4E48-4907-8D54-89396B1157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75308" y="1911213"/>
                <a:ext cx="1739351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A8BB639F-1EA7-49B2-8197-426078722D4E}"/>
                  </a:ext>
                </a:extLst>
              </p:cNvPr>
              <p:cNvSpPr/>
              <p:nvPr/>
            </p:nvSpPr>
            <p:spPr>
              <a:xfrm>
                <a:off x="8575308" y="2436532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151875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A8BB639F-1EA7-49B2-8197-426078722D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75308" y="2436532"/>
                <a:ext cx="1739351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19DF8043-222A-42F9-9459-F2939294453E}"/>
                  </a:ext>
                </a:extLst>
              </p:cNvPr>
              <p:cNvSpPr/>
              <p:nvPr/>
            </p:nvSpPr>
            <p:spPr>
              <a:xfrm>
                <a:off x="8575308" y="2961851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1562500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19DF8043-222A-42F9-9459-F293929445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75308" y="2961851"/>
                <a:ext cx="1739351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B26A3756-759D-458F-889A-944E68B7F761}"/>
                  </a:ext>
                </a:extLst>
              </p:cNvPr>
              <p:cNvSpPr/>
              <p:nvPr/>
            </p:nvSpPr>
            <p:spPr>
              <a:xfrm>
                <a:off x="8575308" y="3487169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3001250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B26A3756-759D-458F-889A-944E68B7F7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75308" y="3487169"/>
                <a:ext cx="1739351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0E4C8426-FC94-45AF-B4F6-54FD06DBCFC9}"/>
                  </a:ext>
                </a:extLst>
              </p:cNvPr>
              <p:cNvSpPr txBox="1"/>
              <p:nvPr/>
            </p:nvSpPr>
            <p:spPr>
              <a:xfrm>
                <a:off x="4423106" y="3923883"/>
                <a:ext cx="2127503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5650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0E4C8426-FC94-45AF-B4F6-54FD06DBCF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23106" y="3923883"/>
                <a:ext cx="2127503" cy="1356012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32AFCF29-77A7-46A1-9163-972B9AD9D74B}"/>
                  </a:ext>
                </a:extLst>
              </p:cNvPr>
              <p:cNvSpPr txBox="1"/>
              <p:nvPr/>
            </p:nvSpPr>
            <p:spPr>
              <a:xfrm>
                <a:off x="6314222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b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158500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32AFCF29-77A7-46A1-9163-972B9AD9D7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14222" y="3923883"/>
                <a:ext cx="2376000" cy="1356012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C4F7488D-328D-4C9E-B497-CCA9B16AE3F0}"/>
                  </a:ext>
                </a:extLst>
              </p:cNvPr>
              <p:cNvSpPr txBox="1"/>
              <p:nvPr/>
            </p:nvSpPr>
            <p:spPr>
              <a:xfrm>
                <a:off x="8318093" y="3939626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b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4716250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C4F7488D-328D-4C9E-B497-CCA9B16AE3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18093" y="3939626"/>
                <a:ext cx="2376000" cy="1356012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9" name="Table 98">
                <a:extLst>
                  <a:ext uri="{FF2B5EF4-FFF2-40B4-BE49-F238E27FC236}">
                    <a16:creationId xmlns:a16="http://schemas.microsoft.com/office/drawing/2014/main" id="{30FC0D8B-E64B-46FC-85DC-CACB71C13E4A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9" name="Table 98">
                <a:extLst>
                  <a:ext uri="{FF2B5EF4-FFF2-40B4-BE49-F238E27FC236}">
                    <a16:creationId xmlns:a16="http://schemas.microsoft.com/office/drawing/2014/main" id="{30FC0D8B-E64B-46FC-85DC-CACB71C13E4A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10" y="1363821"/>
              <a:ext cx="690154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6"/>
                          <a:stretch>
                            <a:fillRect l="-1754" t="-1124" r="-26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A6A29039-E684-4E7F-931A-8525C5E1E194}"/>
                  </a:ext>
                </a:extLst>
              </p:cNvPr>
              <p:cNvSpPr/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A6A29039-E684-4E7F-931A-8525C5E1E19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1911823"/>
                <a:ext cx="792000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12CC9587-14F6-4DA5-AC09-282E619D058F}"/>
                  </a:ext>
                </a:extLst>
              </p:cNvPr>
              <p:cNvSpPr/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12CC9587-14F6-4DA5-AC09-282E619D05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437142"/>
                <a:ext cx="792000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269F2771-C359-426D-B071-291FFF4F0EC8}"/>
                  </a:ext>
                </a:extLst>
              </p:cNvPr>
              <p:cNvSpPr/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269F2771-C359-426D-B071-291FFF4F0E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2962461"/>
                <a:ext cx="792000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09416EDF-4F46-4BD8-841B-0475B96CC1F2}"/>
                  </a:ext>
                </a:extLst>
              </p:cNvPr>
              <p:cNvSpPr/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09416EDF-4F46-4BD8-841B-0475B96CC1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6196" y="3487779"/>
                <a:ext cx="792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17" name="Table 116">
                <a:extLst>
                  <a:ext uri="{FF2B5EF4-FFF2-40B4-BE49-F238E27FC236}">
                    <a16:creationId xmlns:a16="http://schemas.microsoft.com/office/drawing/2014/main" id="{6B5E6CB1-782D-439D-9FFD-27694F0F2C6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17" name="Table 116">
                <a:extLst>
                  <a:ext uri="{FF2B5EF4-FFF2-40B4-BE49-F238E27FC236}">
                    <a16:creationId xmlns:a16="http://schemas.microsoft.com/office/drawing/2014/main" id="{6B5E6CB1-782D-439D-9FFD-27694F0F2C6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1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18" name="TextBox 117">
            <a:extLst>
              <a:ext uri="{FF2B5EF4-FFF2-40B4-BE49-F238E27FC236}">
                <a16:creationId xmlns:a16="http://schemas.microsoft.com/office/drawing/2014/main" id="{AEBEF05D-BCCA-43D7-BD4F-6F9837E7FB37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D3CF9A63-32CD-4791-9247-77D1DC7EAFB5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D651C149-9C44-4EDA-9BEB-C8F2CBE78BF6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99FA676-6043-49ED-9015-CD075056D533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22" name="Table 121">
                <a:extLst>
                  <a:ext uri="{FF2B5EF4-FFF2-40B4-BE49-F238E27FC236}">
                    <a16:creationId xmlns:a16="http://schemas.microsoft.com/office/drawing/2014/main" id="{2028D751-4180-48BF-A94F-8A956C39384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954044" y="1363820"/>
              <a:ext cx="157098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22" name="Table 121">
                <a:extLst>
                  <a:ext uri="{FF2B5EF4-FFF2-40B4-BE49-F238E27FC236}">
                    <a16:creationId xmlns:a16="http://schemas.microsoft.com/office/drawing/2014/main" id="{2028D751-4180-48BF-A94F-8A956C393841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33603918"/>
                  </p:ext>
                </p:extLst>
              </p:nvPr>
            </p:nvGraphicFramePr>
            <p:xfrm>
              <a:off x="2954044" y="1363820"/>
              <a:ext cx="157098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2"/>
                          <a:stretch>
                            <a:fillRect l="-386" t="-1124" r="-1158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A612162F-499A-4F89-863A-81F649FDF3AF}"/>
                  </a:ext>
                </a:extLst>
              </p:cNvPr>
              <p:cNvSpPr/>
              <p:nvPr/>
            </p:nvSpPr>
            <p:spPr>
              <a:xfrm>
                <a:off x="3225618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A612162F-499A-4F89-863A-81F649FDF3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1911213"/>
                <a:ext cx="981819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7704E5F8-B09A-4307-8443-84A5FCF9FC2A}"/>
                  </a:ext>
                </a:extLst>
              </p:cNvPr>
              <p:cNvSpPr/>
              <p:nvPr/>
            </p:nvSpPr>
            <p:spPr>
              <a:xfrm>
                <a:off x="3225618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7704E5F8-B09A-4307-8443-84A5FCF9FC2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2436532"/>
                <a:ext cx="981819" cy="52322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DED21AA5-4A14-453C-A6B6-0E9649DC2296}"/>
                  </a:ext>
                </a:extLst>
              </p:cNvPr>
              <p:cNvSpPr/>
              <p:nvPr/>
            </p:nvSpPr>
            <p:spPr>
              <a:xfrm>
                <a:off x="3225618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DED21AA5-4A14-453C-A6B6-0E9649DC22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2961851"/>
                <a:ext cx="981819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40369ECA-B0A0-435F-8B8D-67A63FD8C3E1}"/>
                  </a:ext>
                </a:extLst>
              </p:cNvPr>
              <p:cNvSpPr/>
              <p:nvPr/>
            </p:nvSpPr>
            <p:spPr>
              <a:xfrm>
                <a:off x="3225618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40369ECA-B0A0-435F-8B8D-67A63FD8C3E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5618" y="3487169"/>
                <a:ext cx="981819" cy="52322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D0EFBB49-7968-498C-9DBB-E9B6B6325986}"/>
                  </a:ext>
                </a:extLst>
              </p:cNvPr>
              <p:cNvSpPr txBox="1"/>
              <p:nvPr/>
            </p:nvSpPr>
            <p:spPr>
              <a:xfrm>
                <a:off x="2864417" y="3939608"/>
                <a:ext cx="1570987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D0EFBB49-7968-498C-9DBB-E9B6B63259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4417" y="3939608"/>
                <a:ext cx="1570987" cy="1356012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AADBA3AA-9402-4A56-A2D0-4355C9F0743E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m:rPr>
                        <m:nor/>
                      </m:rP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AADBA3AA-9402-4A56-A2D0-4355C9F074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0660664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97" grpId="0"/>
      <p:bldP spid="98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4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1A8FC82-ABA9-4BF0-B012-9C52E02CBC2F}"/>
              </a:ext>
            </a:extLst>
          </p:cNvPr>
          <p:cNvSpPr txBox="1"/>
          <p:nvPr/>
        </p:nvSpPr>
        <p:spPr>
          <a:xfrm>
            <a:off x="137160" y="787401"/>
            <a:ext cx="4620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Zero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/>
              <p:nvPr/>
            </p:nvSpPr>
            <p:spPr>
              <a:xfrm>
                <a:off x="10165967" y="7017507"/>
                <a:ext cx="2660138" cy="92256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ν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r</m:t>
                          </m:r>
                        </m:sub>
                      </m:sSub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p>
                                <m:sSup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  <m:sup>
                                  <m:r>
                                    <m:rPr>
                                      <m:sty m:val="p"/>
                                    </m:rPr>
                                    <a:rPr lang="en-IN" sz="28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r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r>
                            <m:rPr>
                              <m:sty m:val="p"/>
                            </m:rPr>
                            <a:rPr lang="en-US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EC6D59C-9E69-49A7-A36A-E043787A7E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65967" y="7017507"/>
                <a:ext cx="2660138" cy="92256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8B5BAF0-40D5-4AE6-9607-974DA5A99EB2}"/>
                  </a:ext>
                </a:extLst>
              </p:cNvPr>
              <p:cNvSpPr txBox="1"/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undOvr"/>
                        <m:subHide m:val="on"/>
                        <m:supHide m:val="on"/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/>
                      <m:sup/>
                      <m:e>
                        <m:r>
                          <a:rPr lang="en-IN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sSub>
                          <m:sSubPr>
                            <m:ctrlPr>
                              <a:rPr lang="en-IN" sz="2800" i="1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f</m:t>
                            </m:r>
                          </m:e>
                          <m:sub>
                            <m:r>
                              <m:rPr>
                                <m:sty m:val="p"/>
                              </m:rPr>
                              <a:rPr lang="en-IN" sz="2800">
                                <a:solidFill>
                                  <a:srgbClr val="002060"/>
                                </a:solidFill>
                                <a:latin typeface="Cambria Math" panose="02040503050406030204" pitchFamily="18" charset="0"/>
                              </a:rPr>
                              <m:t>i</m:t>
                            </m:r>
                          </m:sub>
                        </m:sSub>
                      </m:e>
                    </m:nary>
                    <m:r>
                      <a:rPr lang="en-US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IN" sz="280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1</m:t>
                    </m:r>
                    <m:r>
                      <a:rPr lang="en-IN" sz="28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0</m:t>
                    </m:r>
                    <m:r>
                      <m:rPr>
                        <m:nor/>
                      </m:rPr>
                      <a:rPr lang="en-IN" sz="2800" dirty="0">
                        <a:solidFill>
                          <a:srgbClr val="002060"/>
                        </a:solidFill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8B5BAF0-40D5-4AE6-9607-974DA5A99E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0121" y="787401"/>
                <a:ext cx="198443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944DF03-6915-4B80-9FDF-C45A7593978D}"/>
                  </a:ext>
                </a:extLst>
              </p:cNvPr>
              <p:cNvSpPr txBox="1"/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944DF03-6915-4B80-9FDF-C45A759397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" y="1443964"/>
                <a:ext cx="3040275" cy="98668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4D111AE0-9184-411B-9268-39F376049569}"/>
                  </a:ext>
                </a:extLst>
              </p:cNvPr>
              <p:cNvSpPr txBox="1"/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5650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4D111AE0-9184-411B-9268-39F3760495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2674618"/>
                <a:ext cx="2968618" cy="98668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532EB1DB-3ACD-4A43-8DEB-5F622D2C5EC9}"/>
                  </a:ext>
                </a:extLst>
              </p:cNvPr>
              <p:cNvSpPr txBox="1"/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b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158500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532EB1DB-3ACD-4A43-8DEB-5F622D2C5E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3905272"/>
                <a:ext cx="3325082" cy="98668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4F2D7F4-2F0D-477D-810E-DAD56EA8A0A6}"/>
                  </a:ext>
                </a:extLst>
              </p:cNvPr>
              <p:cNvSpPr txBox="1"/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Sup>
                            <m:sSubSup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b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4716250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4F2D7F4-2F0D-477D-810E-DAD56EA8A0A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5135926"/>
                <a:ext cx="3680059" cy="98668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15DAA582-0373-4485-AE51-468ACDEE5540}"/>
                  </a:ext>
                </a:extLst>
              </p:cNvPr>
              <p:cNvSpPr txBox="1"/>
              <p:nvPr/>
            </p:nvSpPr>
            <p:spPr>
              <a:xfrm>
                <a:off x="3334664" y="1393426"/>
                <a:ext cx="3146597" cy="9344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6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6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6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6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IN" sz="26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6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6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15DAA582-0373-4485-AE51-468ACDEE55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4664" y="1393426"/>
                <a:ext cx="3146597" cy="93442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EFF7625-E34F-4489-9920-65D0E6DC42FA}"/>
                  </a:ext>
                </a:extLst>
              </p:cNvPr>
              <p:cNvSpPr txBox="1"/>
              <p:nvPr/>
            </p:nvSpPr>
            <p:spPr>
              <a:xfrm>
                <a:off x="6263892" y="1402691"/>
                <a:ext cx="222519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220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10 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1EFF7625-E34F-4489-9920-65D0E6DC42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63892" y="1402691"/>
                <a:ext cx="2225195" cy="90178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F7866E8-DBB7-45C9-9829-D3D629743289}"/>
                  </a:ext>
                </a:extLst>
              </p:cNvPr>
              <p:cNvSpPr txBox="1"/>
              <p:nvPr/>
            </p:nvSpPr>
            <p:spPr>
              <a:xfrm>
                <a:off x="9617146" y="1598146"/>
                <a:ext cx="174879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22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F7866E8-DBB7-45C9-9829-D3D6297432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17146" y="1598146"/>
                <a:ext cx="174879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65D7C35-995F-4B55-9F10-B1E3A765EEA1}"/>
                  </a:ext>
                </a:extLst>
              </p:cNvPr>
              <p:cNvSpPr txBox="1"/>
              <p:nvPr/>
            </p:nvSpPr>
            <p:spPr>
              <a:xfrm>
                <a:off x="3334664" y="2555214"/>
                <a:ext cx="3325069" cy="10104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6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6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IN" sz="26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</m:e>
                            <m:sup>
                              <m:r>
                                <a:rPr lang="en-IN" sz="26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IN" sz="26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B65D7C35-995F-4B55-9F10-B1E3A765EE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4664" y="2555214"/>
                <a:ext cx="3325069" cy="1010469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44D2AD95-3F7F-46C2-8D03-A6BE017CA0C6}"/>
                  </a:ext>
                </a:extLst>
              </p:cNvPr>
              <p:cNvSpPr txBox="1"/>
              <p:nvPr/>
            </p:nvSpPr>
            <p:spPr>
              <a:xfrm>
                <a:off x="6263892" y="2580317"/>
                <a:ext cx="222519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5650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44D2AD95-3F7F-46C2-8D03-A6BE017CA0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63892" y="2580317"/>
                <a:ext cx="2225195" cy="90178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F31DB720-B3F0-4ACF-B362-5CBD8CA72967}"/>
                  </a:ext>
                </a:extLst>
              </p:cNvPr>
              <p:cNvSpPr txBox="1"/>
              <p:nvPr/>
            </p:nvSpPr>
            <p:spPr>
              <a:xfrm>
                <a:off x="9617146" y="2810697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565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F31DB720-B3F0-4ACF-B362-5CBD8CA729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17146" y="2810697"/>
                <a:ext cx="2125026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C5556532-2D99-475C-A63E-70EC0270BFA0}"/>
                  </a:ext>
                </a:extLst>
              </p:cNvPr>
              <p:cNvSpPr txBox="1"/>
              <p:nvPr/>
            </p:nvSpPr>
            <p:spPr>
              <a:xfrm>
                <a:off x="3334664" y="3774844"/>
                <a:ext cx="3325069" cy="10104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sSup>
                            <m:sSupPr>
                              <m:ctrlPr>
                                <a:rPr lang="en-IN" sz="26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6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IN" sz="26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</m:e>
                            <m:sup>
                              <m:r>
                                <a:rPr lang="en-IN" sz="26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IN" sz="26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C5556532-2D99-475C-A63E-70EC0270BF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4664" y="3774844"/>
                <a:ext cx="3325069" cy="1010469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1235DB7-5A94-4089-9841-E60B5428A501}"/>
                  </a:ext>
                </a:extLst>
              </p:cNvPr>
              <p:cNvSpPr txBox="1"/>
              <p:nvPr/>
            </p:nvSpPr>
            <p:spPr>
              <a:xfrm>
                <a:off x="6263892" y="3812958"/>
                <a:ext cx="256296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158500 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1235DB7-5A94-4089-9841-E60B5428A5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63892" y="3812958"/>
                <a:ext cx="2562966" cy="901785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CBF32D9A-8E18-479B-81CA-B64C20005F03}"/>
                  </a:ext>
                </a:extLst>
              </p:cNvPr>
              <p:cNvSpPr txBox="1"/>
              <p:nvPr/>
            </p:nvSpPr>
            <p:spPr>
              <a:xfrm>
                <a:off x="9617146" y="4015394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15850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CBF32D9A-8E18-479B-81CA-B64C20005F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17146" y="4015394"/>
                <a:ext cx="2125026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EC3252F-C55D-4D47-AE50-B7DD6A0A0F21}"/>
                  </a:ext>
                </a:extLst>
              </p:cNvPr>
              <p:cNvSpPr txBox="1"/>
              <p:nvPr/>
            </p:nvSpPr>
            <p:spPr>
              <a:xfrm>
                <a:off x="3334664" y="5019646"/>
                <a:ext cx="3325069" cy="10104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6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6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sSup>
                            <m:sSupPr>
                              <m:ctrlPr>
                                <a:rPr lang="en-IN" sz="26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IN" sz="26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subHide m:val="on"/>
                                  <m:supHide m:val="on"/>
                                  <m:ctrlPr>
                                    <a:rPr lang="en-IN" sz="26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f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en-IN" sz="2600" i="1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dirty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</m:e>
                              </m:nary>
                            </m:e>
                            <m:sup>
                              <m:r>
                                <a:rPr lang="en-IN" sz="26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  <m:r>
                            <a:rPr lang="en-IN" sz="26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4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4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600" dirty="0"/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EC3252F-C55D-4D47-AE50-B7DD6A0A0F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34664" y="5019646"/>
                <a:ext cx="3325069" cy="1010469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930A0D0-CEB5-46B5-B3BF-F9DD59E523A7}"/>
                  </a:ext>
                </a:extLst>
              </p:cNvPr>
              <p:cNvSpPr txBox="1"/>
              <p:nvPr/>
            </p:nvSpPr>
            <p:spPr>
              <a:xfrm>
                <a:off x="6263891" y="4983127"/>
                <a:ext cx="272549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4716250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2930A0D0-CEB5-46B5-B3BF-F9DD59E523A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63891" y="4983127"/>
                <a:ext cx="2725495" cy="91057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4B80D9E-9046-404F-91BE-08D3CF1A00C6}"/>
                  </a:ext>
                </a:extLst>
              </p:cNvPr>
              <p:cNvSpPr txBox="1"/>
              <p:nvPr/>
            </p:nvSpPr>
            <p:spPr>
              <a:xfrm>
                <a:off x="9617146" y="5276846"/>
                <a:ext cx="27254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𝜈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471625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4B80D9E-9046-404F-91BE-08D3CF1A00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17146" y="5276846"/>
                <a:ext cx="272549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E5C25CB7-42C0-4C98-BCC7-B656579C05F9}"/>
                  </a:ext>
                </a:extLst>
              </p:cNvPr>
              <p:cNvSpPr txBox="1"/>
              <p:nvPr/>
            </p:nvSpPr>
            <p:spPr>
              <a:xfrm>
                <a:off x="2944778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E5C25CB7-42C0-4C98-BCC7-B656579C05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4778" y="1635384"/>
                <a:ext cx="539634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9ABDC306-59C1-401C-AB96-CED1AF37E72B}"/>
                  </a:ext>
                </a:extLst>
              </p:cNvPr>
              <p:cNvSpPr txBox="1"/>
              <p:nvPr/>
            </p:nvSpPr>
            <p:spPr>
              <a:xfrm>
                <a:off x="2944778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9ABDC306-59C1-401C-AB96-CED1AF37E7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4778" y="2823169"/>
                <a:ext cx="539634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D4383A3-250C-4256-9522-9FFFCC012029}"/>
                  </a:ext>
                </a:extLst>
              </p:cNvPr>
              <p:cNvSpPr txBox="1"/>
              <p:nvPr/>
            </p:nvSpPr>
            <p:spPr>
              <a:xfrm>
                <a:off x="2944778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1D4383A3-250C-4256-9522-9FFFCC0120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4778" y="4054751"/>
                <a:ext cx="539634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A842F2C8-FB5A-4BE5-B496-0A94D6001C6B}"/>
                  </a:ext>
                </a:extLst>
              </p:cNvPr>
              <p:cNvSpPr txBox="1"/>
              <p:nvPr/>
            </p:nvSpPr>
            <p:spPr>
              <a:xfrm>
                <a:off x="2944778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A842F2C8-FB5A-4BE5-B496-0A94D6001C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44778" y="5276846"/>
                <a:ext cx="539634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871EB19D-F96A-457C-A03E-3D11B3677A3D}"/>
                  </a:ext>
                </a:extLst>
              </p:cNvPr>
              <p:cNvSpPr txBox="1"/>
              <p:nvPr/>
            </p:nvSpPr>
            <p:spPr>
              <a:xfrm>
                <a:off x="5852032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871EB19D-F96A-457C-A03E-3D11B3677A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2032" y="1635384"/>
                <a:ext cx="539634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A549A67E-BA16-4214-9F6C-4539313C523A}"/>
                  </a:ext>
                </a:extLst>
              </p:cNvPr>
              <p:cNvSpPr txBox="1"/>
              <p:nvPr/>
            </p:nvSpPr>
            <p:spPr>
              <a:xfrm>
                <a:off x="5852032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A549A67E-BA16-4214-9F6C-4539313C52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2032" y="2823169"/>
                <a:ext cx="539634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8C0021CE-DE03-48FA-B844-F7D830764DC9}"/>
                  </a:ext>
                </a:extLst>
              </p:cNvPr>
              <p:cNvSpPr txBox="1"/>
              <p:nvPr/>
            </p:nvSpPr>
            <p:spPr>
              <a:xfrm>
                <a:off x="5852032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8C0021CE-DE03-48FA-B844-F7D830764D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2032" y="4054751"/>
                <a:ext cx="539634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6D4E0057-C8F4-4835-8171-73330729B8C3}"/>
                  </a:ext>
                </a:extLst>
              </p:cNvPr>
              <p:cNvSpPr txBox="1"/>
              <p:nvPr/>
            </p:nvSpPr>
            <p:spPr>
              <a:xfrm>
                <a:off x="5852032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6D4E0057-C8F4-4835-8171-73330729B8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2032" y="5276846"/>
                <a:ext cx="539634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C99E69E5-C3F3-4E19-85B5-21546C4E2E74}"/>
                  </a:ext>
                </a:extLst>
              </p:cNvPr>
              <p:cNvSpPr txBox="1"/>
              <p:nvPr/>
            </p:nvSpPr>
            <p:spPr>
              <a:xfrm>
                <a:off x="9213190" y="1635384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C99E69E5-C3F3-4E19-85B5-21546C4E2E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3190" y="1635384"/>
                <a:ext cx="539634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32333A2C-06D9-4AB1-AF3C-193AFEC11ED2}"/>
                  </a:ext>
                </a:extLst>
              </p:cNvPr>
              <p:cNvSpPr txBox="1"/>
              <p:nvPr/>
            </p:nvSpPr>
            <p:spPr>
              <a:xfrm>
                <a:off x="9213190" y="2823169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32333A2C-06D9-4AB1-AF3C-193AFEC11E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3190" y="2823169"/>
                <a:ext cx="539634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7358B2FB-4C50-4DBF-A54A-3C460F35887F}"/>
                  </a:ext>
                </a:extLst>
              </p:cNvPr>
              <p:cNvSpPr txBox="1"/>
              <p:nvPr/>
            </p:nvSpPr>
            <p:spPr>
              <a:xfrm>
                <a:off x="9213190" y="4054751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7358B2FB-4C50-4DBF-A54A-3C460F3588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3190" y="4054751"/>
                <a:ext cx="539634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801C8D46-E1AF-4957-A742-1AB5A74C98AA}"/>
                  </a:ext>
                </a:extLst>
              </p:cNvPr>
              <p:cNvSpPr txBox="1"/>
              <p:nvPr/>
            </p:nvSpPr>
            <p:spPr>
              <a:xfrm>
                <a:off x="9213190" y="5276846"/>
                <a:ext cx="53963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801C8D46-E1AF-4957-A742-1AB5A74C98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13190" y="5276846"/>
                <a:ext cx="539634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6740205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3" grpId="0"/>
      <p:bldP spid="34" grpId="0"/>
      <p:bldP spid="35" grpId="0"/>
      <p:bldP spid="36" grpId="0"/>
      <p:bldP spid="38" grpId="0"/>
      <p:bldP spid="39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E4B7CD6-D667-4021-852B-B1B52B399B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 dirty="0"/>
              <a:t>Method 5</a:t>
            </a:r>
            <a:br>
              <a:rPr lang="en-IN" dirty="0"/>
            </a:br>
            <a:r>
              <a:rPr lang="en-US" dirty="0"/>
              <a:t>Measures of Skewness</a:t>
            </a:r>
            <a:endParaRPr lang="en-IN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44ECDC4D-794F-4072-859A-AEF905826AC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082825165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E4B7CD6-D667-4021-852B-B1B52B399B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Skewness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5143FE0B-9C17-38DD-1C96-EA23A04676F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r>
              <a:rPr lang="en-US" dirty="0"/>
              <a:t>In symmetrical distribution, the mean, median, and mode is equal.</a:t>
            </a:r>
            <a:endParaRPr lang="en-IN" dirty="0"/>
          </a:p>
          <a:p>
            <a:r>
              <a:rPr lang="en-US" dirty="0"/>
              <a:t>When a frequency distribution is not symmetrical, it is known as asymmetrical or skewed.</a:t>
            </a:r>
            <a:endParaRPr lang="en-IN" dirty="0"/>
          </a:p>
          <a:p>
            <a:r>
              <a:rPr lang="en-US" dirty="0"/>
              <a:t>Skewness means </a:t>
            </a:r>
            <a:r>
              <a:rPr lang="en-US" b="1" dirty="0">
                <a:solidFill>
                  <a:srgbClr val="FF0000"/>
                </a:solidFill>
              </a:rPr>
              <a:t>lake of symmetry</a:t>
            </a:r>
            <a:r>
              <a:rPr lang="en-US" dirty="0"/>
              <a:t>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941650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49C68E-1314-7263-4C3B-797611EF61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2F5438F-122C-1419-C252-DAC1CC73E2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Measures of Skewness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3ED0188B-CC9D-3A4E-98E0-2C92F722695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r>
              <a:rPr lang="en-US" dirty="0"/>
              <a:t>Measure of skewness give us an idea about the extent of lopsidedness in a data.</a:t>
            </a:r>
            <a:endParaRPr lang="en-IN" dirty="0"/>
          </a:p>
          <a:p>
            <a:r>
              <a:rPr lang="en-US" dirty="0"/>
              <a:t>The various measures of skewness are</a:t>
            </a:r>
            <a:endParaRPr lang="en-IN" dirty="0"/>
          </a:p>
          <a:p>
            <a:pPr lvl="1"/>
            <a:r>
              <a:rPr lang="en-US" dirty="0"/>
              <a:t>Karl Pearson’s method</a:t>
            </a:r>
            <a:endParaRPr lang="en-IN" dirty="0"/>
          </a:p>
          <a:p>
            <a:pPr lvl="1"/>
            <a:r>
              <a:rPr lang="en-US" dirty="0"/>
              <a:t>Method of moments</a:t>
            </a:r>
            <a:endParaRPr lang="en-IN" dirty="0"/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0185956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D6E25F-E83F-5937-D287-744BE9484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B611385-A670-7FC4-1216-5C499018B0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Skewness</a:t>
            </a:r>
            <a:endParaRPr lang="en-IN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DB131C83-782A-5805-BC4B-CBA6C0500D48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</p:spPr>
            <p:txBody>
              <a:bodyPr/>
              <a:lstStyle/>
              <a:p>
                <a:r>
                  <a:rPr lang="en-US" b="1" dirty="0"/>
                  <a:t>Karl Pearson’s Method</a:t>
                </a:r>
              </a:p>
              <a:p>
                <a:pPr lvl="1"/>
                <a:r>
                  <a:rPr lang="en-US" dirty="0"/>
                  <a:t>Karl Pearson’s coefficient of skewness is defined as </a:t>
                </a:r>
                <a:endParaRPr lang="en-IN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b="1" i="0" smtClean="0">
                          <a:solidFill>
                            <a:srgbClr val="FF0000"/>
                          </a:solidFill>
                          <a:latin typeface="+mj-lt"/>
                        </a:rPr>
                        <m:t>Skewness</m:t>
                      </m:r>
                      <m:r>
                        <a:rPr lang="en-IN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b="1" i="0">
                              <a:solidFill>
                                <a:srgbClr val="FF0000"/>
                              </a:solidFill>
                              <a:latin typeface="+mj-lt"/>
                            </a:rPr>
                            <m:t>Mean</m:t>
                          </m:r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m:rPr>
                              <m:nor/>
                            </m:rPr>
                            <a:rPr lang="en-US" b="1" i="0">
                              <a:solidFill>
                                <a:srgbClr val="FF0000"/>
                              </a:solidFill>
                              <a:latin typeface="+mj-lt"/>
                            </a:rPr>
                            <m:t>Mode</m:t>
                          </m:r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b="1" i="0">
                              <a:solidFill>
                                <a:srgbClr val="FF0000"/>
                              </a:solidFill>
                              <a:latin typeface="+mj-lt"/>
                            </a:rPr>
                            <m:t>Standard</m:t>
                          </m:r>
                          <m:r>
                            <m:rPr>
                              <m:nor/>
                            </m:rPr>
                            <a:rPr lang="en-US" b="1" i="0">
                              <a:solidFill>
                                <a:srgbClr val="FF0000"/>
                              </a:solidFill>
                              <a:latin typeface="+mj-lt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b="1" i="0">
                              <a:solidFill>
                                <a:srgbClr val="FF0000"/>
                              </a:solidFill>
                              <a:latin typeface="+mj-lt"/>
                            </a:rPr>
                            <m:t>Deviation</m:t>
                          </m:r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  <m:r>
                        <a:rPr lang="en-IN" b="1" i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IN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barPr>
                            <m:e>
                              <m:r>
                                <a:rPr lang="en-IN" b="1" i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𝐱</m:t>
                              </m:r>
                            </m:e>
                          </m:bar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𝐙</m:t>
                          </m:r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b="1" i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𝛔</m:t>
                          </m:r>
                        </m:den>
                      </m:f>
                    </m:oMath>
                  </m:oMathPara>
                </a14:m>
                <a:endParaRPr lang="en-IN" b="1" dirty="0"/>
              </a:p>
              <a:p>
                <a:endParaRPr lang="en-US" dirty="0"/>
              </a:p>
              <a:p>
                <a:r>
                  <a:rPr lang="en-US" b="1" dirty="0"/>
                  <a:t>Method of Moments</a:t>
                </a:r>
                <a:endParaRPr lang="en-IN" b="1" dirty="0"/>
              </a:p>
              <a:p>
                <a:pPr lvl="1"/>
                <a:r>
                  <a:rPr lang="en-US" dirty="0"/>
                  <a:t>Measure of skewness is obtained from moment about mean and defined as</a:t>
                </a:r>
                <a:endParaRPr lang="en-IN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b="1" i="0" smtClean="0">
                          <a:solidFill>
                            <a:srgbClr val="FF0000"/>
                          </a:solidFill>
                          <a:latin typeface="+mj-lt"/>
                        </a:rPr>
                        <m:t>Skewness</m:t>
                      </m:r>
                      <m:r>
                        <a:rPr lang="en-US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𝛃</m:t>
                          </m:r>
                        </m:e>
                        <m:sub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  <m:r>
                        <a:rPr lang="en-US" b="1" i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b="1" i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b="1" i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𝛍</m:t>
                                      </m:r>
                                    </m:e>
                                    <m:sub>
                                      <m:r>
                                        <a:rPr lang="en-US" b="1" i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𝟑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b="1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p>
                          </m:sSup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b="1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b="1" i="1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b="1" i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𝛍</m:t>
                                      </m:r>
                                    </m:e>
                                    <m:sub>
                                      <m:r>
                                        <a:rPr lang="en-US" b="1" i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𝟐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b="1" i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𝟑</m:t>
                              </m:r>
                            </m:sup>
                          </m:sSup>
                          <m:r>
                            <a:rPr lang="en-US" b="1" i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b="1" dirty="0"/>
              </a:p>
              <a:p>
                <a:endParaRPr lang="en-IN" dirty="0"/>
              </a:p>
            </p:txBody>
          </p:sp>
        </mc:Choice>
        <mc:Fallback xmlns="">
          <p:sp>
            <p:nvSpPr>
              <p:cNvPr id="5" name="Content Placeholder 4">
                <a:extLst>
                  <a:ext uri="{FF2B5EF4-FFF2-40B4-BE49-F238E27FC236}">
                    <a16:creationId xmlns:a16="http://schemas.microsoft.com/office/drawing/2014/main" id="{DB131C83-782A-5805-BC4B-CBA6C0500D4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31180" y="863444"/>
                <a:ext cx="11929641" cy="5590565"/>
              </a:xfrm>
              <a:blipFill>
                <a:blip r:embed="rId3"/>
                <a:stretch>
                  <a:fillRect l="-971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172571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172A72-4688-56A5-753E-F9D60B478D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7F4CE60-208D-24D5-4A5C-7AF0D10B70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Skewness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389038C0-8A5D-A72B-C40A-A0E511244E7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r>
              <a:rPr lang="en-US" dirty="0"/>
              <a:t>The skewness value can be either </a:t>
            </a:r>
            <a:r>
              <a:rPr lang="en-US" b="1" dirty="0">
                <a:solidFill>
                  <a:srgbClr val="FF0000"/>
                </a:solidFill>
              </a:rPr>
              <a:t>positive</a:t>
            </a:r>
            <a:r>
              <a:rPr lang="en-US" dirty="0"/>
              <a:t> or </a:t>
            </a:r>
            <a:r>
              <a:rPr lang="en-US" b="1" dirty="0">
                <a:solidFill>
                  <a:srgbClr val="FF0000"/>
                </a:solidFill>
              </a:rPr>
              <a:t>negative</a:t>
            </a:r>
            <a:r>
              <a:rPr lang="en-US" dirty="0"/>
              <a:t> or </a:t>
            </a:r>
            <a:r>
              <a:rPr lang="en-US" b="1" dirty="0">
                <a:solidFill>
                  <a:srgbClr val="FF0000"/>
                </a:solidFill>
              </a:rPr>
              <a:t>zero</a:t>
            </a:r>
            <a:r>
              <a:rPr lang="en-US" dirty="0"/>
              <a:t> or even </a:t>
            </a:r>
            <a:r>
              <a:rPr lang="en-US" b="1" dirty="0">
                <a:solidFill>
                  <a:srgbClr val="FF0000"/>
                </a:solidFill>
              </a:rPr>
              <a:t>undefined</a:t>
            </a:r>
            <a:r>
              <a:rPr lang="en-US" dirty="0"/>
              <a:t>.</a:t>
            </a:r>
            <a:endParaRPr lang="en-IN" dirty="0"/>
          </a:p>
          <a:p>
            <a:r>
              <a:rPr lang="en-US" dirty="0"/>
              <a:t>If </a:t>
            </a:r>
            <a:r>
              <a:rPr lang="en-US" b="1" dirty="0"/>
              <a:t>skewness</a:t>
            </a:r>
            <a:r>
              <a:rPr lang="en-US" dirty="0"/>
              <a:t> value is </a:t>
            </a:r>
            <a:r>
              <a:rPr lang="en-US" b="1" dirty="0">
                <a:solidFill>
                  <a:srgbClr val="FF0000"/>
                </a:solidFill>
              </a:rPr>
              <a:t>zero</a:t>
            </a:r>
            <a:r>
              <a:rPr lang="en-US" dirty="0"/>
              <a:t>, then the distribution is known as </a:t>
            </a:r>
            <a:r>
              <a:rPr lang="en-US" b="1" dirty="0">
                <a:solidFill>
                  <a:srgbClr val="FF0000"/>
                </a:solidFill>
              </a:rPr>
              <a:t>symmetric</a:t>
            </a:r>
            <a:r>
              <a:rPr lang="en-US" dirty="0"/>
              <a:t>.</a:t>
            </a:r>
            <a:endParaRPr lang="en-IN" dirty="0"/>
          </a:p>
          <a:p>
            <a:r>
              <a:rPr lang="en-US" dirty="0"/>
              <a:t>If </a:t>
            </a:r>
            <a:r>
              <a:rPr lang="en-US" b="1" dirty="0"/>
              <a:t>standard deviation</a:t>
            </a:r>
            <a:r>
              <a:rPr lang="en-US" dirty="0"/>
              <a:t> is </a:t>
            </a:r>
            <a:r>
              <a:rPr lang="en-US" b="1" dirty="0">
                <a:solidFill>
                  <a:srgbClr val="FF0000"/>
                </a:solidFill>
              </a:rPr>
              <a:t>zero</a:t>
            </a:r>
            <a:r>
              <a:rPr lang="en-US" dirty="0"/>
              <a:t>, then the skewness is </a:t>
            </a:r>
            <a:r>
              <a:rPr lang="en-US" b="1" dirty="0">
                <a:solidFill>
                  <a:srgbClr val="FF0000"/>
                </a:solidFill>
              </a:rPr>
              <a:t>not defined</a:t>
            </a:r>
            <a:r>
              <a:rPr lang="en-US" dirty="0"/>
              <a:t>.</a:t>
            </a:r>
            <a:endParaRPr lang="en-IN" dirty="0"/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6690361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D839FF-74AB-8D20-93FE-C2B5EEA72A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ADD5191-55CE-5E8C-738F-29D494446B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Types of Skewness</a:t>
            </a:r>
            <a:endParaRPr lang="en-IN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58DB5A95-B97B-F65B-F18A-BE3673EBFA9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1180" y="863444"/>
            <a:ext cx="11929641" cy="5590565"/>
          </a:xfrm>
        </p:spPr>
        <p:txBody>
          <a:bodyPr/>
          <a:lstStyle/>
          <a:p>
            <a:pPr lvl="0"/>
            <a:r>
              <a:rPr lang="en-US" b="1" dirty="0"/>
              <a:t>Positive skewness</a:t>
            </a:r>
            <a:endParaRPr lang="en-IN" b="1" dirty="0"/>
          </a:p>
          <a:p>
            <a:pPr lvl="1"/>
            <a:r>
              <a:rPr lang="en-US" dirty="0"/>
              <a:t>The </a:t>
            </a:r>
            <a:r>
              <a:rPr lang="en-US" b="1" dirty="0">
                <a:solidFill>
                  <a:srgbClr val="FF0000"/>
                </a:solidFill>
              </a:rPr>
              <a:t>right</a:t>
            </a:r>
            <a:r>
              <a:rPr lang="en-US" dirty="0"/>
              <a:t> tail is </a:t>
            </a:r>
            <a:r>
              <a:rPr lang="en-US" b="1" dirty="0">
                <a:solidFill>
                  <a:srgbClr val="FF0000"/>
                </a:solidFill>
              </a:rPr>
              <a:t>longer</a:t>
            </a:r>
            <a:r>
              <a:rPr lang="en-US" dirty="0"/>
              <a:t>; the mass of the distribution is concentrated on the left.</a:t>
            </a:r>
            <a:endParaRPr lang="en-IN" dirty="0"/>
          </a:p>
          <a:p>
            <a:pPr lvl="0"/>
            <a:r>
              <a:rPr lang="en-US" b="1" dirty="0"/>
              <a:t>Negative skewness</a:t>
            </a:r>
            <a:endParaRPr lang="en-IN" b="1" dirty="0"/>
          </a:p>
          <a:p>
            <a:pPr lvl="1"/>
            <a:r>
              <a:rPr lang="en-US" dirty="0"/>
              <a:t>The </a:t>
            </a:r>
            <a:r>
              <a:rPr lang="en-US" b="1" dirty="0">
                <a:solidFill>
                  <a:srgbClr val="FF0000"/>
                </a:solidFill>
              </a:rPr>
              <a:t>left</a:t>
            </a:r>
            <a:r>
              <a:rPr lang="en-US" dirty="0"/>
              <a:t> tail is </a:t>
            </a:r>
            <a:r>
              <a:rPr lang="en-US" b="1" dirty="0">
                <a:solidFill>
                  <a:srgbClr val="FF0000"/>
                </a:solidFill>
              </a:rPr>
              <a:t>longer</a:t>
            </a:r>
            <a:r>
              <a:rPr lang="en-US" dirty="0"/>
              <a:t>; the mass of the distribution is concentrated on the right. </a:t>
            </a:r>
            <a:endParaRPr lang="en-IN" dirty="0"/>
          </a:p>
          <a:p>
            <a:endParaRPr lang="en-IN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BB4C1346-9071-442A-BE0B-E8667E971DF3}"/>
              </a:ext>
            </a:extLst>
          </p:cNvPr>
          <p:cNvPicPr>
            <a:picLocks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100"/>
          <a:stretch/>
        </p:blipFill>
        <p:spPr bwMode="auto">
          <a:xfrm>
            <a:off x="3162300" y="3429000"/>
            <a:ext cx="5867400" cy="3159772"/>
          </a:xfrm>
          <a:prstGeom prst="rect">
            <a:avLst/>
          </a:prstGeom>
          <a:noFill/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</p:spTree>
    <p:extLst>
      <p:ext uri="{BB962C8B-B14F-4D97-AF65-F5344CB8AC3E}">
        <p14:creationId xmlns:p14="http://schemas.microsoft.com/office/powerpoint/2010/main" val="35397833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508606-E635-BA4D-DC96-00DD75DC3C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72965256-7AA7-FA71-959A-4041F6145F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>
            <a:noAutofit/>
          </a:bodyPr>
          <a:lstStyle/>
          <a:p>
            <a:r>
              <a:rPr lang="en-US" dirty="0"/>
              <a:t>Types of Skewness</a:t>
            </a:r>
            <a:endParaRPr lang="en-IN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C850255-41B8-715D-AC78-8B97DF4B6D1C}"/>
              </a:ext>
            </a:extLst>
          </p:cNvPr>
          <p:cNvPicPr>
            <a:picLocks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100"/>
          <a:stretch/>
        </p:blipFill>
        <p:spPr bwMode="auto">
          <a:xfrm>
            <a:off x="352849" y="867801"/>
            <a:ext cx="10229003" cy="5508629"/>
          </a:xfrm>
          <a:prstGeom prst="rect">
            <a:avLst/>
          </a:prstGeom>
          <a:noFill/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</p:spTree>
    <p:extLst>
      <p:ext uri="{BB962C8B-B14F-4D97-AF65-F5344CB8AC3E}">
        <p14:creationId xmlns:p14="http://schemas.microsoft.com/office/powerpoint/2010/main" val="79534507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18ED77-EA98-6636-FC03-56C466DAFF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D65738EA-5293-4B1F-1555-CEE37668A11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34128"/>
                <a:ext cx="11929645" cy="122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  <a:spcBef>
                    <a:spcPts val="1000"/>
                  </a:spcBef>
                </a:pPr>
                <a:r>
                  <a:rPr lang="en-US" dirty="0"/>
                  <a:t>Compute the Karl Pearson’s coefficient of skewness for data:</a:t>
                </a:r>
                <a:endParaRPr lang="en-IN" dirty="0"/>
              </a:p>
              <a:p>
                <a:pPr>
                  <a:lnSpc>
                    <a:spcPct val="125000"/>
                  </a:lnSpc>
                  <a:spcBef>
                    <a:spcPts val="1000"/>
                  </a:spcBef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 b="0" i="1" smtClean="0"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15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23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40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27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23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25</m:t>
                      </m:r>
                      <m:r>
                        <a:rPr lang="en-IN" i="1">
                          <a:latin typeface="Cambria Math" panose="02040503050406030204" pitchFamily="18" charset="0"/>
                        </a:rPr>
                        <m:t>, 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D65738EA-5293-4B1F-1555-CEE37668A1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34128"/>
                <a:ext cx="11929645" cy="1224000"/>
              </a:xfrm>
              <a:prstGeom prst="rect">
                <a:avLst/>
              </a:prstGeom>
              <a:blipFill>
                <a:blip r:embed="rId3"/>
                <a:stretch>
                  <a:fillRect l="-10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0DE67388-15BE-A635-6235-F2DDE8C72B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1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E4FEAF64-B743-0682-5EA4-F7F495F74C15}"/>
              </a:ext>
            </a:extLst>
          </p:cNvPr>
          <p:cNvSpPr txBox="1">
            <a:spLocks/>
          </p:cNvSpPr>
          <p:nvPr/>
        </p:nvSpPr>
        <p:spPr>
          <a:xfrm>
            <a:off x="131174" y="217777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EE3A41C-3624-E208-EFCB-2F1ABBE789BE}"/>
              </a:ext>
            </a:extLst>
          </p:cNvPr>
          <p:cNvSpPr txBox="1"/>
          <p:nvPr/>
        </p:nvSpPr>
        <p:spPr>
          <a:xfrm>
            <a:off x="1594214" y="2177778"/>
            <a:ext cx="57590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Karl Pearson’s Coefficient of Skewness</a:t>
            </a:r>
            <a:endParaRPr lang="en-US" sz="2800" b="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5597B86B-E72E-C073-3CBC-4E3124B93DC9}"/>
                  </a:ext>
                </a:extLst>
              </p:cNvPr>
              <p:cNvSpPr txBox="1"/>
              <p:nvPr/>
            </p:nvSpPr>
            <p:spPr>
              <a:xfrm>
                <a:off x="1594214" y="3021179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5597B86B-E72E-C073-3CBC-4E3124B93D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3021179"/>
                <a:ext cx="186940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0A1E92F3-8CBA-4B11-B05D-BA483AE32678}"/>
                  </a:ext>
                </a:extLst>
              </p:cNvPr>
              <p:cNvSpPr txBox="1"/>
              <p:nvPr/>
            </p:nvSpPr>
            <p:spPr>
              <a:xfrm>
                <a:off x="6645947" y="2769480"/>
                <a:ext cx="1869403" cy="9416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US" sz="2800" i="1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σ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0A1E92F3-8CBA-4B11-B05D-BA483AE326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45947" y="2769480"/>
                <a:ext cx="1869403" cy="94166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EC4EBF5-55C8-4F1A-981B-6CB4FBDB87AE}"/>
                  </a:ext>
                </a:extLst>
              </p:cNvPr>
              <p:cNvSpPr txBox="1"/>
              <p:nvPr/>
            </p:nvSpPr>
            <p:spPr>
              <a:xfrm>
                <a:off x="3130580" y="4795320"/>
                <a:ext cx="1539746" cy="8989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223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9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9EC4EBF5-55C8-4F1A-981B-6CB4FBDB87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0580" y="4795320"/>
                <a:ext cx="1539746" cy="89896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1E87549-D4DC-47DC-BDAC-0B9920374272}"/>
                  </a:ext>
                </a:extLst>
              </p:cNvPr>
              <p:cNvSpPr txBox="1"/>
              <p:nvPr/>
            </p:nvSpPr>
            <p:spPr>
              <a:xfrm>
                <a:off x="1594214" y="4983192"/>
                <a:ext cx="4862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1E87549-D4DC-47DC-BDAC-0B99203742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4983192"/>
                <a:ext cx="486298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>
            <a:extLst>
              <a:ext uri="{FF2B5EF4-FFF2-40B4-BE49-F238E27FC236}">
                <a16:creationId xmlns:a16="http://schemas.microsoft.com/office/drawing/2014/main" id="{938CC94C-CEF4-415D-B776-3F69773C795D}"/>
              </a:ext>
            </a:extLst>
          </p:cNvPr>
          <p:cNvSpPr txBox="1"/>
          <p:nvPr/>
        </p:nvSpPr>
        <p:spPr>
          <a:xfrm>
            <a:off x="1594214" y="4055404"/>
            <a:ext cx="554624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 total number of observations are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9D95B23-ABFA-491D-A1F9-9F2AF82768B1}"/>
                  </a:ext>
                </a:extLst>
              </p:cNvPr>
              <p:cNvSpPr txBox="1"/>
              <p:nvPr/>
            </p:nvSpPr>
            <p:spPr>
              <a:xfrm>
                <a:off x="7126888" y="4055404"/>
                <a:ext cx="129355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9D95B23-ABFA-491D-A1F9-9F2AF82768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26888" y="4055404"/>
                <a:ext cx="1293558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D7BA888-DD67-4A46-9FE0-46BF24293F6C}"/>
                  </a:ext>
                </a:extLst>
              </p:cNvPr>
              <p:cNvSpPr txBox="1"/>
              <p:nvPr/>
            </p:nvSpPr>
            <p:spPr>
              <a:xfrm>
                <a:off x="4367335" y="5011496"/>
                <a:ext cx="20222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24.7778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D7BA888-DD67-4A46-9FE0-46BF24293F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67335" y="5011496"/>
                <a:ext cx="2022293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C25CDF4-A9D1-4D51-8061-C4BBBFF8ABE9}"/>
                  </a:ext>
                </a:extLst>
              </p:cNvPr>
              <p:cNvSpPr txBox="1"/>
              <p:nvPr/>
            </p:nvSpPr>
            <p:spPr>
              <a:xfrm>
                <a:off x="1972728" y="4768346"/>
                <a:ext cx="1539746" cy="9227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US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0C25CDF4-A9D1-4D51-8061-C4BBBFF8AB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2728" y="4768346"/>
                <a:ext cx="1539746" cy="922753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Box 16">
            <a:extLst>
              <a:ext uri="{FF2B5EF4-FFF2-40B4-BE49-F238E27FC236}">
                <a16:creationId xmlns:a16="http://schemas.microsoft.com/office/drawing/2014/main" id="{BA2C1EBD-0FDA-4A7A-9FD5-B3DB8732F864}"/>
              </a:ext>
            </a:extLst>
          </p:cNvPr>
          <p:cNvSpPr txBox="1"/>
          <p:nvPr/>
        </p:nvSpPr>
        <p:spPr>
          <a:xfrm>
            <a:off x="1594214" y="5905945"/>
            <a:ext cx="944880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Here,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C4B5B119-556F-47F6-A4E1-FDFCC31D046B}"/>
                  </a:ext>
                </a:extLst>
              </p:cNvPr>
              <p:cNvSpPr txBox="1"/>
              <p:nvPr/>
            </p:nvSpPr>
            <p:spPr>
              <a:xfrm>
                <a:off x="2462076" y="5905945"/>
                <a:ext cx="441650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r>
                  <a:rPr lang="en-US" sz="2800" dirty="0">
                    <a:solidFill>
                      <a:srgbClr val="002060"/>
                    </a:solidFill>
                  </a:rPr>
                  <a:t>Observation </a:t>
                </a:r>
                <a14:m>
                  <m:oMath xmlns:m="http://schemas.openxmlformats.org/officeDocument/2006/math">
                    <m:r>
                      <a:rPr lang="en-US" sz="2800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𝟐</m:t>
                    </m:r>
                    <m:r>
                      <a:rPr lang="en-IN" sz="2800" b="1" i="1" dirty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𝟓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</a:rPr>
                  <a:t> is repeated. </a:t>
                </a: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C4B5B119-556F-47F6-A4E1-FDFCC31D04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62076" y="5905945"/>
                <a:ext cx="4416500" cy="523220"/>
              </a:xfrm>
              <a:prstGeom prst="rect">
                <a:avLst/>
              </a:prstGeom>
              <a:blipFill>
                <a:blip r:embed="rId11"/>
                <a:stretch>
                  <a:fillRect l="-2901" t="-10465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Box 19">
            <a:extLst>
              <a:ext uri="{FF2B5EF4-FFF2-40B4-BE49-F238E27FC236}">
                <a16:creationId xmlns:a16="http://schemas.microsoft.com/office/drawing/2014/main" id="{1DBDDC3A-80FC-4815-A65A-8B407A802F2F}"/>
              </a:ext>
            </a:extLst>
          </p:cNvPr>
          <p:cNvSpPr txBox="1"/>
          <p:nvPr/>
        </p:nvSpPr>
        <p:spPr>
          <a:xfrm>
            <a:off x="6580396" y="5905945"/>
            <a:ext cx="63082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effectLst/>
              </a:rPr>
              <a:t>So,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36B05CC-FD98-40CD-840D-6A7ABC9B8461}"/>
                  </a:ext>
                </a:extLst>
              </p:cNvPr>
              <p:cNvSpPr txBox="1"/>
              <p:nvPr/>
            </p:nvSpPr>
            <p:spPr>
              <a:xfrm>
                <a:off x="7222788" y="5905944"/>
                <a:ext cx="15468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36B05CC-FD98-40CD-840D-6A7ABC9B84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22788" y="5905944"/>
                <a:ext cx="154686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5B0D470-D60D-4F01-AEAE-103DEC180969}"/>
                  </a:ext>
                </a:extLst>
              </p:cNvPr>
              <p:cNvSpPr txBox="1"/>
              <p:nvPr/>
            </p:nvSpPr>
            <p:spPr>
              <a:xfrm>
                <a:off x="3130580" y="2777046"/>
                <a:ext cx="3747996" cy="93410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1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spc="75">
                              <a:solidFill>
                                <a:srgbClr val="002060"/>
                              </a:solidFill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Mean</m:t>
                          </m:r>
                          <m: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nor/>
                            </m:rPr>
                            <a:rPr lang="en-US" sz="2800" spc="75">
                              <a:solidFill>
                                <a:srgbClr val="002060"/>
                              </a:solidFill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Mode</m:t>
                          </m:r>
                          <m: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spc="75">
                              <a:solidFill>
                                <a:srgbClr val="002060"/>
                              </a:solidFill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Standard</m:t>
                          </m:r>
                          <m:r>
                            <m:rPr>
                              <m:nor/>
                            </m:rPr>
                            <a:rPr lang="en-US" sz="2800" spc="75">
                              <a:solidFill>
                                <a:srgbClr val="002060"/>
                              </a:solidFill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m:rPr>
                              <m:nor/>
                            </m:rPr>
                            <a:rPr lang="en-US" sz="2800" spc="75">
                              <a:solidFill>
                                <a:srgbClr val="002060"/>
                              </a:solidFill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Deviation</m:t>
                          </m:r>
                          <m: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5B0D470-D60D-4F01-AEAE-103DEC1809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0580" y="2777046"/>
                <a:ext cx="3747996" cy="934102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77326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7" grpId="0"/>
      <p:bldP spid="9" grpId="0"/>
      <p:bldP spid="10" grpId="0"/>
      <p:bldP spid="13" grpId="0"/>
      <p:bldP spid="14" grpId="0"/>
      <p:bldP spid="15" grpId="0"/>
      <p:bldP spid="16" grpId="0"/>
      <p:bldP spid="17" grpId="0"/>
      <p:bldP spid="18" grpId="0"/>
      <p:bldP spid="20" grpId="0"/>
      <p:bldP spid="21" grpId="0"/>
      <p:bldP spid="22" grpId="0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18ED77-EA98-6636-FC03-56C466DAFF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E67388-15BE-A635-6235-F2DDE8C72B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Method 5 ⇝ Example 1 (</a:t>
            </a:r>
            <a:r>
              <a:rPr lang="en-IN"/>
              <a:t>Continue</a:t>
            </a:r>
            <a:r>
              <a:rPr lang="en-GB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1E87549-D4DC-47DC-BDAC-0B9920374272}"/>
                  </a:ext>
                </a:extLst>
              </p:cNvPr>
              <p:cNvSpPr txBox="1"/>
              <p:nvPr/>
            </p:nvSpPr>
            <p:spPr>
              <a:xfrm>
                <a:off x="5231343" y="5966340"/>
                <a:ext cx="4862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1E87549-D4DC-47DC-BDAC-0B99203742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31343" y="5966340"/>
                <a:ext cx="48629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D7BA888-DD67-4A46-9FE0-46BF24293F6C}"/>
                  </a:ext>
                </a:extLst>
              </p:cNvPr>
              <p:cNvSpPr txBox="1"/>
              <p:nvPr/>
            </p:nvSpPr>
            <p:spPr>
              <a:xfrm>
                <a:off x="5474492" y="5966340"/>
                <a:ext cx="20222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24.7778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D7BA888-DD67-4A46-9FE0-46BF24293F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74492" y="5966340"/>
                <a:ext cx="202229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36B05CC-FD98-40CD-840D-6A7ABC9B8461}"/>
                  </a:ext>
                </a:extLst>
              </p:cNvPr>
              <p:cNvSpPr txBox="1"/>
              <p:nvPr/>
            </p:nvSpPr>
            <p:spPr>
              <a:xfrm>
                <a:off x="7496785" y="5966340"/>
                <a:ext cx="15468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36B05CC-FD98-40CD-840D-6A7ABC9B84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96785" y="5966340"/>
                <a:ext cx="154686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2" name="Table 21">
                <a:extLst>
                  <a:ext uri="{FF2B5EF4-FFF2-40B4-BE49-F238E27FC236}">
                    <a16:creationId xmlns:a16="http://schemas.microsoft.com/office/drawing/2014/main" id="{B869F9A1-86C5-4285-B172-666059F005B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08660" y="781857"/>
              <a:ext cx="4186678" cy="523748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7652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2110153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Sup>
                                  <m:sSubSup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  <m:sup>
                                    <m: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b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2" name="Table 21">
                <a:extLst>
                  <a:ext uri="{FF2B5EF4-FFF2-40B4-BE49-F238E27FC236}">
                    <a16:creationId xmlns:a16="http://schemas.microsoft.com/office/drawing/2014/main" id="{B869F9A1-86C5-4285-B172-666059F005B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013689462"/>
                  </p:ext>
                </p:extLst>
              </p:nvPr>
            </p:nvGraphicFramePr>
            <p:xfrm>
              <a:off x="108660" y="781857"/>
              <a:ext cx="4186678" cy="523748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07652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  <a:gridCol w="2110153">
                      <a:extLst>
                        <a:ext uri="{9D8B030D-6E8A-4147-A177-3AD203B41FA5}">
                          <a16:colId xmlns:a16="http://schemas.microsoft.com/office/drawing/2014/main" val="2587399657"/>
                        </a:ext>
                      </a:extLst>
                    </a:gridCol>
                  </a:tblGrid>
                  <a:tr h="523748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293" t="-2326" r="-102639" b="-90348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98559" t="-2326" r="-865" b="-90348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39273497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851493704"/>
                      </a:ext>
                    </a:extLst>
                  </a:tr>
                  <a:tr h="523748"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endParaRPr lang="en-IN" sz="2800" b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51977645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4B25A13-91BA-4388-8230-1C964C0041CD}"/>
                  </a:ext>
                </a:extLst>
              </p:cNvPr>
              <p:cNvSpPr/>
              <p:nvPr/>
            </p:nvSpPr>
            <p:spPr>
              <a:xfrm>
                <a:off x="2599791" y="1323919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4B25A13-91BA-4388-8230-1C964C0041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1323919"/>
                <a:ext cx="1159567" cy="52200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7318EED-F24D-4C67-ABF2-73B70B0152D7}"/>
                  </a:ext>
                </a:extLst>
              </p:cNvPr>
              <p:cNvSpPr/>
              <p:nvPr/>
            </p:nvSpPr>
            <p:spPr>
              <a:xfrm>
                <a:off x="2599791" y="1845305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47318EED-F24D-4C67-ABF2-73B70B0152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1845305"/>
                <a:ext cx="1159567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BC632D6F-8B42-46AF-98E3-9364A936D2E0}"/>
                  </a:ext>
                </a:extLst>
              </p:cNvPr>
              <p:cNvSpPr/>
              <p:nvPr/>
            </p:nvSpPr>
            <p:spPr>
              <a:xfrm>
                <a:off x="2599791" y="2366691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BC632D6F-8B42-46AF-98E3-9364A936D2E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2366691"/>
                <a:ext cx="1159567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FC564E17-94AD-4FD8-B209-A57FE31AE398}"/>
                  </a:ext>
                </a:extLst>
              </p:cNvPr>
              <p:cNvSpPr/>
              <p:nvPr/>
            </p:nvSpPr>
            <p:spPr>
              <a:xfrm>
                <a:off x="2599791" y="2888077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FC564E17-94AD-4FD8-B209-A57FE31AE3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2888077"/>
                <a:ext cx="1159567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BB254EDE-3AA1-4F8A-99D5-70BDFB098CFB}"/>
                  </a:ext>
                </a:extLst>
              </p:cNvPr>
              <p:cNvSpPr/>
              <p:nvPr/>
            </p:nvSpPr>
            <p:spPr>
              <a:xfrm>
                <a:off x="2599791" y="3409463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BB254EDE-3AA1-4F8A-99D5-70BDFB098C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3409463"/>
                <a:ext cx="1159567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62C794FD-8F71-4940-94C2-F82F85168F5B}"/>
                  </a:ext>
                </a:extLst>
              </p:cNvPr>
              <p:cNvSpPr/>
              <p:nvPr/>
            </p:nvSpPr>
            <p:spPr>
              <a:xfrm>
                <a:off x="2599791" y="3930849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62C794FD-8F71-4940-94C2-F82F85168F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3930849"/>
                <a:ext cx="1159567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5FB06454-C6C7-42D3-B957-05A4930D144B}"/>
                  </a:ext>
                </a:extLst>
              </p:cNvPr>
              <p:cNvSpPr/>
              <p:nvPr/>
            </p:nvSpPr>
            <p:spPr>
              <a:xfrm>
                <a:off x="2599791" y="4452235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5FB06454-C6C7-42D3-B957-05A4930D14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4452235"/>
                <a:ext cx="1159567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55C1817A-F4E4-4831-A8CD-488B9E0FB263}"/>
                  </a:ext>
                </a:extLst>
              </p:cNvPr>
              <p:cNvSpPr/>
              <p:nvPr/>
            </p:nvSpPr>
            <p:spPr>
              <a:xfrm>
                <a:off x="2599791" y="4973621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55C1817A-F4E4-4831-A8CD-488B9E0FB26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4973621"/>
                <a:ext cx="1159567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B712775-88FA-4128-9E36-8281F042A021}"/>
                  </a:ext>
                </a:extLst>
              </p:cNvPr>
              <p:cNvSpPr/>
              <p:nvPr/>
            </p:nvSpPr>
            <p:spPr>
              <a:xfrm>
                <a:off x="773810" y="132001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2B712775-88FA-4128-9E36-8281F042A02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1320016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35F1D20B-8426-4D18-B51B-3602C955E0D1}"/>
                  </a:ext>
                </a:extLst>
              </p:cNvPr>
              <p:cNvSpPr/>
              <p:nvPr/>
            </p:nvSpPr>
            <p:spPr>
              <a:xfrm>
                <a:off x="773810" y="184126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35F1D20B-8426-4D18-B51B-3602C955E0D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1841260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E6C01805-9C6F-4F20-B1F9-D9365C7DEE22}"/>
                  </a:ext>
                </a:extLst>
              </p:cNvPr>
              <p:cNvSpPr/>
              <p:nvPr/>
            </p:nvSpPr>
            <p:spPr>
              <a:xfrm>
                <a:off x="773810" y="236250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E6C01805-9C6F-4F20-B1F9-D9365C7DEE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2362504"/>
                <a:ext cx="792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6FB8AA8B-CD94-4B72-9F43-8764A2EDA9A2}"/>
                  </a:ext>
                </a:extLst>
              </p:cNvPr>
              <p:cNvSpPr/>
              <p:nvPr/>
            </p:nvSpPr>
            <p:spPr>
              <a:xfrm>
                <a:off x="773810" y="2883748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6FB8AA8B-CD94-4B72-9F43-8764A2EDA9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2883748"/>
                <a:ext cx="792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078E8368-77BD-427E-997A-A6E61A1FD51E}"/>
                  </a:ext>
                </a:extLst>
              </p:cNvPr>
              <p:cNvSpPr/>
              <p:nvPr/>
            </p:nvSpPr>
            <p:spPr>
              <a:xfrm>
                <a:off x="773810" y="340499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078E8368-77BD-427E-997A-A6E61A1FD51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3404992"/>
                <a:ext cx="792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08773273-6063-43D6-AAAB-9BEE49E881CD}"/>
                  </a:ext>
                </a:extLst>
              </p:cNvPr>
              <p:cNvSpPr/>
              <p:nvPr/>
            </p:nvSpPr>
            <p:spPr>
              <a:xfrm>
                <a:off x="773810" y="392623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08773273-6063-43D6-AAAB-9BEE49E881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3926236"/>
                <a:ext cx="79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EF24BE50-CBC0-40F2-A127-E9EB576127CE}"/>
                  </a:ext>
                </a:extLst>
              </p:cNvPr>
              <p:cNvSpPr/>
              <p:nvPr/>
            </p:nvSpPr>
            <p:spPr>
              <a:xfrm>
                <a:off x="773810" y="4447480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EF24BE50-CBC0-40F2-A127-E9EB576127C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4447480"/>
                <a:ext cx="79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!!12">
                <a:extLst>
                  <a:ext uri="{FF2B5EF4-FFF2-40B4-BE49-F238E27FC236}">
                    <a16:creationId xmlns:a16="http://schemas.microsoft.com/office/drawing/2014/main" id="{6F4C0ADF-7DF5-46E9-B991-A9D61BEAEB9A}"/>
                  </a:ext>
                </a:extLst>
              </p:cNvPr>
              <p:cNvSpPr/>
              <p:nvPr/>
            </p:nvSpPr>
            <p:spPr>
              <a:xfrm>
                <a:off x="773810" y="4968724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!!12">
                <a:extLst>
                  <a:ext uri="{FF2B5EF4-FFF2-40B4-BE49-F238E27FC236}">
                    <a16:creationId xmlns:a16="http://schemas.microsoft.com/office/drawing/2014/main" id="{6F4C0ADF-7DF5-46E9-B991-A9D61BEAEB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4968724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E472CC0-93CC-4BF3-83A7-660820030770}"/>
                  </a:ext>
                </a:extLst>
              </p:cNvPr>
              <p:cNvSpPr txBox="1"/>
              <p:nvPr/>
            </p:nvSpPr>
            <p:spPr>
              <a:xfrm>
                <a:off x="7605994" y="4073793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6.3382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E472CC0-93CC-4BF3-83A7-6608200307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05994" y="4073793"/>
                <a:ext cx="2445782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CF27AF01-FDF4-4BC9-80BA-DFF3F2C27A9A}"/>
                  </a:ext>
                </a:extLst>
              </p:cNvPr>
              <p:cNvSpPr/>
              <p:nvPr/>
            </p:nvSpPr>
            <p:spPr>
              <a:xfrm>
                <a:off x="4304760" y="1292506"/>
                <a:ext cx="2678934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223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CF27AF01-FDF4-4BC9-80BA-DFF3F2C27A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04760" y="1292506"/>
                <a:ext cx="2678934" cy="1150719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B919F4AD-8AEC-4453-83D2-D62BC252B9A0}"/>
                  </a:ext>
                </a:extLst>
              </p:cNvPr>
              <p:cNvSpPr/>
              <p:nvPr/>
            </p:nvSpPr>
            <p:spPr>
              <a:xfrm>
                <a:off x="4304760" y="2478044"/>
                <a:ext cx="2678934" cy="11507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naryPr>
                        <m:sub/>
                        <m:sup/>
                        <m:e>
                          <m:sSubSup>
                            <m:sSub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bSup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i</m:t>
                              </m:r>
                            </m:sub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bSup>
                        </m:e>
                      </m:nary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5887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B919F4AD-8AEC-4453-83D2-D62BC252B9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04760" y="2478044"/>
                <a:ext cx="2678934" cy="1150719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B064E67-A487-4195-966F-5E595C83D36C}"/>
                  </a:ext>
                </a:extLst>
              </p:cNvPr>
              <p:cNvSpPr txBox="1"/>
              <p:nvPr/>
            </p:nvSpPr>
            <p:spPr>
              <a:xfrm>
                <a:off x="7103988" y="2923074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6B064E67-A487-4195-966F-5E595C83D3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03988" y="2923074"/>
                <a:ext cx="506235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3710435F-81DC-429A-84C9-8EABE0EE0F3A}"/>
                  </a:ext>
                </a:extLst>
              </p:cNvPr>
              <p:cNvSpPr txBox="1"/>
              <p:nvPr/>
            </p:nvSpPr>
            <p:spPr>
              <a:xfrm>
                <a:off x="7099759" y="4079657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3710435F-81DC-429A-84C9-8EABE0EE0F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99759" y="4079657"/>
                <a:ext cx="506235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4BCD92C0-8AD2-4354-8379-5DEEAFC8E9F5}"/>
                  </a:ext>
                </a:extLst>
              </p:cNvPr>
              <p:cNvSpPr txBox="1"/>
              <p:nvPr/>
            </p:nvSpPr>
            <p:spPr>
              <a:xfrm>
                <a:off x="7605994" y="2402825"/>
                <a:ext cx="4018011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5887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9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223 </m:t>
                                      </m:r>
                                    </m:num>
                                    <m:den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9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4BCD92C0-8AD2-4354-8379-5DEEAFC8E9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05994" y="2402825"/>
                <a:ext cx="4018011" cy="1365374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FE151D7-BACD-4A06-BADD-4FB23A37451C}"/>
                  </a:ext>
                </a:extLst>
              </p:cNvPr>
              <p:cNvSpPr txBox="1"/>
              <p:nvPr/>
            </p:nvSpPr>
            <p:spPr>
              <a:xfrm>
                <a:off x="4304760" y="781857"/>
                <a:ext cx="13761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FFE151D7-BACD-4A06-BADD-4FB23A3745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04760" y="781857"/>
                <a:ext cx="1376163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CB389427-773A-480C-A011-9A71BEA18122}"/>
                  </a:ext>
                </a:extLst>
              </p:cNvPr>
              <p:cNvSpPr/>
              <p:nvPr/>
            </p:nvSpPr>
            <p:spPr>
              <a:xfrm>
                <a:off x="2599791" y="5495010"/>
                <a:ext cx="1159567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CB389427-773A-480C-A011-9A71BEA181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9791" y="5495010"/>
                <a:ext cx="1159567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!!12">
                <a:extLst>
                  <a:ext uri="{FF2B5EF4-FFF2-40B4-BE49-F238E27FC236}">
                    <a16:creationId xmlns:a16="http://schemas.microsoft.com/office/drawing/2014/main" id="{118BF683-540F-4B35-9CFA-C592AD7091D5}"/>
                  </a:ext>
                </a:extLst>
              </p:cNvPr>
              <p:cNvSpPr/>
              <p:nvPr/>
            </p:nvSpPr>
            <p:spPr>
              <a:xfrm>
                <a:off x="773810" y="5489967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!!12">
                <a:extLst>
                  <a:ext uri="{FF2B5EF4-FFF2-40B4-BE49-F238E27FC236}">
                    <a16:creationId xmlns:a16="http://schemas.microsoft.com/office/drawing/2014/main" id="{118BF683-540F-4B35-9CFA-C592AD7091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810" y="5489967"/>
                <a:ext cx="792000" cy="52200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0B71E41-4B5F-41A4-9DF5-687935A3A0AE}"/>
                  </a:ext>
                </a:extLst>
              </p:cNvPr>
              <p:cNvSpPr txBox="1"/>
              <p:nvPr/>
            </p:nvSpPr>
            <p:spPr>
              <a:xfrm>
                <a:off x="7605994" y="898329"/>
                <a:ext cx="453180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B0B71E41-4B5F-41A4-9DF5-687935A3A0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05994" y="898329"/>
                <a:ext cx="4531807" cy="1365374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5054224-68FF-4958-AA23-8BA7DD8EF8BD}"/>
                  </a:ext>
                </a:extLst>
              </p:cNvPr>
              <p:cNvSpPr txBox="1"/>
              <p:nvPr/>
            </p:nvSpPr>
            <p:spPr>
              <a:xfrm>
                <a:off x="9051794" y="5869301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5054224-68FF-4958-AA23-8BA7DD8EF8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51794" y="5869301"/>
                <a:ext cx="1869403" cy="52322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6983DD5-1BCF-427B-8D1F-F35387E4A3D8}"/>
                  </a:ext>
                </a:extLst>
              </p:cNvPr>
              <p:cNvSpPr txBox="1"/>
              <p:nvPr/>
            </p:nvSpPr>
            <p:spPr>
              <a:xfrm>
                <a:off x="10631006" y="5617602"/>
                <a:ext cx="1869403" cy="9416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US" sz="2800" i="1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σ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6983DD5-1BCF-427B-8D1F-F35387E4A3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31006" y="5617602"/>
                <a:ext cx="1869403" cy="941668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04315256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40" grpId="0"/>
      <p:bldP spid="41" grpId="0"/>
      <p:bldP spid="42" grpId="0"/>
      <p:bldP spid="43" grpId="0"/>
      <p:bldP spid="44" grpId="0"/>
      <p:bldP spid="45" grpId="0"/>
      <p:bldP spid="47" grpId="0"/>
      <p:bldP spid="49" grpId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18ED77-EA98-6636-FC03-56C466DAFF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E67388-15BE-A635-6235-F2DDE8C72B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Method 5 ⇝ Example 1 (</a:t>
            </a:r>
            <a:r>
              <a:rPr lang="en-IN"/>
              <a:t>Continue</a:t>
            </a:r>
            <a:r>
              <a:rPr lang="en-GB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1E87549-D4DC-47DC-BDAC-0B9920374272}"/>
                  </a:ext>
                </a:extLst>
              </p:cNvPr>
              <p:cNvSpPr txBox="1"/>
              <p:nvPr/>
            </p:nvSpPr>
            <p:spPr>
              <a:xfrm>
                <a:off x="1021293" y="899040"/>
                <a:ext cx="48629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i="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1E87549-D4DC-47DC-BDAC-0B99203742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1293" y="899040"/>
                <a:ext cx="486298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D7BA888-DD67-4A46-9FE0-46BF24293F6C}"/>
                  </a:ext>
                </a:extLst>
              </p:cNvPr>
              <p:cNvSpPr txBox="1"/>
              <p:nvPr/>
            </p:nvSpPr>
            <p:spPr>
              <a:xfrm>
                <a:off x="1264442" y="899040"/>
                <a:ext cx="20222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24.7778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D7BA888-DD67-4A46-9FE0-46BF24293F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4442" y="899040"/>
                <a:ext cx="2022293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36B05CC-FD98-40CD-840D-6A7ABC9B8461}"/>
                  </a:ext>
                </a:extLst>
              </p:cNvPr>
              <p:cNvSpPr txBox="1"/>
              <p:nvPr/>
            </p:nvSpPr>
            <p:spPr>
              <a:xfrm>
                <a:off x="3286735" y="899040"/>
                <a:ext cx="1546860" cy="52322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effectLst/>
                          <a:latin typeface="Cambria Math" panose="02040503050406030204" pitchFamily="18" charset="0"/>
                        </a:rPr>
                        <m:t>=25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36B05CC-FD98-40CD-840D-6A7ABC9B84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6735" y="899040"/>
                <a:ext cx="1546860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E472CC0-93CC-4BF3-83A7-660820030770}"/>
                  </a:ext>
                </a:extLst>
              </p:cNvPr>
              <p:cNvSpPr txBox="1"/>
              <p:nvPr/>
            </p:nvSpPr>
            <p:spPr>
              <a:xfrm>
                <a:off x="4912625" y="899040"/>
                <a:ext cx="2445782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=6.3382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E472CC0-93CC-4BF3-83A7-6608200307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12625" y="899040"/>
                <a:ext cx="2445782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5054224-68FF-4958-AA23-8BA7DD8EF8BD}"/>
                  </a:ext>
                </a:extLst>
              </p:cNvPr>
              <p:cNvSpPr txBox="1"/>
              <p:nvPr/>
            </p:nvSpPr>
            <p:spPr>
              <a:xfrm>
                <a:off x="1021293" y="2268851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5054224-68FF-4958-AA23-8BA7DD8EF8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1293" y="2268851"/>
                <a:ext cx="18694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6983DD5-1BCF-427B-8D1F-F35387E4A3D8}"/>
                  </a:ext>
                </a:extLst>
              </p:cNvPr>
              <p:cNvSpPr txBox="1"/>
              <p:nvPr/>
            </p:nvSpPr>
            <p:spPr>
              <a:xfrm>
                <a:off x="2600505" y="2017152"/>
                <a:ext cx="1869403" cy="9416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US" sz="2800" i="1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σ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6983DD5-1BCF-427B-8D1F-F35387E4A3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0505" y="2017152"/>
                <a:ext cx="1869403" cy="94166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0B1176F5-924F-4580-BE1D-303B5B3CE485}"/>
                  </a:ext>
                </a:extLst>
              </p:cNvPr>
              <p:cNvSpPr txBox="1"/>
              <p:nvPr/>
            </p:nvSpPr>
            <p:spPr>
              <a:xfrm>
                <a:off x="2600505" y="3297909"/>
                <a:ext cx="3495495" cy="9105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24.7778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25 </m:t>
                          </m:r>
                        </m:num>
                        <m:den>
                          <m: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6.3382</m:t>
                          </m:r>
                          <m:r>
                            <m:rPr>
                              <m:nor/>
                            </m:rPr>
                            <a:rPr lang="en-IN" sz="2800" dirty="0">
                              <a:solidFill>
                                <a:srgbClr val="002060"/>
                              </a:solidFill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0B1176F5-924F-4580-BE1D-303B5B3CE4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0505" y="3297909"/>
                <a:ext cx="3495495" cy="91057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2F28C9E3-D509-4944-909B-E601A68E0EEB}"/>
                  </a:ext>
                </a:extLst>
              </p:cNvPr>
              <p:cNvSpPr txBox="1"/>
              <p:nvPr/>
            </p:nvSpPr>
            <p:spPr>
              <a:xfrm>
                <a:off x="2600505" y="4547568"/>
                <a:ext cx="349549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0.0351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2F28C9E3-D509-4944-909B-E601A68E0E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0505" y="4547568"/>
                <a:ext cx="3495495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23512074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34127"/>
                <a:ext cx="11929645" cy="122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5000"/>
                  </a:lnSpc>
                  <a:spcBef>
                    <a:spcPts val="1000"/>
                  </a:spcBef>
                </a:pPr>
                <a:r>
                  <a:rPr lang="en-US" dirty="0"/>
                  <a:t>Karl Pearson’s coefficient of skewness of a distribution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0.32</m:t>
                    </m:r>
                  </m:oMath>
                </a14:m>
                <a:r>
                  <a:rPr lang="en-US" dirty="0"/>
                  <a:t>, its standard deviation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6.5</m:t>
                    </m:r>
                  </m:oMath>
                </a14:m>
                <a:r>
                  <a:rPr lang="en-US" dirty="0"/>
                  <a:t> and mean is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29.6</m:t>
                    </m:r>
                  </m:oMath>
                </a14:m>
                <a:r>
                  <a:rPr lang="en-US" dirty="0"/>
                  <a:t>. Find the mode for the distribution.</a:t>
                </a:r>
                <a:endParaRPr lang="en-IN" dirty="0"/>
              </a:p>
              <a:p>
                <a:pPr>
                  <a:spcAft>
                    <a:spcPts val="300"/>
                  </a:spcAft>
                </a:pP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34127"/>
                <a:ext cx="11929645" cy="1224000"/>
              </a:xfrm>
              <a:prstGeom prst="rect">
                <a:avLst/>
              </a:prstGeom>
              <a:blipFill>
                <a:blip r:embed="rId3"/>
                <a:stretch>
                  <a:fillRect l="-1074" r="-1074" b="-49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2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02ED77-3558-8E6E-DD92-16D6BADE450F}"/>
              </a:ext>
            </a:extLst>
          </p:cNvPr>
          <p:cNvSpPr txBox="1">
            <a:spLocks/>
          </p:cNvSpPr>
          <p:nvPr/>
        </p:nvSpPr>
        <p:spPr>
          <a:xfrm>
            <a:off x="131174" y="2181053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/>
              <p:nvPr/>
            </p:nvSpPr>
            <p:spPr>
              <a:xfrm>
                <a:off x="1594214" y="2698468"/>
                <a:ext cx="772123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Karl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Pearson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’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s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coefficient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of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 </m:t>
                      </m:r>
                      <m:r>
                        <m:rPr>
                          <m:nor/>
                        </m:rPr>
                        <a:rPr lang="en-US" sz="2800" dirty="0" smtClean="0">
                          <a:solidFill>
                            <a:srgbClr val="002060"/>
                          </a:solidFill>
                        </a:rPr>
                        <m:t>skewness</m:t>
                      </m:r>
                      <m:r>
                        <a:rPr lang="en-US" sz="280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=0.32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2698468"/>
                <a:ext cx="772123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/>
              <p:nvPr/>
            </p:nvSpPr>
            <p:spPr>
              <a:xfrm>
                <a:off x="1594214" y="3214523"/>
                <a:ext cx="164560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  <m:r>
                        <a:rPr lang="en-US" sz="280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29.6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4" y="3214523"/>
                <a:ext cx="1645601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/>
              <p:nvPr/>
            </p:nvSpPr>
            <p:spPr>
              <a:xfrm>
                <a:off x="3450604" y="3214523"/>
                <a:ext cx="15595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  <m:r>
                        <a:rPr lang="en-US" sz="2800" i="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6.5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0604" y="3214523"/>
                <a:ext cx="155954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947A0118-48AF-412A-97E8-F24AFE88D174}"/>
              </a:ext>
            </a:extLst>
          </p:cNvPr>
          <p:cNvSpPr txBox="1"/>
          <p:nvPr/>
        </p:nvSpPr>
        <p:spPr>
          <a:xfrm>
            <a:off x="1594214" y="2166723"/>
            <a:ext cx="327207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Given that,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95873BA-62E6-4B8A-953D-D3CAA1C8AB0B}"/>
                  </a:ext>
                </a:extLst>
              </p:cNvPr>
              <p:cNvSpPr txBox="1"/>
              <p:nvPr/>
            </p:nvSpPr>
            <p:spPr>
              <a:xfrm>
                <a:off x="1904071" y="4271173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195873BA-62E6-4B8A-953D-D3CAA1C8AB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4071" y="4271173"/>
                <a:ext cx="18694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8F8C2F4-C817-4CD0-9D8D-2A85BBCDFA3D}"/>
                  </a:ext>
                </a:extLst>
              </p:cNvPr>
              <p:cNvSpPr txBox="1"/>
              <p:nvPr/>
            </p:nvSpPr>
            <p:spPr>
              <a:xfrm>
                <a:off x="3450604" y="4019474"/>
                <a:ext cx="1869403" cy="9416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US" sz="2800" i="1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σ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8F8C2F4-C817-4CD0-9D8D-2A85BBCDFA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0604" y="4019474"/>
                <a:ext cx="1869403" cy="94166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F690C38-BC79-48E3-9450-4275D0998BBA}"/>
                  </a:ext>
                </a:extLst>
              </p:cNvPr>
              <p:cNvSpPr txBox="1"/>
              <p:nvPr/>
            </p:nvSpPr>
            <p:spPr>
              <a:xfrm>
                <a:off x="1397836" y="532065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AF690C38-BC79-48E3-9450-4275D0998B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7836" y="5320658"/>
                <a:ext cx="50623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E37C9593-960E-4302-80B9-F60965C3B8DA}"/>
                  </a:ext>
                </a:extLst>
              </p:cNvPr>
              <p:cNvSpPr txBox="1"/>
              <p:nvPr/>
            </p:nvSpPr>
            <p:spPr>
              <a:xfrm>
                <a:off x="1904071" y="5333904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0.32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E37C9593-960E-4302-80B9-F60965C3B8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4071" y="5333904"/>
                <a:ext cx="18694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3B63C326-0265-4554-ADE4-FBDC6030259B}"/>
                  </a:ext>
                </a:extLst>
              </p:cNvPr>
              <p:cNvSpPr txBox="1"/>
              <p:nvPr/>
            </p:nvSpPr>
            <p:spPr>
              <a:xfrm>
                <a:off x="2766377" y="5082205"/>
                <a:ext cx="2150096" cy="90172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2</m:t>
                          </m:r>
                          <m:r>
                            <a:rPr lang="en-IN" sz="2800" b="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9.6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6.5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3B63C326-0265-4554-ADE4-FBDC603025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66377" y="5082205"/>
                <a:ext cx="2150096" cy="90172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/>
              <p:nvPr/>
            </p:nvSpPr>
            <p:spPr>
              <a:xfrm>
                <a:off x="5220939" y="3214523"/>
                <a:ext cx="155954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?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0939" y="3214523"/>
                <a:ext cx="1559546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906122A2-ACE7-456B-B8F7-7E2CF12937AD}"/>
              </a:ext>
            </a:extLst>
          </p:cNvPr>
          <p:cNvCxnSpPr/>
          <p:nvPr/>
        </p:nvCxnSpPr>
        <p:spPr>
          <a:xfrm>
            <a:off x="5473880" y="4046608"/>
            <a:ext cx="0" cy="2286076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6CEDAA7-FB21-4615-90D5-4B7DF2FC3775}"/>
                  </a:ext>
                </a:extLst>
              </p:cNvPr>
              <p:cNvSpPr txBox="1"/>
              <p:nvPr/>
            </p:nvSpPr>
            <p:spPr>
              <a:xfrm>
                <a:off x="5796813" y="4179101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6CEDAA7-FB21-4615-90D5-4B7DF2FC377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6813" y="4179101"/>
                <a:ext cx="506235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9495AEA-7B9E-4257-88A7-B00C62954FB2}"/>
                  </a:ext>
                </a:extLst>
              </p:cNvPr>
              <p:cNvSpPr txBox="1"/>
              <p:nvPr/>
            </p:nvSpPr>
            <p:spPr>
              <a:xfrm>
                <a:off x="6303048" y="4192347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0.32</m:t>
                          </m:r>
                        </m:e>
                      </m:d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IN" sz="280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6.5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9495AEA-7B9E-4257-88A7-B00C62954F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03048" y="4192347"/>
                <a:ext cx="186940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B4AF4DA-9D64-47FD-9188-ED884056BDEA}"/>
                  </a:ext>
                </a:extLst>
              </p:cNvPr>
              <p:cNvSpPr txBox="1"/>
              <p:nvPr/>
            </p:nvSpPr>
            <p:spPr>
              <a:xfrm>
                <a:off x="8048490" y="4181616"/>
                <a:ext cx="215009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2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9</m:t>
                      </m:r>
                      <m:r>
                        <a:rPr lang="en-IN" sz="2800" i="1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.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6</m:t>
                      </m:r>
                      <m:r>
                        <a:rPr lang="en-US" sz="280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m:rPr>
                          <m:sty m:val="p"/>
                        </m:rPr>
                        <a:rPr lang="en-US" sz="280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B4AF4DA-9D64-47FD-9188-ED884056BD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8490" y="4181616"/>
                <a:ext cx="2150096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435516FD-0701-435A-BF3B-754D82D1656E}"/>
                  </a:ext>
                </a:extLst>
              </p:cNvPr>
              <p:cNvSpPr txBox="1"/>
              <p:nvPr/>
            </p:nvSpPr>
            <p:spPr>
              <a:xfrm>
                <a:off x="5796813" y="4869425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435516FD-0701-435A-BF3B-754D82D165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6813" y="4869425"/>
                <a:ext cx="50623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73E55B1-B325-4501-996A-B07BB182AF21}"/>
                  </a:ext>
                </a:extLst>
              </p:cNvPr>
              <p:cNvSpPr txBox="1"/>
              <p:nvPr/>
            </p:nvSpPr>
            <p:spPr>
              <a:xfrm>
                <a:off x="6303048" y="4882671"/>
                <a:ext cx="4774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773E55B1-B325-4501-996A-B07BB182AF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03048" y="4882671"/>
                <a:ext cx="477437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72612B8B-AE97-4FF6-9A36-15088160F438}"/>
                  </a:ext>
                </a:extLst>
              </p:cNvPr>
              <p:cNvSpPr txBox="1"/>
              <p:nvPr/>
            </p:nvSpPr>
            <p:spPr>
              <a:xfrm>
                <a:off x="6809282" y="4871940"/>
                <a:ext cx="289859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2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9</m:t>
                      </m:r>
                      <m:r>
                        <a:rPr lang="en-IN" sz="2800" i="1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.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6</m:t>
                      </m:r>
                      <m:r>
                        <a:rPr lang="en-US" sz="280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a:rPr lang="en-IN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2.08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72612B8B-AE97-4FF6-9A36-15088160F4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9282" y="4871940"/>
                <a:ext cx="2898597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EBC645D0-959B-40B4-86B3-563F67D2E057}"/>
                  </a:ext>
                </a:extLst>
              </p:cNvPr>
              <p:cNvSpPr txBox="1"/>
              <p:nvPr/>
            </p:nvSpPr>
            <p:spPr>
              <a:xfrm>
                <a:off x="5796813" y="5543988"/>
                <a:ext cx="50623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⇒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EBC645D0-959B-40B4-86B3-563F67D2E05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6813" y="5543988"/>
                <a:ext cx="506235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B30E7EF-A0B4-4800-8C35-F46695C9717D}"/>
                  </a:ext>
                </a:extLst>
              </p:cNvPr>
              <p:cNvSpPr txBox="1"/>
              <p:nvPr/>
            </p:nvSpPr>
            <p:spPr>
              <a:xfrm>
                <a:off x="6303048" y="5557234"/>
                <a:ext cx="4774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B30E7EF-A0B4-4800-8C35-F46695C971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03048" y="5557234"/>
                <a:ext cx="477437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FB8CDDE-791E-4024-BF9B-8BD88AED8C81}"/>
                  </a:ext>
                </a:extLst>
              </p:cNvPr>
              <p:cNvSpPr txBox="1"/>
              <p:nvPr/>
            </p:nvSpPr>
            <p:spPr>
              <a:xfrm>
                <a:off x="6809282" y="5546503"/>
                <a:ext cx="289859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2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7.52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FB8CDDE-791E-4024-BF9B-8BD88AED8C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9282" y="5546503"/>
                <a:ext cx="2898597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528577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  <p:bldP spid="7" grpId="0"/>
      <p:bldP spid="8" grpId="0"/>
      <p:bldP spid="9" grpId="0"/>
      <p:bldP spid="11" grpId="0"/>
      <p:bldP spid="12" grpId="0"/>
      <p:bldP spid="13" grpId="0"/>
      <p:bldP spid="14" grpId="0"/>
      <p:bldP spid="15" grpId="0"/>
      <p:bldP spid="16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34126"/>
                <a:ext cx="11929645" cy="169723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For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a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group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of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a:rPr lang="en-US" i="1" dirty="0" smtClean="0">
                          <a:latin typeface="Cambria Math" panose="02040503050406030204" pitchFamily="18" charset="0"/>
                        </a:rPr>
                        <m:t>10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items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, 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 </m:t>
                      </m:r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i="1" dirty="0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m:rPr>
                              <m:sty m:val="p"/>
                            </m:rPr>
                            <a:rPr lang="en-US" i="0" dirty="0" smtClean="0"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nary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=452, </m:t>
                      </m:r>
                      <m:r>
                        <a:rPr lang="en-IN" b="0" i="1" dirty="0" smtClean="0">
                          <a:latin typeface="Cambria Math" panose="02040503050406030204" pitchFamily="18" charset="0"/>
                        </a:rPr>
                        <m:t> </m:t>
                      </m:r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i="1" dirty="0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i="1" dirty="0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 i="0" dirty="0" smtClean="0"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US" i="0" dirty="0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=24270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and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mode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is</m:t>
                      </m:r>
                      <m:r>
                        <a:rPr lang="en-US" i="0" dirty="0" smtClean="0">
                          <a:latin typeface="Cambria Math" panose="02040503050406030204" pitchFamily="18" charset="0"/>
                        </a:rPr>
                        <m:t> 43.7 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then</m:t>
                      </m:r>
                      <m:r>
                        <m:rPr>
                          <m:nor/>
                        </m:rPr>
                        <a:rPr lang="en-US" i="0" dirty="0" smtClean="0">
                          <a:latin typeface="+mj-lt"/>
                        </a:rPr>
                        <m:t>,</m:t>
                      </m:r>
                    </m:oMath>
                  </m:oMathPara>
                </a14:m>
                <a:endParaRPr lang="en-IN" dirty="0">
                  <a:latin typeface="+mj-lt"/>
                </a:endParaRPr>
              </a:p>
              <a:p>
                <a:r>
                  <a:rPr lang="en-US" i="0" dirty="0">
                    <a:latin typeface="+mj-lt"/>
                  </a:rPr>
                  <a:t>find Karl Pearson’s coefficient of skewness.</a:t>
                </a:r>
                <a:r>
                  <a:rPr lang="en-IN" b="0" i="0" dirty="0">
                    <a:latin typeface="+mj-lt"/>
                  </a:rPr>
                  <a:t> </a:t>
                </a: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34126"/>
                <a:ext cx="11929645" cy="1697237"/>
              </a:xfrm>
              <a:prstGeom prst="rect">
                <a:avLst/>
              </a:prstGeom>
              <a:blipFill>
                <a:blip r:embed="rId3"/>
                <a:stretch>
                  <a:fillRect l="-1074" b="-179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3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02ED77-3558-8E6E-DD92-16D6BADE450F}"/>
              </a:ext>
            </a:extLst>
          </p:cNvPr>
          <p:cNvSpPr txBox="1">
            <a:spLocks/>
          </p:cNvSpPr>
          <p:nvPr/>
        </p:nvSpPr>
        <p:spPr>
          <a:xfrm>
            <a:off x="131176" y="2668618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/>
              <p:nvPr/>
            </p:nvSpPr>
            <p:spPr>
              <a:xfrm>
                <a:off x="1594216" y="3390900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6" y="3390900"/>
                <a:ext cx="1463040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/>
              <p:nvPr/>
            </p:nvSpPr>
            <p:spPr>
              <a:xfrm>
                <a:off x="3329112" y="3143716"/>
                <a:ext cx="2131734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nary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=452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29112" y="3143716"/>
                <a:ext cx="2131734" cy="113569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/>
              <p:nvPr/>
            </p:nvSpPr>
            <p:spPr>
              <a:xfrm>
                <a:off x="5732702" y="3143716"/>
                <a:ext cx="2772542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=24270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32702" y="3143716"/>
                <a:ext cx="2772542" cy="1135696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947A0118-48AF-412A-97E8-F24AFE88D174}"/>
              </a:ext>
            </a:extLst>
          </p:cNvPr>
          <p:cNvSpPr txBox="1"/>
          <p:nvPr/>
        </p:nvSpPr>
        <p:spPr>
          <a:xfrm>
            <a:off x="1594216" y="2654288"/>
            <a:ext cx="327207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Given that,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/>
              <p:nvPr/>
            </p:nvSpPr>
            <p:spPr>
              <a:xfrm>
                <a:off x="8777099" y="3400425"/>
                <a:ext cx="18206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43.7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77099" y="3400425"/>
                <a:ext cx="1820685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262076C2-DD68-497A-A48F-BB19DEE30D9C}"/>
              </a:ext>
            </a:extLst>
          </p:cNvPr>
          <p:cNvSpPr txBox="1"/>
          <p:nvPr/>
        </p:nvSpPr>
        <p:spPr>
          <a:xfrm>
            <a:off x="1621808" y="4400111"/>
            <a:ext cx="57590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Karl Pearson’s Coefficient of Skewness</a:t>
            </a:r>
            <a:endParaRPr lang="en-US" sz="2800" b="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6F4DFD5-ED35-462E-952E-E0CD9CAE5181}"/>
                  </a:ext>
                </a:extLst>
              </p:cNvPr>
              <p:cNvSpPr txBox="1"/>
              <p:nvPr/>
            </p:nvSpPr>
            <p:spPr>
              <a:xfrm>
                <a:off x="1621808" y="5307639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6F4DFD5-ED35-462E-952E-E0CD9CAE51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1808" y="5307639"/>
                <a:ext cx="1869403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D34B9EE-2388-49F7-8A2D-5AD16D9F8621}"/>
                  </a:ext>
                </a:extLst>
              </p:cNvPr>
              <p:cNvSpPr txBox="1"/>
              <p:nvPr/>
            </p:nvSpPr>
            <p:spPr>
              <a:xfrm>
                <a:off x="3226122" y="5055940"/>
                <a:ext cx="1869403" cy="9416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US" sz="2800" i="1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σ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D34B9EE-2388-49F7-8A2D-5AD16D9F86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26122" y="5055940"/>
                <a:ext cx="1869403" cy="941668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7541822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  <p:bldP spid="7" grpId="0"/>
      <p:bldP spid="8" grpId="0"/>
      <p:bldP spid="9" grpId="0"/>
      <p:bldP spid="16" grpId="0"/>
      <p:bldP spid="32" grpId="0"/>
      <p:bldP spid="33" grpId="0"/>
      <p:bldP spid="34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3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/>
              <p:nvPr/>
            </p:nvSpPr>
            <p:spPr>
              <a:xfrm>
                <a:off x="260716" y="958385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49CFBC25-AE39-CF58-192A-4F73AF6836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0716" y="958385"/>
                <a:ext cx="1463040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/>
              <p:nvPr/>
            </p:nvSpPr>
            <p:spPr>
              <a:xfrm>
                <a:off x="1995612" y="711201"/>
                <a:ext cx="2131734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r>
                            <m:rPr>
                              <m:sty m:val="p"/>
                            </m:rPr>
                            <a:rPr lang="en-US" sz="2800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nary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=452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2D76886C-8F5E-3CC4-BE5A-82AB904C93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5612" y="711201"/>
                <a:ext cx="2131734" cy="113569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/>
              <p:nvPr/>
            </p:nvSpPr>
            <p:spPr>
              <a:xfrm>
                <a:off x="4399202" y="711201"/>
                <a:ext cx="2772542" cy="113569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8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p>
                            <m:sSupPr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p>
                              <m:r>
                                <a:rPr lang="en-US" sz="280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=24270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F6769D70-350A-E6F8-5BBB-3C51FC27C1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99202" y="711201"/>
                <a:ext cx="2772542" cy="113569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/>
              <p:nvPr/>
            </p:nvSpPr>
            <p:spPr>
              <a:xfrm>
                <a:off x="7443599" y="967910"/>
                <a:ext cx="1820685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IN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r>
                        <a:rPr lang="en-US" sz="2800" i="0" spc="75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43.7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489116C-E0BD-4DDF-87EB-E8CFA429DD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3599" y="967910"/>
                <a:ext cx="1820685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6F4DFD5-ED35-462E-952E-E0CD9CAE5181}"/>
                  </a:ext>
                </a:extLst>
              </p:cNvPr>
              <p:cNvSpPr txBox="1"/>
              <p:nvPr/>
            </p:nvSpPr>
            <p:spPr>
              <a:xfrm>
                <a:off x="7582447" y="1914252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6F4DFD5-ED35-462E-952E-E0CD9CAE51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82447" y="1914252"/>
                <a:ext cx="18694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D34B9EE-2388-49F7-8A2D-5AD16D9F8621}"/>
                  </a:ext>
                </a:extLst>
              </p:cNvPr>
              <p:cNvSpPr txBox="1"/>
              <p:nvPr/>
            </p:nvSpPr>
            <p:spPr>
              <a:xfrm>
                <a:off x="9329969" y="1662553"/>
                <a:ext cx="1869403" cy="93435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bar>
                            <m:barPr>
                              <m:pos m:val="top"/>
                              <m:ctrlPr>
                                <a:rPr lang="en-US" sz="2800" i="1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</m:ctrlPr>
                            </m:barPr>
                            <m:e>
                              <m:r>
                                <m:rPr>
                                  <m:sty m:val="p"/>
                                </m:rPr>
                                <a:rPr lang="en-US" sz="2800" b="0" i="0" spc="75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Times New Roman" panose="02020603050405020304" pitchFamily="18" charset="0"/>
                                  <a:cs typeface="Shruti" panose="020B0502040204020203" pitchFamily="34" charset="0"/>
                                </a:rPr>
                                <m:t>x</m:t>
                              </m:r>
                            </m:e>
                          </m:ba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Z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σ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D34B9EE-2388-49F7-8A2D-5AD16D9F86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969" y="1662553"/>
                <a:ext cx="1869403" cy="93435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5D73BA6-2530-42B8-BBAC-9D0FB7AB2612}"/>
                  </a:ext>
                </a:extLst>
              </p:cNvPr>
              <p:cNvSpPr txBox="1"/>
              <p:nvPr/>
            </p:nvSpPr>
            <p:spPr>
              <a:xfrm>
                <a:off x="502615" y="2104662"/>
                <a:ext cx="45048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25D73BA6-2530-42B8-BBAC-9D0FB7AB26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615" y="2104662"/>
                <a:ext cx="45048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DEE2A429-C4F0-44BF-9B38-4BDA8B1296FE}"/>
                  </a:ext>
                </a:extLst>
              </p:cNvPr>
              <p:cNvSpPr txBox="1"/>
              <p:nvPr/>
            </p:nvSpPr>
            <p:spPr>
              <a:xfrm>
                <a:off x="822473" y="1879673"/>
                <a:ext cx="1463040" cy="9441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m:rPr>
                                  <m:sty m:val="p"/>
                                </m:rP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</m:nary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DEE2A429-C4F0-44BF-9B38-4BDA8B1296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2473" y="1879673"/>
                <a:ext cx="1463040" cy="94416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C212007-C304-4863-B02F-99187BB45AC5}"/>
                  </a:ext>
                </a:extLst>
              </p:cNvPr>
              <p:cNvSpPr txBox="1"/>
              <p:nvPr/>
            </p:nvSpPr>
            <p:spPr>
              <a:xfrm>
                <a:off x="822473" y="3344979"/>
                <a:ext cx="1463040" cy="90774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452 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C212007-C304-4863-B02F-99187BB45AC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2473" y="3344979"/>
                <a:ext cx="1463040" cy="907749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34F4C3E-C2D5-40E6-A875-86223408D1F2}"/>
                  </a:ext>
                </a:extLst>
              </p:cNvPr>
              <p:cNvSpPr txBox="1"/>
              <p:nvPr/>
            </p:nvSpPr>
            <p:spPr>
              <a:xfrm>
                <a:off x="822473" y="4773865"/>
                <a:ext cx="146304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45.2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34F4C3E-C2D5-40E6-A875-86223408D1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2473" y="4773865"/>
                <a:ext cx="146304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B9B99B3-0C96-4C98-8D65-D8A2C36A959B}"/>
                  </a:ext>
                </a:extLst>
              </p:cNvPr>
              <p:cNvSpPr txBox="1"/>
              <p:nvPr/>
            </p:nvSpPr>
            <p:spPr>
              <a:xfrm>
                <a:off x="2752155" y="2296487"/>
                <a:ext cx="48418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σ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B9B99B3-0C96-4C98-8D65-D8A2C36A95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2155" y="2296487"/>
                <a:ext cx="484183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F0E9F849-3EFF-4D1C-89BC-F28DF6DDFFA2}"/>
              </a:ext>
            </a:extLst>
          </p:cNvPr>
          <p:cNvCxnSpPr>
            <a:cxnSpLocks/>
          </p:cNvCxnSpPr>
          <p:nvPr/>
        </p:nvCxnSpPr>
        <p:spPr>
          <a:xfrm>
            <a:off x="2569995" y="1879673"/>
            <a:ext cx="0" cy="367902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8A0D8BA-69E4-45E7-B26C-BDE2C61925EC}"/>
                  </a:ext>
                </a:extLst>
              </p:cNvPr>
              <p:cNvSpPr txBox="1"/>
              <p:nvPr/>
            </p:nvSpPr>
            <p:spPr>
              <a:xfrm>
                <a:off x="3119954" y="1822523"/>
                <a:ext cx="453180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nary>
                                <m:naryPr>
                                  <m:chr m:val="∑"/>
                                  <m:limLoc m:val="undOvr"/>
                                  <m:subHide m:val="on"/>
                                  <m:supHide m:val="on"/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naryPr>
                                <m:sub/>
                                <m:sup/>
                                <m:e>
                                  <m:sSubSup>
                                    <m:sSubSup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i</m:t>
                                      </m:r>
                                    </m:sub>
                                    <m:sup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nary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num>
                            <m:den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n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nary>
                                        <m:naryPr>
                                          <m:chr m:val="∑"/>
                                          <m:limLoc m:val="undOvr"/>
                                          <m:subHide m:val="on"/>
                                          <m:supHide m:val="on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naryPr>
                                        <m:sub/>
                                        <m:sup/>
                                        <m:e>
                                          <m:sSub>
                                            <m:sSubPr>
                                              <m:ctrlPr>
                                                <a:rPr lang="en-IN" sz="2800" i="1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x</m:t>
                                              </m:r>
                                            </m:e>
                                            <m:sub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en-US" sz="2800">
                                                  <a:solidFill>
                                                    <a:srgbClr val="002060"/>
                                                  </a:solidFill>
                                                  <a:latin typeface="Cambria Math" panose="02040503050406030204" pitchFamily="18" charset="0"/>
                                                  <a:ea typeface="Calibri" panose="020F0502020204030204" pitchFamily="34" charset="0"/>
                                                  <a:cs typeface="Shruti" panose="020B0502040204020203" pitchFamily="34" charset="0"/>
                                                </a:rPr>
                                                <m:t>i</m:t>
                                              </m:r>
                                            </m:sub>
                                          </m:sSub>
                                        </m:e>
                                      </m:nary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n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8A0D8BA-69E4-45E7-B26C-BDE2C61925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9954" y="1822523"/>
                <a:ext cx="4531807" cy="1365374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608298F-B17D-4D52-92EF-8BA83E08F3C6}"/>
                  </a:ext>
                </a:extLst>
              </p:cNvPr>
              <p:cNvSpPr txBox="1"/>
              <p:nvPr/>
            </p:nvSpPr>
            <p:spPr>
              <a:xfrm>
                <a:off x="3119954" y="3428999"/>
                <a:ext cx="4531807" cy="13653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radPr>
                        <m:deg/>
                        <m:e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fPr>
                            <m:num>
                              <m: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  <m: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24270 </m:t>
                              </m:r>
                            </m:num>
                            <m:den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10</m:t>
                              </m:r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den>
                          </m:f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452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num>
                                    <m:den>
                                      <m:r>
                                        <a:rPr lang="en-IN" sz="2800" b="0" i="0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10</m:t>
                                      </m:r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den>
                                  </m:f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</m:e>
                      </m:rad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608298F-B17D-4D52-92EF-8BA83E08F3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9954" y="3428999"/>
                <a:ext cx="4531807" cy="1365374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CF5CC21-EC75-49C2-8DC1-AE8B4D2F4DAF}"/>
                  </a:ext>
                </a:extLst>
              </p:cNvPr>
              <p:cNvSpPr txBox="1"/>
              <p:nvPr/>
            </p:nvSpPr>
            <p:spPr>
              <a:xfrm>
                <a:off x="3119954" y="5035475"/>
                <a:ext cx="453180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9.5948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CF5CC21-EC75-49C2-8DC1-AE8B4D2F4D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9954" y="5035475"/>
                <a:ext cx="4531807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C0D14F65-4384-429E-9EA7-7E841BEA780C}"/>
                  </a:ext>
                </a:extLst>
              </p:cNvPr>
              <p:cNvSpPr txBox="1"/>
              <p:nvPr/>
            </p:nvSpPr>
            <p:spPr>
              <a:xfrm>
                <a:off x="9329969" y="2821008"/>
                <a:ext cx="2771419" cy="93435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45.2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43.7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19.5948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C0D14F65-4384-429E-9EA7-7E841BEA78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969" y="2821008"/>
                <a:ext cx="2771419" cy="934358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A3BB0846-C56E-47C7-8121-455B73C011F1}"/>
              </a:ext>
            </a:extLst>
          </p:cNvPr>
          <p:cNvCxnSpPr>
            <a:cxnSpLocks/>
          </p:cNvCxnSpPr>
          <p:nvPr/>
        </p:nvCxnSpPr>
        <p:spPr>
          <a:xfrm>
            <a:off x="7355075" y="1879673"/>
            <a:ext cx="0" cy="367902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4F49CF0-49C3-4C12-9C00-F8A0930B7E89}"/>
                  </a:ext>
                </a:extLst>
              </p:cNvPr>
              <p:cNvSpPr txBox="1"/>
              <p:nvPr/>
            </p:nvSpPr>
            <p:spPr>
              <a:xfrm>
                <a:off x="9329969" y="4111686"/>
                <a:ext cx="277141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.7655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24F49CF0-49C3-4C12-9C00-F8A0930B7E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29969" y="4111686"/>
                <a:ext cx="2771419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9990643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/>
      <p:bldP spid="15" grpId="0"/>
      <p:bldP spid="17" grpId="0"/>
      <p:bldP spid="18" grpId="0"/>
      <p:bldP spid="21" grpId="0"/>
      <p:bldP spid="23" grpId="0"/>
      <p:bldP spid="24" grpId="0"/>
      <p:bldP spid="25" grpId="0"/>
      <p:bldP spid="27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34126"/>
                <a:ext cx="11929645" cy="2880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  <a:spcBef>
                    <a:spcPts val="600"/>
                  </a:spcBef>
                </a:pPr>
                <a:r>
                  <a:rPr lang="en-US" dirty="0"/>
                  <a:t>From the marks scored by </a:t>
                </a:r>
                <a14:m>
                  <m:oMath xmlns:m="http://schemas.openxmlformats.org/officeDocument/2006/math">
                    <m:r>
                      <a:rPr lang="en-US" i="1" dirty="0" smtClean="0"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lang="en-US" dirty="0"/>
                  <a:t> students in section A and </a:t>
                </a:r>
                <a14:m>
                  <m:oMath xmlns:m="http://schemas.openxmlformats.org/officeDocument/2006/math">
                    <m:r>
                      <a:rPr lang="en-US" i="0" dirty="0" smtClean="0">
                        <a:latin typeface="Cambria Math" panose="02040503050406030204" pitchFamily="18" charset="0"/>
                      </a:rPr>
                      <m:t>100</m:t>
                    </m:r>
                  </m:oMath>
                </a14:m>
                <a:r>
                  <a:rPr lang="en-US" dirty="0"/>
                  <a:t> students in section B of a class, the following measures were obtained</a:t>
                </a:r>
              </a:p>
              <a:p>
                <a:pPr>
                  <a:lnSpc>
                    <a:spcPct val="120000"/>
                  </a:lnSpc>
                  <a:spcBef>
                    <a:spcPts val="600"/>
                  </a:spcBef>
                </a:pPr>
                <a:endParaRPr lang="en-US" dirty="0"/>
              </a:p>
              <a:p>
                <a:pPr>
                  <a:lnSpc>
                    <a:spcPct val="120000"/>
                  </a:lnSpc>
                  <a:spcBef>
                    <a:spcPts val="600"/>
                  </a:spcBef>
                </a:pPr>
                <a:endParaRPr lang="en-US" dirty="0"/>
              </a:p>
              <a:p>
                <a:pPr>
                  <a:lnSpc>
                    <a:spcPct val="120000"/>
                  </a:lnSpc>
                  <a:spcBef>
                    <a:spcPts val="600"/>
                  </a:spcBef>
                </a:pPr>
                <a:r>
                  <a:rPr lang="en-US" dirty="0"/>
                  <a:t>Determine which distribution of marks is more skewed.</a:t>
                </a: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34126"/>
                <a:ext cx="11929645" cy="2880000"/>
              </a:xfrm>
              <a:prstGeom prst="rect">
                <a:avLst/>
              </a:prstGeom>
              <a:blipFill>
                <a:blip r:embed="rId3"/>
                <a:stretch>
                  <a:fillRect l="-1074" t="-636" r="-1074" b="-487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4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02ED77-3558-8E6E-DD92-16D6BADE450F}"/>
              </a:ext>
            </a:extLst>
          </p:cNvPr>
          <p:cNvSpPr txBox="1">
            <a:spLocks/>
          </p:cNvSpPr>
          <p:nvPr/>
        </p:nvSpPr>
        <p:spPr>
          <a:xfrm>
            <a:off x="131176" y="3837051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ACC87626-AD47-4255-A944-398EE938C654}"/>
              </a:ext>
            </a:extLst>
          </p:cNvPr>
          <p:cNvGraphicFramePr>
            <a:graphicFrameLocks noGrp="1"/>
          </p:cNvGraphicFramePr>
          <p:nvPr/>
        </p:nvGraphicFramePr>
        <p:xfrm>
          <a:off x="290368" y="1958424"/>
          <a:ext cx="11158684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89671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2789671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2789671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2789671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FDDC998-92A7-462F-ACCE-11BB0D8C4848}"/>
                  </a:ext>
                </a:extLst>
              </p:cNvPr>
              <p:cNvSpPr txBox="1"/>
              <p:nvPr/>
            </p:nvSpPr>
            <p:spPr>
              <a:xfrm>
                <a:off x="3554902" y="1985572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algn="just">
                  <a:spcBef>
                    <a:spcPts val="0"/>
                  </a:spcBef>
                  <a:spcAft>
                    <a:spcPts val="0"/>
                  </a:spcAft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b="0" i="1" smtClean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smtClean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 b="0" smtClean="0">
                              <a:solidFill>
                                <a:schemeClr val="bg1"/>
                              </a:solidFill>
                              <a:effectLst/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 b="0" smtClean="0">
                          <a:solidFill>
                            <a:schemeClr val="bg1"/>
                          </a:solidFill>
                          <a:effectLst/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=55</m:t>
                      </m:r>
                    </m:oMath>
                  </m:oMathPara>
                </a14:m>
                <a:endParaRPr lang="en-IN" sz="2800" b="0" i="0" dirty="0">
                  <a:solidFill>
                    <a:schemeClr val="bg1"/>
                  </a:solidFill>
                  <a:effectLst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FDDC998-92A7-462F-ACCE-11BB0D8C48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54902" y="1985572"/>
                <a:ext cx="203038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150F73EF-051A-4080-BE1B-17E25D88326F}"/>
                  </a:ext>
                </a:extLst>
              </p:cNvPr>
              <p:cNvSpPr txBox="1"/>
              <p:nvPr/>
            </p:nvSpPr>
            <p:spPr>
              <a:xfrm>
                <a:off x="3554902" y="2561472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l-GR" sz="2800" i="1" smtClean="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l-GR" sz="2800" i="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i="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=53</m:t>
                      </m:r>
                    </m:oMath>
                  </m:oMathPara>
                </a14:m>
                <a:endParaRPr lang="en-IN" sz="2800" b="0" dirty="0">
                  <a:solidFill>
                    <a:schemeClr val="bg1"/>
                  </a:solidFill>
                  <a:effectLst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150F73EF-051A-4080-BE1B-17E25D8832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54902" y="2561472"/>
                <a:ext cx="2030386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8D15D1C-A310-44B0-A1D3-CB04A80332E9}"/>
                  </a:ext>
                </a:extLst>
              </p:cNvPr>
              <p:cNvSpPr txBox="1"/>
              <p:nvPr/>
            </p:nvSpPr>
            <p:spPr>
              <a:xfrm>
                <a:off x="6328582" y="1985572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A</m:t>
                          </m:r>
                        </m:sub>
                      </m:sSub>
                      <m:r>
                        <a:rPr lang="en-US" sz="280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=15.4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48D15D1C-A310-44B0-A1D3-CB04A80332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28582" y="1985572"/>
                <a:ext cx="2030386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6B30A9A-AF5A-499A-BC19-A2AF162DBF40}"/>
                  </a:ext>
                </a:extLst>
              </p:cNvPr>
              <p:cNvSpPr txBox="1"/>
              <p:nvPr/>
            </p:nvSpPr>
            <p:spPr>
              <a:xfrm>
                <a:off x="6328582" y="2561472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chemeClr val="bg1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=15.4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6B30A9A-AF5A-499A-BC19-A2AF162DBF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28582" y="2561472"/>
                <a:ext cx="2030386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C96FC24-AAA4-41CC-90BB-DB7D2E8115F8}"/>
                  </a:ext>
                </a:extLst>
              </p:cNvPr>
              <p:cNvSpPr txBox="1"/>
              <p:nvPr/>
            </p:nvSpPr>
            <p:spPr>
              <a:xfrm>
                <a:off x="8816975" y="1985572"/>
                <a:ext cx="26009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</a:rPr>
                        <m:t>Mode</m:t>
                      </m:r>
                      <m:r>
                        <a:rPr lang="en-US" sz="2800" i="0" dirty="0" smtClean="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=58.72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C96FC24-AAA4-41CC-90BB-DB7D2E8115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6975" y="1985572"/>
                <a:ext cx="2600960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1AB83A37-7502-4AC0-9060-832FD9FFE8DC}"/>
                  </a:ext>
                </a:extLst>
              </p:cNvPr>
              <p:cNvSpPr txBox="1"/>
              <p:nvPr/>
            </p:nvSpPr>
            <p:spPr>
              <a:xfrm>
                <a:off x="8816975" y="2561472"/>
                <a:ext cx="26009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</a:rPr>
                        <m:t>Mode</m:t>
                      </m:r>
                      <m:r>
                        <a:rPr lang="en-US" sz="2800" i="1" dirty="0" smtClean="0">
                          <a:solidFill>
                            <a:schemeClr val="bg1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=48.83</m:t>
                      </m:r>
                    </m:oMath>
                  </m:oMathPara>
                </a14:m>
                <a:endParaRPr lang="en-IN" sz="2800" dirty="0">
                  <a:solidFill>
                    <a:schemeClr val="bg1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1AB83A37-7502-4AC0-9060-832FD9FFE8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16975" y="2561472"/>
                <a:ext cx="260096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1648690E-34DC-44D6-9250-B515A3C6A8FA}"/>
              </a:ext>
            </a:extLst>
          </p:cNvPr>
          <p:cNvSpPr txBox="1"/>
          <p:nvPr/>
        </p:nvSpPr>
        <p:spPr>
          <a:xfrm>
            <a:off x="1616904" y="4483196"/>
            <a:ext cx="44790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Skewness for Section A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C7CB80D-03F5-4B25-81F4-CEC6619AF3BE}"/>
                  </a:ext>
                </a:extLst>
              </p:cNvPr>
              <p:cNvSpPr txBox="1"/>
              <p:nvPr/>
            </p:nvSpPr>
            <p:spPr>
              <a:xfrm>
                <a:off x="1616904" y="5342940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FC7CB80D-03F5-4B25-81F4-CEC6619AF3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904" y="5342940"/>
                <a:ext cx="1869403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4941285B-5DCB-4758-901A-35EE1E9F4B98}"/>
                  </a:ext>
                </a:extLst>
              </p:cNvPr>
              <p:cNvSpPr txBox="1"/>
              <p:nvPr/>
            </p:nvSpPr>
            <p:spPr>
              <a:xfrm>
                <a:off x="3135790" y="5129341"/>
                <a:ext cx="2731574" cy="93435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5</m:t>
                          </m:r>
                          <m:r>
                            <a:rPr lang="en-IN" sz="2800" b="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5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58.72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15.4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4941285B-5DCB-4758-901A-35EE1E9F4B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5790" y="5129341"/>
                <a:ext cx="2731574" cy="934358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BE5E521-6884-423C-BFE8-4EFEF0FFF626}"/>
                  </a:ext>
                </a:extLst>
              </p:cNvPr>
              <p:cNvSpPr txBox="1"/>
              <p:nvPr/>
            </p:nvSpPr>
            <p:spPr>
              <a:xfrm>
                <a:off x="5627432" y="5342940"/>
                <a:ext cx="27315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0.2416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BE5E521-6884-423C-BFE8-4EFEF0FFF6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27432" y="5342940"/>
                <a:ext cx="2731574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TextBox 27">
            <a:extLst>
              <a:ext uri="{FF2B5EF4-FFF2-40B4-BE49-F238E27FC236}">
                <a16:creationId xmlns:a16="http://schemas.microsoft.com/office/drawing/2014/main" id="{54EDD7F0-A37A-42D5-AA85-DA6F6ECFC9CC}"/>
              </a:ext>
            </a:extLst>
          </p:cNvPr>
          <p:cNvSpPr txBox="1"/>
          <p:nvPr/>
        </p:nvSpPr>
        <p:spPr>
          <a:xfrm>
            <a:off x="1594214" y="3837051"/>
            <a:ext cx="7397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Using Karl Pearson’s Coefficient of Skewness</a:t>
            </a:r>
            <a:endParaRPr lang="en-US" sz="2800" b="0" dirty="0">
              <a:solidFill>
                <a:srgbClr val="002060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BBCC5A1-AD89-4B75-8893-C31FDF78DDFA}"/>
              </a:ext>
            </a:extLst>
          </p:cNvPr>
          <p:cNvSpPr txBox="1"/>
          <p:nvPr/>
        </p:nvSpPr>
        <p:spPr>
          <a:xfrm>
            <a:off x="742948" y="1985572"/>
            <a:ext cx="2030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i="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Section A</a:t>
            </a:r>
            <a:endParaRPr lang="en-IN" sz="2800" dirty="0">
              <a:solidFill>
                <a:schemeClr val="bg2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45DEFA-85DB-44FF-8A29-A982056C0EDB}"/>
              </a:ext>
            </a:extLst>
          </p:cNvPr>
          <p:cNvSpPr txBox="1"/>
          <p:nvPr/>
        </p:nvSpPr>
        <p:spPr>
          <a:xfrm>
            <a:off x="742948" y="2555664"/>
            <a:ext cx="2030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i="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Section B</a:t>
            </a:r>
            <a:endParaRPr lang="en-IN" sz="2800" dirty="0">
              <a:solidFill>
                <a:schemeClr val="bg2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597585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2" grpId="0"/>
      <p:bldP spid="25" grpId="0"/>
      <p:bldP spid="26" grpId="0"/>
      <p:bldP spid="27" grpId="0"/>
      <p:bldP spid="28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4</a:t>
            </a:r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648690E-34DC-44D6-9250-B515A3C6A8FA}"/>
              </a:ext>
            </a:extLst>
          </p:cNvPr>
          <p:cNvSpPr txBox="1"/>
          <p:nvPr/>
        </p:nvSpPr>
        <p:spPr>
          <a:xfrm>
            <a:off x="1616904" y="1544695"/>
            <a:ext cx="44790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Skewness for Section A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BE5E521-6884-423C-BFE8-4EFEF0FFF626}"/>
                  </a:ext>
                </a:extLst>
              </p:cNvPr>
              <p:cNvSpPr txBox="1"/>
              <p:nvPr/>
            </p:nvSpPr>
            <p:spPr>
              <a:xfrm>
                <a:off x="5048214" y="1544695"/>
                <a:ext cx="27315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−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0.2416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7BE5E521-6884-423C-BFE8-4EFEF0FFF6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48214" y="1544695"/>
                <a:ext cx="27315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CAF6BF4-3452-4B6D-9FE8-45F65EA0FF20}"/>
                  </a:ext>
                </a:extLst>
              </p:cNvPr>
              <p:cNvSpPr txBox="1"/>
              <p:nvPr/>
            </p:nvSpPr>
            <p:spPr>
              <a:xfrm>
                <a:off x="3256501" y="852494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l-GR" sz="280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l-GR" sz="2800" i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μ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=53</m:t>
                      </m:r>
                    </m:oMath>
                  </m:oMathPara>
                </a14:m>
                <a:endParaRPr lang="en-IN" sz="2800" b="0" dirty="0">
                  <a:solidFill>
                    <a:srgbClr val="002060"/>
                  </a:solidFill>
                  <a:effectLst/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1CAF6BF4-3452-4B6D-9FE8-45F65EA0FF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56501" y="852494"/>
                <a:ext cx="2030386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C49B2D65-F58D-4954-AF1F-286DBB96E5D3}"/>
                  </a:ext>
                </a:extLst>
              </p:cNvPr>
              <p:cNvSpPr txBox="1"/>
              <p:nvPr/>
            </p:nvSpPr>
            <p:spPr>
              <a:xfrm>
                <a:off x="5080807" y="852494"/>
                <a:ext cx="203038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σ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en-US" sz="2800">
                              <a:solidFill>
                                <a:srgbClr val="002060"/>
                              </a:solidFill>
                              <a:uFill>
                                <a:solidFill>
                                  <a:srgbClr val="0070C0"/>
                                </a:solidFill>
                              </a:uFill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a:rPr lang="en-US" sz="280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=15.4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C49B2D65-F58D-4954-AF1F-286DBB96E5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80807" y="852494"/>
                <a:ext cx="2030386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DCCB3E9-D59A-4BD0-9707-2A0D19541187}"/>
                  </a:ext>
                </a:extLst>
              </p:cNvPr>
              <p:cNvSpPr txBox="1"/>
              <p:nvPr/>
            </p:nvSpPr>
            <p:spPr>
              <a:xfrm>
                <a:off x="7111193" y="852494"/>
                <a:ext cx="26009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+mj-lt"/>
                        </a:rPr>
                        <m:t>Mode</m:t>
                      </m:r>
                      <m:r>
                        <a:rPr lang="en-US" sz="2800" i="1" dirty="0" smtClean="0">
                          <a:solidFill>
                            <a:srgbClr val="002060"/>
                          </a:solidFill>
                          <a:uFill>
                            <a:solidFill>
                              <a:srgbClr val="0070C0"/>
                            </a:solidFill>
                          </a:uFill>
                          <a:latin typeface="Cambria Math" panose="02040503050406030204" pitchFamily="18" charset="0"/>
                        </a:rPr>
                        <m:t>=48.83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  <a:uFill>
                    <a:solidFill>
                      <a:srgbClr val="0070C0"/>
                    </a:solidFill>
                  </a:uFill>
                  <a:latin typeface="Cambria Math" panose="02040503050406030204" pitchFamily="18" charset="0"/>
                  <a:ea typeface="Times New Roman" panose="02020603050405020304" pitchFamily="18" charset="0"/>
                  <a:cs typeface="Shruti" panose="020B0502040204020203" pitchFamily="34" charset="0"/>
                </a:endParaRPr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DCCB3E9-D59A-4BD0-9707-2A0D195411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11193" y="852494"/>
                <a:ext cx="260096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TextBox 31">
            <a:extLst>
              <a:ext uri="{FF2B5EF4-FFF2-40B4-BE49-F238E27FC236}">
                <a16:creationId xmlns:a16="http://schemas.microsoft.com/office/drawing/2014/main" id="{708B959F-E5AC-49CC-B599-C3C06B302AFC}"/>
              </a:ext>
            </a:extLst>
          </p:cNvPr>
          <p:cNvSpPr txBox="1"/>
          <p:nvPr/>
        </p:nvSpPr>
        <p:spPr>
          <a:xfrm>
            <a:off x="1478877" y="846686"/>
            <a:ext cx="2030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i="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Section B</a:t>
            </a:r>
            <a:endParaRPr lang="en-IN" sz="2800" dirty="0">
              <a:solidFill>
                <a:srgbClr val="002060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B5804C3-E288-4780-A154-0F72F5BBA19C}"/>
              </a:ext>
            </a:extLst>
          </p:cNvPr>
          <p:cNvSpPr txBox="1"/>
          <p:nvPr/>
        </p:nvSpPr>
        <p:spPr>
          <a:xfrm>
            <a:off x="1616904" y="2307646"/>
            <a:ext cx="44790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2800" b="1" dirty="0">
                <a:solidFill>
                  <a:srgbClr val="002060"/>
                </a:solidFill>
              </a:rPr>
              <a:t>Skewness for Section B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F375DBD2-1A78-4D2D-AAF4-E16D691CF0E5}"/>
                  </a:ext>
                </a:extLst>
              </p:cNvPr>
              <p:cNvSpPr txBox="1"/>
              <p:nvPr/>
            </p:nvSpPr>
            <p:spPr>
              <a:xfrm>
                <a:off x="1616904" y="3167390"/>
                <a:ext cx="186940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m:rPr>
                          <m:nor/>
                        </m:rPr>
                        <a:rPr lang="en-US" sz="2800" i="0" spc="75" smtClean="0">
                          <a:solidFill>
                            <a:srgbClr val="002060"/>
                          </a:solidFill>
                          <a:latin typeface="+mj-lt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Skewness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F375DBD2-1A78-4D2D-AAF4-E16D691CF0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904" y="3167390"/>
                <a:ext cx="1869403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6F21856-472C-49AE-8B5A-42674184D07C}"/>
                  </a:ext>
                </a:extLst>
              </p:cNvPr>
              <p:cNvSpPr txBox="1"/>
              <p:nvPr/>
            </p:nvSpPr>
            <p:spPr>
              <a:xfrm>
                <a:off x="3135790" y="2953791"/>
                <a:ext cx="2731574" cy="93435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800" i="1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5</m:t>
                          </m:r>
                          <m:r>
                            <a:rPr lang="en-IN" sz="2800" b="0" i="1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3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−</m:t>
                          </m:r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48.83</m:t>
                          </m:r>
                          <m:r>
                            <a:rPr lang="en-US" sz="2800" b="0" i="0" spc="75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pc="75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Times New Roman" panose="02020603050405020304" pitchFamily="18" charset="0"/>
                              <a:cs typeface="Shruti" panose="020B0502040204020203" pitchFamily="34" charset="0"/>
                            </a:rPr>
                            <m:t>15.4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6F21856-472C-49AE-8B5A-42674184D0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5790" y="2953791"/>
                <a:ext cx="2731574" cy="93435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95CF9BC5-82A5-4A39-87DA-7DB2299311DD}"/>
                  </a:ext>
                </a:extLst>
              </p:cNvPr>
              <p:cNvSpPr txBox="1"/>
              <p:nvPr/>
            </p:nvSpPr>
            <p:spPr>
              <a:xfrm>
                <a:off x="5589332" y="3167390"/>
                <a:ext cx="27315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pc="75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Times New Roman" panose="02020603050405020304" pitchFamily="18" charset="0"/>
                          <a:cs typeface="Shruti" panose="020B0502040204020203" pitchFamily="34" charset="0"/>
                        </a:rPr>
                        <m:t>0.2708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95CF9BC5-82A5-4A39-87DA-7DB2299311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89332" y="3167390"/>
                <a:ext cx="2731574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1" name="TextBox 40">
            <a:extLst>
              <a:ext uri="{FF2B5EF4-FFF2-40B4-BE49-F238E27FC236}">
                <a16:creationId xmlns:a16="http://schemas.microsoft.com/office/drawing/2014/main" id="{B3AC16E8-79D9-473C-8B2E-BF97DAC165D7}"/>
              </a:ext>
            </a:extLst>
          </p:cNvPr>
          <p:cNvSpPr txBox="1"/>
          <p:nvPr/>
        </p:nvSpPr>
        <p:spPr>
          <a:xfrm>
            <a:off x="1616904" y="4224673"/>
            <a:ext cx="985119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To compare skewness, we are ignoring the sign. 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4EEE191-2B03-4B1C-ADE8-5A956CC02244}"/>
                  </a:ext>
                </a:extLst>
              </p:cNvPr>
              <p:cNvSpPr txBox="1"/>
              <p:nvPr/>
            </p:nvSpPr>
            <p:spPr>
              <a:xfrm>
                <a:off x="1616904" y="4804907"/>
                <a:ext cx="9851196" cy="95410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The magnitude of skewness for Section B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GB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0.2708</m:t>
                        </m:r>
                      </m:e>
                    </m:d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 is greater than that for Section A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en-GB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IN" sz="2800" b="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0.2416</m:t>
                        </m:r>
                      </m:e>
                    </m:d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.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4EEE191-2B03-4B1C-ADE8-5A956CC022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16904" y="4804907"/>
                <a:ext cx="9851196" cy="954107"/>
              </a:xfrm>
              <a:prstGeom prst="rect">
                <a:avLst/>
              </a:prstGeom>
              <a:blipFill>
                <a:blip r:embed="rId10"/>
                <a:stretch>
                  <a:fillRect l="-1238" t="-5732" b="-17197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3" name="TextBox 42">
            <a:extLst>
              <a:ext uri="{FF2B5EF4-FFF2-40B4-BE49-F238E27FC236}">
                <a16:creationId xmlns:a16="http://schemas.microsoft.com/office/drawing/2014/main" id="{E5AB5185-7970-48D2-BB4F-555BFAC7041B}"/>
              </a:ext>
            </a:extLst>
          </p:cNvPr>
          <p:cNvSpPr txBox="1"/>
          <p:nvPr/>
        </p:nvSpPr>
        <p:spPr>
          <a:xfrm>
            <a:off x="1616904" y="5816028"/>
            <a:ext cx="985119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b="1">
                <a:solidFill>
                  <a:srgbClr val="FF0000"/>
                </a:solidFill>
              </a:rPr>
              <a:t>Therefore, the distribution of marks in Section B is more skewed.</a:t>
            </a:r>
            <a:endParaRPr lang="en-IN" sz="28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885491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1" grpId="0"/>
      <p:bldP spid="42" grpId="0"/>
      <p:bldP spid="43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31176" y="834127"/>
                <a:ext cx="11929645" cy="2020256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algn="just">
                  <a:lnSpc>
                    <a:spcPct val="100000"/>
                  </a:lnSpc>
                  <a:buClr>
                    <a:schemeClr val="accent6"/>
                  </a:buClr>
                  <a:defRPr sz="2800">
                    <a:solidFill>
                      <a:schemeClr val="bg1"/>
                    </a:solidFill>
                  </a:defRPr>
                </a:lvl1pPr>
                <a:lvl2pPr marL="809625" indent="-352425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 3" panose="05040102010807070707" pitchFamily="18" charset="2"/>
                  <a:buChar char=""/>
                  <a:defRPr sz="2400">
                    <a:solidFill>
                      <a:srgbClr val="002060"/>
                    </a:solidFill>
                  </a:defRPr>
                </a:lvl2pPr>
                <a:lvl3pPr marL="11430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rgbClr val="002060"/>
                    </a:solidFill>
                  </a:defRPr>
                </a:lvl3pPr>
                <a:lvl4pPr marL="16002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4pPr>
                <a:lvl5pPr marL="2057400" indent="-228600" algn="just">
                  <a:lnSpc>
                    <a:spcPct val="90000"/>
                  </a:lnSpc>
                  <a:spcBef>
                    <a:spcPts val="500"/>
                  </a:spcBef>
                  <a:buClr>
                    <a:schemeClr val="accent6"/>
                  </a:buClr>
                  <a:buFont typeface="Arial" panose="020B0604020202020204" pitchFamily="34" charset="0"/>
                  <a:buChar char="•"/>
                  <a:defRPr>
                    <a:solidFill>
                      <a:srgbClr val="002060"/>
                    </a:solidFill>
                  </a:defRPr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>
                  <a:lnSpc>
                    <a:spcPct val="120000"/>
                  </a:lnSpc>
                  <a:spcBef>
                    <a:spcPts val="600"/>
                  </a:spcBef>
                </a:pPr>
                <a:r>
                  <a:rPr lang="en-GB" dirty="0"/>
                  <a:t>Prove that the skewness of the following data is </a:t>
                </a:r>
                <a14:m>
                  <m:oMath xmlns:m="http://schemas.openxmlformats.org/officeDocument/2006/math">
                    <m:r>
                      <a:rPr lang="en-GB" i="1" dirty="0" smtClean="0">
                        <a:latin typeface="Cambria Math" panose="02040503050406030204" pitchFamily="18" charset="0"/>
                      </a:rPr>
                      <m:t>0.0390</m:t>
                    </m:r>
                  </m:oMath>
                </a14:m>
                <a:r>
                  <a:rPr lang="en-GB" dirty="0"/>
                  <a:t> using method of moment.</a:t>
                </a:r>
                <a:endParaRPr lang="en-IN" dirty="0"/>
              </a:p>
            </p:txBody>
          </p:sp>
        </mc:Choice>
        <mc:Fallback xmlns="">
          <p:sp>
            <p:nvSpPr>
              <p:cNvPr id="19" name="Content Placeholder 2">
                <a:extLst>
                  <a:ext uri="{FF2B5EF4-FFF2-40B4-BE49-F238E27FC236}">
                    <a16:creationId xmlns:a16="http://schemas.microsoft.com/office/drawing/2014/main" id="{A8B3DA50-FCAA-CF50-34C8-ADDEC17F5F8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176" y="834127"/>
                <a:ext cx="11929645" cy="2020256"/>
              </a:xfrm>
              <a:prstGeom prst="rect">
                <a:avLst/>
              </a:prstGeom>
              <a:blipFill>
                <a:blip r:embed="rId3"/>
                <a:stretch>
                  <a:fillRect l="-1074" t="-90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5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02ED77-3558-8E6E-DD92-16D6BADE450F}"/>
              </a:ext>
            </a:extLst>
          </p:cNvPr>
          <p:cNvSpPr txBox="1">
            <a:spLocks/>
          </p:cNvSpPr>
          <p:nvPr/>
        </p:nvSpPr>
        <p:spPr>
          <a:xfrm>
            <a:off x="131176" y="297730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ACC87626-AD47-4255-A944-398EE938C654}"/>
              </a:ext>
            </a:extLst>
          </p:cNvPr>
          <p:cNvGraphicFramePr>
            <a:graphicFrameLocks noGrp="1"/>
          </p:cNvGraphicFramePr>
          <p:nvPr/>
        </p:nvGraphicFramePr>
        <p:xfrm>
          <a:off x="290368" y="1455504"/>
          <a:ext cx="11471905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381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2294381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2294381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2294381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2294381">
                  <a:extLst>
                    <a:ext uri="{9D8B030D-6E8A-4147-A177-3AD203B41FA5}">
                      <a16:colId xmlns:a16="http://schemas.microsoft.com/office/drawing/2014/main" val="2578298016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9FDDC998-92A7-462F-ACCE-11BB0D8C4848}"/>
              </a:ext>
            </a:extLst>
          </p:cNvPr>
          <p:cNvSpPr txBox="1"/>
          <p:nvPr/>
        </p:nvSpPr>
        <p:spPr>
          <a:xfrm>
            <a:off x="3004399" y="1482652"/>
            <a:ext cx="152545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 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50F73EF-051A-4080-BE1B-17E25D88326F}"/>
              </a:ext>
            </a:extLst>
          </p:cNvPr>
          <p:cNvSpPr txBox="1"/>
          <p:nvPr/>
        </p:nvSpPr>
        <p:spPr>
          <a:xfrm>
            <a:off x="3327953" y="2058552"/>
            <a:ext cx="8783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4EDD7F0-A37A-42D5-AA85-DA6F6ECFC9CC}"/>
              </a:ext>
            </a:extLst>
          </p:cNvPr>
          <p:cNvSpPr txBox="1"/>
          <p:nvPr/>
        </p:nvSpPr>
        <p:spPr>
          <a:xfrm>
            <a:off x="1594213" y="2951976"/>
            <a:ext cx="861390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  <a:latin typeface="+mj-lt"/>
              </a:rPr>
              <a:t>Using </a:t>
            </a:r>
            <a:r>
              <a:rPr lang="en-US" sz="2800" dirty="0">
                <a:solidFill>
                  <a:srgbClr val="002060"/>
                </a:solidFill>
              </a:rPr>
              <a:t>Method of Moments to </a:t>
            </a:r>
            <a:r>
              <a:rPr lang="en-IN" sz="2800" dirty="0">
                <a:solidFill>
                  <a:srgbClr val="002060"/>
                </a:solidFill>
              </a:rPr>
              <a:t>calculate skewness 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BBCC5A1-AD89-4B75-8893-C31FDF78DDFA}"/>
              </a:ext>
            </a:extLst>
          </p:cNvPr>
          <p:cNvSpPr txBox="1"/>
          <p:nvPr/>
        </p:nvSpPr>
        <p:spPr>
          <a:xfrm>
            <a:off x="429727" y="1482652"/>
            <a:ext cx="2030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i="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Class</a:t>
            </a:r>
            <a:endParaRPr lang="en-IN" sz="2800" dirty="0">
              <a:solidFill>
                <a:schemeClr val="bg2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45DEFA-85DB-44FF-8A29-A982056C0EDB}"/>
              </a:ext>
            </a:extLst>
          </p:cNvPr>
          <p:cNvSpPr txBox="1"/>
          <p:nvPr/>
        </p:nvSpPr>
        <p:spPr>
          <a:xfrm>
            <a:off x="429727" y="2052744"/>
            <a:ext cx="20303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+mj-lt"/>
                <a:ea typeface="Times New Roman" panose="02020603050405020304" pitchFamily="18" charset="0"/>
                <a:cs typeface="Shruti" panose="020B0502040204020203" pitchFamily="34" charset="0"/>
              </a:rPr>
              <a:t>Frequency </a:t>
            </a:r>
            <a:endParaRPr lang="en-IN" sz="2800" dirty="0">
              <a:solidFill>
                <a:schemeClr val="bg2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87B20-3416-47BE-9C15-3A926B4F4688}"/>
              </a:ext>
            </a:extLst>
          </p:cNvPr>
          <p:cNvSpPr txBox="1"/>
          <p:nvPr/>
        </p:nvSpPr>
        <p:spPr>
          <a:xfrm>
            <a:off x="5292907" y="1482652"/>
            <a:ext cx="152545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 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8952009-0A79-4F52-B51B-AB78818EF80F}"/>
              </a:ext>
            </a:extLst>
          </p:cNvPr>
          <p:cNvSpPr txBox="1"/>
          <p:nvPr/>
        </p:nvSpPr>
        <p:spPr>
          <a:xfrm>
            <a:off x="7529318" y="1482652"/>
            <a:ext cx="152545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 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B7E1488-FECC-4A58-97C1-DA8B214BE8CE}"/>
              </a:ext>
            </a:extLst>
          </p:cNvPr>
          <p:cNvSpPr txBox="1"/>
          <p:nvPr/>
        </p:nvSpPr>
        <p:spPr>
          <a:xfrm>
            <a:off x="9884565" y="1482652"/>
            <a:ext cx="152545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 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34FA565-FB24-46F9-BC2C-E7278FD85A8B}"/>
              </a:ext>
            </a:extLst>
          </p:cNvPr>
          <p:cNvSpPr txBox="1"/>
          <p:nvPr/>
        </p:nvSpPr>
        <p:spPr>
          <a:xfrm>
            <a:off x="5587145" y="2058552"/>
            <a:ext cx="8783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04DA256-2944-4804-B464-C5B032717740}"/>
              </a:ext>
            </a:extLst>
          </p:cNvPr>
          <p:cNvSpPr txBox="1"/>
          <p:nvPr/>
        </p:nvSpPr>
        <p:spPr>
          <a:xfrm>
            <a:off x="7852872" y="2058552"/>
            <a:ext cx="8783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58F76AC-927E-4BCD-BCE3-37BEEC7DC006}"/>
              </a:ext>
            </a:extLst>
          </p:cNvPr>
          <p:cNvSpPr txBox="1"/>
          <p:nvPr/>
        </p:nvSpPr>
        <p:spPr>
          <a:xfrm>
            <a:off x="10208119" y="2058552"/>
            <a:ext cx="8783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1594213" y="3875543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3" y="3875543"/>
                <a:ext cx="80807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2056249" y="3623455"/>
                <a:ext cx="1644650" cy="10273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6249" y="3623455"/>
                <a:ext cx="1644650" cy="102739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TextBox 41">
            <a:extLst>
              <a:ext uri="{FF2B5EF4-FFF2-40B4-BE49-F238E27FC236}">
                <a16:creationId xmlns:a16="http://schemas.microsoft.com/office/drawing/2014/main" id="{185E5959-A273-4F54-AE60-640B68556BD0}"/>
              </a:ext>
            </a:extLst>
          </p:cNvPr>
          <p:cNvSpPr txBox="1"/>
          <p:nvPr/>
        </p:nvSpPr>
        <p:spPr>
          <a:xfrm>
            <a:off x="1594213" y="4776385"/>
            <a:ext cx="117946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Where,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F37DB2B-3981-4096-A413-757B3C328E7D}"/>
                  </a:ext>
                </a:extLst>
              </p:cNvPr>
              <p:cNvSpPr txBox="1"/>
              <p:nvPr/>
            </p:nvSpPr>
            <p:spPr>
              <a:xfrm>
                <a:off x="2773680" y="4776385"/>
                <a:ext cx="47556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US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are second and third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F37DB2B-3981-4096-A413-757B3C328E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3680" y="4776385"/>
                <a:ext cx="4755637" cy="523220"/>
              </a:xfrm>
              <a:prstGeom prst="rect">
                <a:avLst/>
              </a:prstGeom>
              <a:blipFill>
                <a:blip r:embed="rId6"/>
                <a:stretch>
                  <a:fillRect t="-11765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!!MM">
            <a:extLst>
              <a:ext uri="{FF2B5EF4-FFF2-40B4-BE49-F238E27FC236}">
                <a16:creationId xmlns:a16="http://schemas.microsoft.com/office/drawing/2014/main" id="{9EE3A939-48BD-4B09-B709-0F5D817D58C5}"/>
              </a:ext>
            </a:extLst>
          </p:cNvPr>
          <p:cNvSpPr txBox="1"/>
          <p:nvPr/>
        </p:nvSpPr>
        <p:spPr>
          <a:xfrm>
            <a:off x="7221364" y="4776385"/>
            <a:ext cx="475563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moments about mean</a:t>
            </a:r>
          </a:p>
        </p:txBody>
      </p:sp>
    </p:spTree>
    <p:extLst>
      <p:ext uri="{BB962C8B-B14F-4D97-AF65-F5344CB8AC3E}">
        <p14:creationId xmlns:p14="http://schemas.microsoft.com/office/powerpoint/2010/main" val="22891169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8" grpId="0"/>
      <p:bldP spid="40" grpId="0"/>
      <p:bldP spid="41" grpId="0"/>
      <p:bldP spid="42" grpId="0"/>
      <p:bldP spid="43" grpId="0"/>
      <p:bldP spid="45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5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10125663" y="5780543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25663" y="5780543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10587699" y="5528455"/>
                <a:ext cx="1644650" cy="10273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87699" y="5528455"/>
                <a:ext cx="1644650" cy="102739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/>
              <p:nvPr/>
            </p:nvSpPr>
            <p:spPr>
              <a:xfrm>
                <a:off x="7427546" y="18688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7546" y="1868822"/>
                <a:ext cx="4014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E85B59A-194F-4B04-B858-E90A57CE136F}"/>
                  </a:ext>
                </a:extLst>
              </p:cNvPr>
              <p:cNvSpPr txBox="1"/>
              <p:nvPr/>
            </p:nvSpPr>
            <p:spPr>
              <a:xfrm>
                <a:off x="7788422" y="2865936"/>
                <a:ext cx="1570988" cy="8728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7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220 </m:t>
                          </m:r>
                        </m:num>
                        <m:den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US" sz="27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0E85B59A-194F-4B04-B858-E90A57CE13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8422" y="2865936"/>
                <a:ext cx="1570988" cy="87286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/>
              <p:nvPr/>
            </p:nvSpPr>
            <p:spPr>
              <a:xfrm>
                <a:off x="7788422" y="3939608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8422" y="3939608"/>
                <a:ext cx="988054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64F91E9-AD21-47E2-B7F3-CDC96EFEE0B3}"/>
                  </a:ext>
                </a:extLst>
              </p:cNvPr>
              <p:cNvSpPr txBox="1"/>
              <p:nvPr/>
            </p:nvSpPr>
            <p:spPr>
              <a:xfrm>
                <a:off x="7788422" y="1669154"/>
                <a:ext cx="157098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64F91E9-AD21-47E2-B7F3-CDC96EFEE0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8422" y="1669154"/>
                <a:ext cx="1570988" cy="995978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569C4232-E98A-485B-9D41-DCF11096908E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688968" y="1363820"/>
              <a:ext cx="2302382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02382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569C4232-E98A-485B-9D41-DCF11096908E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58247520"/>
                  </p:ext>
                </p:extLst>
              </p:nvPr>
            </p:nvGraphicFramePr>
            <p:xfrm>
              <a:off x="4688968" y="1363820"/>
              <a:ext cx="2302382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2302382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9"/>
                          <a:stretch>
                            <a:fillRect l="-529" t="-1124" r="-794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EE26F62-9257-4846-9275-D8D7D691671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357828" y="1363821"/>
              <a:ext cx="1329015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2901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EE26F62-9257-4846-9275-D8D7D691671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984214618"/>
                  </p:ext>
                </p:extLst>
              </p:nvPr>
            </p:nvGraphicFramePr>
            <p:xfrm>
              <a:off x="3357828" y="1363821"/>
              <a:ext cx="1329015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2901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0"/>
                          <a:stretch>
                            <a:fillRect l="-457" t="-1124" r="-137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BB1CFBF1-C30E-4CA7-853C-096D9AE08115}"/>
                  </a:ext>
                </a:extLst>
              </p:cNvPr>
              <p:cNvSpPr/>
              <p:nvPr/>
            </p:nvSpPr>
            <p:spPr>
              <a:xfrm>
                <a:off x="36114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BB1CFBF1-C30E-4CA7-853C-096D9AE081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1911823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8A62ACA-4239-487B-AE16-8FB9C4D02FA4}"/>
                  </a:ext>
                </a:extLst>
              </p:cNvPr>
              <p:cNvSpPr/>
              <p:nvPr/>
            </p:nvSpPr>
            <p:spPr>
              <a:xfrm>
                <a:off x="36114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8A62ACA-4239-487B-AE16-8FB9C4D02F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2437142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FE7EF4-77EC-43AA-94CA-DCF95050C917}"/>
                  </a:ext>
                </a:extLst>
              </p:cNvPr>
              <p:cNvSpPr/>
              <p:nvPr/>
            </p:nvSpPr>
            <p:spPr>
              <a:xfrm>
                <a:off x="36114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FE7EF4-77EC-43AA-94CA-DCF95050C9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2962461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A0446087-849E-47FA-B62A-1E039D9A4C34}"/>
                  </a:ext>
                </a:extLst>
              </p:cNvPr>
              <p:cNvSpPr/>
              <p:nvPr/>
            </p:nvSpPr>
            <p:spPr>
              <a:xfrm>
                <a:off x="36114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A0446087-849E-47FA-B62A-1E039D9A4C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3487779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4BA713CE-D1F6-4F07-9469-E0C46A0A9982}"/>
                  </a:ext>
                </a:extLst>
              </p:cNvPr>
              <p:cNvSpPr/>
              <p:nvPr/>
            </p:nvSpPr>
            <p:spPr>
              <a:xfrm>
                <a:off x="5368908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4BA713CE-D1F6-4F07-9469-E0C46A0A998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8908" y="1911213"/>
                <a:ext cx="981819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EF25DADA-ECBF-44E3-B186-031221304F18}"/>
                  </a:ext>
                </a:extLst>
              </p:cNvPr>
              <p:cNvSpPr/>
              <p:nvPr/>
            </p:nvSpPr>
            <p:spPr>
              <a:xfrm>
                <a:off x="5368908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EF25DADA-ECBF-44E3-B186-031221304F1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8908" y="2436532"/>
                <a:ext cx="981819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C03966C6-7E36-4FBA-BC5D-25B106EF6C18}"/>
                  </a:ext>
                </a:extLst>
              </p:cNvPr>
              <p:cNvSpPr/>
              <p:nvPr/>
            </p:nvSpPr>
            <p:spPr>
              <a:xfrm>
                <a:off x="5368908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C03966C6-7E36-4FBA-BC5D-25B106EF6C1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8908" y="2961851"/>
                <a:ext cx="981819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5AA4DD8F-B9A6-4CE3-81BA-EE29D5A930A8}"/>
                  </a:ext>
                </a:extLst>
              </p:cNvPr>
              <p:cNvSpPr/>
              <p:nvPr/>
            </p:nvSpPr>
            <p:spPr>
              <a:xfrm>
                <a:off x="5368908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5AA4DD8F-B9A6-4CE3-81BA-EE29D5A930A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68908" y="3487169"/>
                <a:ext cx="981819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3" name="Table 72">
                <a:extLst>
                  <a:ext uri="{FF2B5EF4-FFF2-40B4-BE49-F238E27FC236}">
                    <a16:creationId xmlns:a16="http://schemas.microsoft.com/office/drawing/2014/main" id="{7FD78E5C-5261-4481-BB69-C3DDA742890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57261" y="1363821"/>
              <a:ext cx="180056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80056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3" name="Table 72">
                <a:extLst>
                  <a:ext uri="{FF2B5EF4-FFF2-40B4-BE49-F238E27FC236}">
                    <a16:creationId xmlns:a16="http://schemas.microsoft.com/office/drawing/2014/main" id="{7FD78E5C-5261-4481-BB69-C3DDA742890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826086187"/>
                  </p:ext>
                </p:extLst>
              </p:nvPr>
            </p:nvGraphicFramePr>
            <p:xfrm>
              <a:off x="1557261" y="1363821"/>
              <a:ext cx="180056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80056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9"/>
                          <a:stretch>
                            <a:fillRect l="-676" t="-1124" r="-1014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575952C-177C-4518-AF55-B798BFD1CA43}"/>
                  </a:ext>
                </a:extLst>
              </p:cNvPr>
              <p:cNvSpPr/>
              <p:nvPr/>
            </p:nvSpPr>
            <p:spPr>
              <a:xfrm>
                <a:off x="2061545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575952C-177C-4518-AF55-B798BFD1CA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1911823"/>
                <a:ext cx="79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D61EB59F-E7D6-4827-AE94-BB118939E0D5}"/>
                  </a:ext>
                </a:extLst>
              </p:cNvPr>
              <p:cNvSpPr/>
              <p:nvPr/>
            </p:nvSpPr>
            <p:spPr>
              <a:xfrm>
                <a:off x="2061545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D61EB59F-E7D6-4827-AE94-BB118939E0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2437142"/>
                <a:ext cx="792000" cy="52200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3D37058D-C5BE-465F-9D20-81AE3A9DD3CD}"/>
                  </a:ext>
                </a:extLst>
              </p:cNvPr>
              <p:cNvSpPr/>
              <p:nvPr/>
            </p:nvSpPr>
            <p:spPr>
              <a:xfrm>
                <a:off x="2061545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3D37058D-C5BE-465F-9D20-81AE3A9DD3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2962461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2714D8B5-E4F4-42AD-8DAD-B7B08EF5F93C}"/>
                  </a:ext>
                </a:extLst>
              </p:cNvPr>
              <p:cNvSpPr/>
              <p:nvPr/>
            </p:nvSpPr>
            <p:spPr>
              <a:xfrm>
                <a:off x="2061545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2714D8B5-E4F4-42AD-8DAD-B7B08EF5F93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3487779"/>
                <a:ext cx="792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8" name="Table 77">
                <a:extLst>
                  <a:ext uri="{FF2B5EF4-FFF2-40B4-BE49-F238E27FC236}">
                    <a16:creationId xmlns:a16="http://schemas.microsoft.com/office/drawing/2014/main" id="{584A52EA-2D8F-4A34-9314-3E3AFC98C716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8" name="Table 77">
                <a:extLst>
                  <a:ext uri="{FF2B5EF4-FFF2-40B4-BE49-F238E27FC236}">
                    <a16:creationId xmlns:a16="http://schemas.microsoft.com/office/drawing/2014/main" id="{584A52EA-2D8F-4A34-9314-3E3AFC98C716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34265555"/>
                  </p:ext>
                </p:extLst>
              </p:nvPr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4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79" name="TextBox 78">
            <a:extLst>
              <a:ext uri="{FF2B5EF4-FFF2-40B4-BE49-F238E27FC236}">
                <a16:creationId xmlns:a16="http://schemas.microsoft.com/office/drawing/2014/main" id="{F89A78C1-DC79-43F0-B251-0CC2CDDFFB6F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4CB45424-B2F9-41B4-AC58-5A63B01F2CCA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EC0AC2B4-FEDD-4E6F-B451-43773E5E2F2D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D10FB0E-C5F5-4D31-A4BA-AB7C1BCA4030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A0D3DA27-6C36-43C7-BEC2-6676E6F44E7F}"/>
                  </a:ext>
                </a:extLst>
              </p:cNvPr>
              <p:cNvSpPr txBox="1"/>
              <p:nvPr/>
            </p:nvSpPr>
            <p:spPr>
              <a:xfrm>
                <a:off x="4278075" y="4169058"/>
                <a:ext cx="3125131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=220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A0D3DA27-6C36-43C7-BEC2-6676E6F44E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78075" y="4169058"/>
                <a:ext cx="3125131" cy="98668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!!MM">
            <a:extLst>
              <a:ext uri="{FF2B5EF4-FFF2-40B4-BE49-F238E27FC236}">
                <a16:creationId xmlns:a16="http://schemas.microsoft.com/office/drawing/2014/main" id="{5873ADFB-8F45-413F-AC2A-453777EBF0B7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1F19469D-CF60-4466-85CA-61127721E22D}"/>
                  </a:ext>
                </a:extLst>
              </p:cNvPr>
              <p:cNvSpPr txBox="1"/>
              <p:nvPr/>
            </p:nvSpPr>
            <p:spPr>
              <a:xfrm>
                <a:off x="1457617" y="4169058"/>
                <a:ext cx="1941215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1F19469D-CF60-4466-85CA-61127721E2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7617" y="4169058"/>
                <a:ext cx="1941215" cy="98668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49921211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0" grpId="0"/>
      <p:bldP spid="61" grpId="0"/>
      <p:bldP spid="62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83" grpId="0"/>
      <p:bldP spid="85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5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10125663" y="5780543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25663" y="5780543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10587699" y="5528455"/>
                <a:ext cx="1644650" cy="10273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87699" y="5528455"/>
                <a:ext cx="1644650" cy="102739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/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/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EE26F62-9257-4846-9275-D8D7D691671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357828" y="1363821"/>
              <a:ext cx="1329015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2901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7EE26F62-9257-4846-9275-D8D7D691671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357828" y="1363821"/>
              <a:ext cx="1329015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29015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7"/>
                          <a:stretch>
                            <a:fillRect l="-457" t="-1124" r="-1370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BB1CFBF1-C30E-4CA7-853C-096D9AE08115}"/>
                  </a:ext>
                </a:extLst>
              </p:cNvPr>
              <p:cNvSpPr/>
              <p:nvPr/>
            </p:nvSpPr>
            <p:spPr>
              <a:xfrm>
                <a:off x="3611451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BB1CFBF1-C30E-4CA7-853C-096D9AE081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1911823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8A62ACA-4239-487B-AE16-8FB9C4D02FA4}"/>
                  </a:ext>
                </a:extLst>
              </p:cNvPr>
              <p:cNvSpPr/>
              <p:nvPr/>
            </p:nvSpPr>
            <p:spPr>
              <a:xfrm>
                <a:off x="3611451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88A62ACA-4239-487B-AE16-8FB9C4D02F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2437142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FE7EF4-77EC-43AA-94CA-DCF95050C917}"/>
                  </a:ext>
                </a:extLst>
              </p:cNvPr>
              <p:cNvSpPr/>
              <p:nvPr/>
            </p:nvSpPr>
            <p:spPr>
              <a:xfrm>
                <a:off x="3611451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8FE7EF4-77EC-43AA-94CA-DCF95050C9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2962461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A0446087-849E-47FA-B62A-1E039D9A4C34}"/>
                  </a:ext>
                </a:extLst>
              </p:cNvPr>
              <p:cNvSpPr/>
              <p:nvPr/>
            </p:nvSpPr>
            <p:spPr>
              <a:xfrm>
                <a:off x="3611451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A0446087-849E-47FA-B62A-1E039D9A4C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1451" y="3487779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3" name="Table 72">
                <a:extLst>
                  <a:ext uri="{FF2B5EF4-FFF2-40B4-BE49-F238E27FC236}">
                    <a16:creationId xmlns:a16="http://schemas.microsoft.com/office/drawing/2014/main" id="{7FD78E5C-5261-4481-BB69-C3DDA742890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57261" y="1363821"/>
              <a:ext cx="180056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80056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3" name="Table 72">
                <a:extLst>
                  <a:ext uri="{FF2B5EF4-FFF2-40B4-BE49-F238E27FC236}">
                    <a16:creationId xmlns:a16="http://schemas.microsoft.com/office/drawing/2014/main" id="{7FD78E5C-5261-4481-BB69-C3DDA7428903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57261" y="1363821"/>
              <a:ext cx="180056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80056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2"/>
                          <a:stretch>
                            <a:fillRect l="-676" t="-1124" r="-1014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575952C-177C-4518-AF55-B798BFD1CA43}"/>
                  </a:ext>
                </a:extLst>
              </p:cNvPr>
              <p:cNvSpPr/>
              <p:nvPr/>
            </p:nvSpPr>
            <p:spPr>
              <a:xfrm>
                <a:off x="2061545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4575952C-177C-4518-AF55-B798BFD1CA4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1911823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D61EB59F-E7D6-4827-AE94-BB118939E0D5}"/>
                  </a:ext>
                </a:extLst>
              </p:cNvPr>
              <p:cNvSpPr/>
              <p:nvPr/>
            </p:nvSpPr>
            <p:spPr>
              <a:xfrm>
                <a:off x="2061545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D61EB59F-E7D6-4827-AE94-BB118939E0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2437142"/>
                <a:ext cx="792000" cy="52200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3D37058D-C5BE-465F-9D20-81AE3A9DD3CD}"/>
                  </a:ext>
                </a:extLst>
              </p:cNvPr>
              <p:cNvSpPr/>
              <p:nvPr/>
            </p:nvSpPr>
            <p:spPr>
              <a:xfrm>
                <a:off x="2061545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3D37058D-C5BE-465F-9D20-81AE3A9DD3C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2962461"/>
                <a:ext cx="792000" cy="52200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2714D8B5-E4F4-42AD-8DAD-B7B08EF5F93C}"/>
                  </a:ext>
                </a:extLst>
              </p:cNvPr>
              <p:cNvSpPr/>
              <p:nvPr/>
            </p:nvSpPr>
            <p:spPr>
              <a:xfrm>
                <a:off x="2061545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2714D8B5-E4F4-42AD-8DAD-B7B08EF5F93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545" y="3487779"/>
                <a:ext cx="792000" cy="52200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8" name="Table 77">
                <a:extLst>
                  <a:ext uri="{FF2B5EF4-FFF2-40B4-BE49-F238E27FC236}">
                    <a16:creationId xmlns:a16="http://schemas.microsoft.com/office/drawing/2014/main" id="{584A52EA-2D8F-4A34-9314-3E3AFC98C716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8" name="Table 77">
                <a:extLst>
                  <a:ext uri="{FF2B5EF4-FFF2-40B4-BE49-F238E27FC236}">
                    <a16:creationId xmlns:a16="http://schemas.microsoft.com/office/drawing/2014/main" id="{584A52EA-2D8F-4A34-9314-3E3AFC98C716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7"/>
                          <a:stretch>
                            <a:fillRect l="-897" t="-1124" r="-1345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79" name="TextBox 78">
            <a:extLst>
              <a:ext uri="{FF2B5EF4-FFF2-40B4-BE49-F238E27FC236}">
                <a16:creationId xmlns:a16="http://schemas.microsoft.com/office/drawing/2014/main" id="{F89A78C1-DC79-43F0-B251-0CC2CDDFFB6F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4CB45424-B2F9-41B4-AC58-5A63B01F2CCA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EC0AC2B4-FEDD-4E6F-B451-43773E5E2F2D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D10FB0E-C5F5-4D31-A4BA-AB7C1BCA4030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4" name="!!MM">
            <a:extLst>
              <a:ext uri="{FF2B5EF4-FFF2-40B4-BE49-F238E27FC236}">
                <a16:creationId xmlns:a16="http://schemas.microsoft.com/office/drawing/2014/main" id="{5873ADFB-8F45-413F-AC2A-453777EBF0B7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367B507-D302-4728-9365-3FF9C4B3F33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686842" y="1363820"/>
              <a:ext cx="16052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0521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bar>
                                  <m:barPr>
                                    <m:pos m:val="top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bar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</m:ba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8" name="Table 47">
                <a:extLst>
                  <a:ext uri="{FF2B5EF4-FFF2-40B4-BE49-F238E27FC236}">
                    <a16:creationId xmlns:a16="http://schemas.microsoft.com/office/drawing/2014/main" id="{1367B507-D302-4728-9365-3FF9C4B3F339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762591792"/>
                  </p:ext>
                </p:extLst>
              </p:nvPr>
            </p:nvGraphicFramePr>
            <p:xfrm>
              <a:off x="4686842" y="1363820"/>
              <a:ext cx="1605217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0521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8"/>
                          <a:stretch>
                            <a:fillRect l="-377" t="-1124" r="-1132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C6CEF7F4-3CD6-4498-8B3E-8D2A218A5D4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292059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9" name="Table 48">
                <a:extLst>
                  <a:ext uri="{FF2B5EF4-FFF2-40B4-BE49-F238E27FC236}">
                    <a16:creationId xmlns:a16="http://schemas.microsoft.com/office/drawing/2014/main" id="{C6CEF7F4-3CD6-4498-8B3E-8D2A218A5D4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292059" y="1363821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9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D79F8089-1131-45F6-A9CA-82AB788530A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267049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0" name="Table 49">
                <a:extLst>
                  <a:ext uri="{FF2B5EF4-FFF2-40B4-BE49-F238E27FC236}">
                    <a16:creationId xmlns:a16="http://schemas.microsoft.com/office/drawing/2014/main" id="{D79F8089-1131-45F6-A9CA-82AB788530A8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8267049" y="1363820"/>
              <a:ext cx="1980000" cy="3862876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0"/>
                          <a:stretch>
                            <a:fillRect l="-615" t="-1124" r="-1231" b="-616854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E011E835-6CDC-4E59-9EBC-969C7F87499B}"/>
                  </a:ext>
                </a:extLst>
              </p:cNvPr>
              <p:cNvSpPr/>
              <p:nvPr/>
            </p:nvSpPr>
            <p:spPr>
              <a:xfrm>
                <a:off x="4929139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E011E835-6CDC-4E59-9EBC-969C7F87499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9139" y="1911213"/>
                <a:ext cx="981819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0DA612E8-9190-4379-AADC-94593CCA2BCA}"/>
                  </a:ext>
                </a:extLst>
              </p:cNvPr>
              <p:cNvSpPr/>
              <p:nvPr/>
            </p:nvSpPr>
            <p:spPr>
              <a:xfrm>
                <a:off x="4929139" y="2436532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0DA612E8-9190-4379-AADC-94593CCA2BC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9139" y="2436532"/>
                <a:ext cx="981819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7463A82-2550-420F-B23A-851172B402BF}"/>
                  </a:ext>
                </a:extLst>
              </p:cNvPr>
              <p:cNvSpPr/>
              <p:nvPr/>
            </p:nvSpPr>
            <p:spPr>
              <a:xfrm>
                <a:off x="4929139" y="2961851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7463A82-2550-420F-B23A-851172B402B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9139" y="2961851"/>
                <a:ext cx="981819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564A8131-0DD9-4F38-81F2-D34E83DF7298}"/>
                  </a:ext>
                </a:extLst>
              </p:cNvPr>
              <p:cNvSpPr/>
              <p:nvPr/>
            </p:nvSpPr>
            <p:spPr>
              <a:xfrm>
                <a:off x="4929139" y="3487169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564A8131-0DD9-4F38-81F2-D34E83DF729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9139" y="3487169"/>
                <a:ext cx="981819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94F7904E-C769-4F1C-A03F-C904F8F6D469}"/>
                  </a:ext>
                </a:extLst>
              </p:cNvPr>
              <p:cNvSpPr/>
              <p:nvPr/>
            </p:nvSpPr>
            <p:spPr>
              <a:xfrm>
                <a:off x="6713167" y="191121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94F7904E-C769-4F1C-A03F-C904F8F6D46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13167" y="1911213"/>
                <a:ext cx="108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2A3A8EA-B5B9-41F2-8F3F-CC90CD779F54}"/>
                  </a:ext>
                </a:extLst>
              </p:cNvPr>
              <p:cNvSpPr/>
              <p:nvPr/>
            </p:nvSpPr>
            <p:spPr>
              <a:xfrm>
                <a:off x="6713167" y="243653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C2A3A8EA-B5B9-41F2-8F3F-CC90CD779F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13167" y="2436532"/>
                <a:ext cx="108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4459F8F9-A83F-446C-8AB9-420A30445193}"/>
                  </a:ext>
                </a:extLst>
              </p:cNvPr>
              <p:cNvSpPr/>
              <p:nvPr/>
            </p:nvSpPr>
            <p:spPr>
              <a:xfrm>
                <a:off x="6713167" y="2961851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4459F8F9-A83F-446C-8AB9-420A3044519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13167" y="2961851"/>
                <a:ext cx="1080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6F015A1D-53EF-40B5-9BFE-641FCA369DD8}"/>
                  </a:ext>
                </a:extLst>
              </p:cNvPr>
              <p:cNvSpPr/>
              <p:nvPr/>
            </p:nvSpPr>
            <p:spPr>
              <a:xfrm>
                <a:off x="6713167" y="348716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338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6F015A1D-53EF-40B5-9BFE-641FCA369DD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13167" y="3487169"/>
                <a:ext cx="108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4933F928-076C-4C93-8F87-DF2D9EDD93F4}"/>
                  </a:ext>
                </a:extLst>
              </p:cNvPr>
              <p:cNvSpPr/>
              <p:nvPr/>
            </p:nvSpPr>
            <p:spPr>
              <a:xfrm>
                <a:off x="8529027" y="1911213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−4913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4933F928-076C-4C93-8F87-DF2D9EDD93F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29027" y="1911213"/>
                <a:ext cx="1306800" cy="52322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C8F0A794-B54D-4D66-ABE9-C34834DDEB03}"/>
                  </a:ext>
                </a:extLst>
              </p:cNvPr>
              <p:cNvSpPr/>
              <p:nvPr/>
            </p:nvSpPr>
            <p:spPr>
              <a:xfrm>
                <a:off x="8529027" y="2436532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−1029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C8F0A794-B54D-4D66-ABE9-C34834DDEB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29027" y="2436532"/>
                <a:ext cx="1306800" cy="52322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19324C9A-2382-4838-ADCE-53B54D270A24}"/>
                  </a:ext>
                </a:extLst>
              </p:cNvPr>
              <p:cNvSpPr/>
              <p:nvPr/>
            </p:nvSpPr>
            <p:spPr>
              <a:xfrm>
                <a:off x="8529027" y="2961851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19324C9A-2382-4838-ADCE-53B54D270A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29027" y="2961851"/>
                <a:ext cx="1306800" cy="523220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DC650B4C-C25A-47C0-ACBC-B29440F5414D}"/>
                  </a:ext>
                </a:extLst>
              </p:cNvPr>
              <p:cNvSpPr/>
              <p:nvPr/>
            </p:nvSpPr>
            <p:spPr>
              <a:xfrm>
                <a:off x="8529027" y="3487169"/>
                <a:ext cx="13068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4394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DC650B4C-C25A-47C0-ACBC-B29440F5414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29027" y="3487169"/>
                <a:ext cx="1306800" cy="52322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41453D60-9388-4DBE-8A6D-51AD0633A0B3}"/>
                  </a:ext>
                </a:extLst>
              </p:cNvPr>
              <p:cNvSpPr txBox="1"/>
              <p:nvPr/>
            </p:nvSpPr>
            <p:spPr>
              <a:xfrm>
                <a:off x="6115675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41453D60-9388-4DBE-8A6D-51AD0633A0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15675" y="3923883"/>
                <a:ext cx="2376000" cy="1356012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D9ADEADE-C98C-4949-BF7B-C6F933B495AE}"/>
                  </a:ext>
                </a:extLst>
              </p:cNvPr>
              <p:cNvSpPr txBox="1"/>
              <p:nvPr/>
            </p:nvSpPr>
            <p:spPr>
              <a:xfrm>
                <a:off x="8094036" y="3923883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−1440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D9ADEADE-C98C-4949-BF7B-C6F933B495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94036" y="3923883"/>
                <a:ext cx="2376000" cy="1356012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98E27003-59F2-405C-A3A9-0C55ACC54ECA}"/>
                  </a:ext>
                </a:extLst>
              </p:cNvPr>
              <p:cNvSpPr txBox="1"/>
              <p:nvPr/>
            </p:nvSpPr>
            <p:spPr>
              <a:xfrm>
                <a:off x="1457617" y="4169058"/>
                <a:ext cx="1941215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98E27003-59F2-405C-A3A9-0C55ACC54E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7617" y="4169058"/>
                <a:ext cx="1941215" cy="98668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261478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86" grpId="0"/>
      <p:bldP spid="87" grpId="0"/>
      <p:bldP spid="88" grpId="0"/>
      <p:bldP spid="89" grpId="0"/>
      <p:bldP spid="90" grpId="0"/>
      <p:bldP spid="91" grpId="0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5 ⇝ Example 5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8886708" y="1717596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86708" y="1717596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9348744" y="1465508"/>
                <a:ext cx="1644650" cy="10273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4" y="1465508"/>
                <a:ext cx="1644650" cy="102739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/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/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22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!!MM">
            <a:extLst>
              <a:ext uri="{FF2B5EF4-FFF2-40B4-BE49-F238E27FC236}">
                <a16:creationId xmlns:a16="http://schemas.microsoft.com/office/drawing/2014/main" id="{5873ADFB-8F45-413F-AC2A-453777EBF0B7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03AA9E7-B42E-4F69-83CF-90FC7C21E00A}"/>
                  </a:ext>
                </a:extLst>
              </p:cNvPr>
              <p:cNvSpPr txBox="1"/>
              <p:nvPr/>
            </p:nvSpPr>
            <p:spPr>
              <a:xfrm>
                <a:off x="351065" y="1468938"/>
                <a:ext cx="3654827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nn-NO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810</m:t>
                      </m:r>
                    </m:oMath>
                  </m:oMathPara>
                </a14:m>
                <a:endParaRPr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03AA9E7-B42E-4F69-83CF-90FC7C21E0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5" y="1468938"/>
                <a:ext cx="3654827" cy="106125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86FB582-5FD3-4EDD-A0C1-6ADF7521EBE1}"/>
                  </a:ext>
                </a:extLst>
              </p:cNvPr>
              <p:cNvSpPr txBox="1"/>
              <p:nvPr/>
            </p:nvSpPr>
            <p:spPr>
              <a:xfrm>
                <a:off x="4348106" y="1506225"/>
                <a:ext cx="4093689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</m:e>
                      </m:nary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−1440</m:t>
                      </m:r>
                    </m:oMath>
                  </m:oMathPara>
                </a14:m>
                <a:endParaRPr sz="26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86FB582-5FD3-4EDD-A0C1-6ADF7521EB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6" y="1506225"/>
                <a:ext cx="4093689" cy="106125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640084C-57C0-4D55-9180-FD9AFB995387}"/>
                  </a:ext>
                </a:extLst>
              </p:cNvPr>
              <p:cNvSpPr txBox="1"/>
              <p:nvPr/>
            </p:nvSpPr>
            <p:spPr>
              <a:xfrm>
                <a:off x="351066" y="2687245"/>
                <a:ext cx="3325069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640084C-57C0-4D55-9180-FD9AFB9953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2687245"/>
                <a:ext cx="3325069" cy="102752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E093A89-967F-4DD8-8E2E-F6DC9CD863E0}"/>
                  </a:ext>
                </a:extLst>
              </p:cNvPr>
              <p:cNvSpPr txBox="1"/>
              <p:nvPr/>
            </p:nvSpPr>
            <p:spPr>
              <a:xfrm>
                <a:off x="351066" y="3909110"/>
                <a:ext cx="195345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810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E093A89-967F-4DD8-8E2E-F6DC9CD863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3909110"/>
                <a:ext cx="1953455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56CD177-E95C-40D0-923F-D8C29B1F4C89}"/>
                  </a:ext>
                </a:extLst>
              </p:cNvPr>
              <p:cNvSpPr txBox="1"/>
              <p:nvPr/>
            </p:nvSpPr>
            <p:spPr>
              <a:xfrm>
                <a:off x="351066" y="5005235"/>
                <a:ext cx="2735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8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56CD177-E95C-40D0-923F-D8C29B1F4C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5005235"/>
                <a:ext cx="273586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58B6869-F96F-4977-BB4D-6B9B951D255A}"/>
                  </a:ext>
                </a:extLst>
              </p:cNvPr>
              <p:cNvSpPr txBox="1"/>
              <p:nvPr/>
            </p:nvSpPr>
            <p:spPr>
              <a:xfrm>
                <a:off x="4348107" y="2687245"/>
                <a:ext cx="3325069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3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58B6869-F96F-4977-BB4D-6B9B951D25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2687245"/>
                <a:ext cx="3325069" cy="102752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64F5901-708C-4783-AAE7-4EC4A0B6C1D8}"/>
                  </a:ext>
                </a:extLst>
              </p:cNvPr>
              <p:cNvSpPr txBox="1"/>
              <p:nvPr/>
            </p:nvSpPr>
            <p:spPr>
              <a:xfrm>
                <a:off x="4348107" y="3909110"/>
                <a:ext cx="2445062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−1440 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64F5901-708C-4783-AAE7-4EC4A0B6C1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3909110"/>
                <a:ext cx="2445062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5943C55-5909-46E1-B6DC-FEA9FEDA0972}"/>
                  </a:ext>
                </a:extLst>
              </p:cNvPr>
              <p:cNvSpPr txBox="1"/>
              <p:nvPr/>
            </p:nvSpPr>
            <p:spPr>
              <a:xfrm>
                <a:off x="4348107" y="5005235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−144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5943C55-5909-46E1-B6DC-FEA9FEDA09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5005235"/>
                <a:ext cx="2125026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5E885A95-5907-4D12-A4FB-F874209900BB}"/>
              </a:ext>
            </a:extLst>
          </p:cNvPr>
          <p:cNvCxnSpPr>
            <a:cxnSpLocks/>
          </p:cNvCxnSpPr>
          <p:nvPr/>
        </p:nvCxnSpPr>
        <p:spPr>
          <a:xfrm>
            <a:off x="3989955" y="1544884"/>
            <a:ext cx="0" cy="433977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827D74A6-8E51-4365-8C00-3F61A5A75D46}"/>
              </a:ext>
            </a:extLst>
          </p:cNvPr>
          <p:cNvCxnSpPr>
            <a:cxnSpLocks/>
          </p:cNvCxnSpPr>
          <p:nvPr/>
        </p:nvCxnSpPr>
        <p:spPr>
          <a:xfrm>
            <a:off x="8580116" y="1544884"/>
            <a:ext cx="0" cy="433977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05A7780-06F4-4617-BE9E-8A1732042010}"/>
                  </a:ext>
                </a:extLst>
              </p:cNvPr>
              <p:cNvSpPr txBox="1"/>
              <p:nvPr/>
            </p:nvSpPr>
            <p:spPr>
              <a:xfrm>
                <a:off x="9348743" y="2687245"/>
                <a:ext cx="2492191" cy="10273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−144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81</m:t>
                                  </m:r>
                                </m:e>
                              </m:d>
                            </m:e>
                            <m:sup>
                              <m: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05A7780-06F4-4617-BE9E-8A17320420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2687245"/>
                <a:ext cx="2492191" cy="1027397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0D67C96-9DF8-4E17-80FA-9CE1106E2BBB}"/>
                  </a:ext>
                </a:extLst>
              </p:cNvPr>
              <p:cNvSpPr txBox="1"/>
              <p:nvPr/>
            </p:nvSpPr>
            <p:spPr>
              <a:xfrm>
                <a:off x="9348743" y="3846303"/>
                <a:ext cx="2492191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20736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531441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0D67C96-9DF8-4E17-80FA-9CE1106E2B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3846303"/>
                <a:ext cx="2492191" cy="90178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7DEAC18-2F7D-4608-92F4-AF26B83104F6}"/>
                  </a:ext>
                </a:extLst>
              </p:cNvPr>
              <p:cNvSpPr txBox="1"/>
              <p:nvPr/>
            </p:nvSpPr>
            <p:spPr>
              <a:xfrm>
                <a:off x="9348743" y="5077562"/>
                <a:ext cx="249219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.0390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7DEAC18-2F7D-4608-92F4-AF26B83104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5077562"/>
                <a:ext cx="2492191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5C689460-B2CB-433E-9456-D34616DA1E65}"/>
                  </a:ext>
                </a:extLst>
              </p:cNvPr>
              <p:cNvSpPr txBox="1"/>
              <p:nvPr/>
            </p:nvSpPr>
            <p:spPr>
              <a:xfrm>
                <a:off x="4969639" y="626828"/>
                <a:ext cx="1941215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5C689460-B2CB-433E-9456-D34616DA1E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69639" y="626828"/>
                <a:ext cx="1941215" cy="98668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1639948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6" grpId="0"/>
      <p:bldP spid="47" grpId="0"/>
      <p:bldP spid="60" grpId="0"/>
      <p:bldP spid="62" grpId="0"/>
      <p:bldP spid="94" grpId="0"/>
      <p:bldP spid="95" grpId="0"/>
      <p:bldP spid="96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E4B7CD6-D667-4021-852B-B1B52B399B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IN" dirty="0"/>
              <a:t>Method 6</a:t>
            </a:r>
            <a:br>
              <a:rPr lang="en-IN" dirty="0"/>
            </a:br>
            <a:r>
              <a:rPr lang="en-US" dirty="0"/>
              <a:t>Kurtosis</a:t>
            </a:r>
            <a:endParaRPr lang="en-IN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44ECDC4D-794F-4072-859A-AEF905826AC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199578603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077D6D02-99CD-472B-97DC-65F448A567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Introduction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66AC3BD9-C5CE-43B8-8801-1F8ED6AA769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GB" dirty="0"/>
              <a:t>Measures of central tendency, dispersion and skewness of a random variable cannot give a complete idea about the probability distribution. </a:t>
            </a:r>
          </a:p>
          <a:p>
            <a:r>
              <a:rPr lang="en-GB" dirty="0"/>
              <a:t>So, another characteristic, Kurtosis is required. </a:t>
            </a:r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5654091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077D6D02-99CD-472B-97DC-65F448A567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Kurtosis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8">
                <a:extLst>
                  <a:ext uri="{FF2B5EF4-FFF2-40B4-BE49-F238E27FC236}">
                    <a16:creationId xmlns:a16="http://schemas.microsoft.com/office/drawing/2014/main" id="{66AC3BD9-C5CE-43B8-8801-1F8ED6AA769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46420" y="863444"/>
                <a:ext cx="11929641" cy="5590565"/>
              </a:xfrm>
            </p:spPr>
            <p:txBody>
              <a:bodyPr/>
              <a:lstStyle/>
              <a:p>
                <a:r>
                  <a:rPr lang="en-GB" dirty="0"/>
                  <a:t>Kurtosis measures the </a:t>
                </a:r>
                <a:r>
                  <a:rPr lang="en-GB" b="1" dirty="0">
                    <a:solidFill>
                      <a:srgbClr val="FF0000"/>
                    </a:solidFill>
                  </a:rPr>
                  <a:t>flatness</a:t>
                </a:r>
                <a:r>
                  <a:rPr lang="en-GB" dirty="0"/>
                  <a:t>/</a:t>
                </a:r>
                <a:r>
                  <a:rPr lang="en-GB" b="1" dirty="0" err="1">
                    <a:solidFill>
                      <a:srgbClr val="FF0000"/>
                    </a:solidFill>
                  </a:rPr>
                  <a:t>peakedness</a:t>
                </a:r>
                <a:r>
                  <a:rPr lang="en-GB" dirty="0"/>
                  <a:t> of a distribution. </a:t>
                </a:r>
              </a:p>
              <a:p>
                <a:r>
                  <a:rPr lang="en-GB" dirty="0"/>
                  <a:t>It is denoted by “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𝛃</m:t>
                        </m:r>
                      </m:e>
                      <m:sub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</m:oMath>
                </a14:m>
                <a:r>
                  <a:rPr lang="en-GB" dirty="0"/>
                  <a:t>” defined as 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GB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GB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𝛃</m:t>
                          </m:r>
                        </m:e>
                        <m:sub>
                          <m:r>
                            <a:rPr lang="en-GB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  <m:r>
                        <a:rPr lang="en-GB" b="1" i="0" dirty="0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GB" b="1" i="1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GB" b="1" i="1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GB" b="1" i="0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𝛍</m:t>
                              </m:r>
                            </m:e>
                            <m:sub>
                              <m:r>
                                <a:rPr lang="en-GB" b="1" i="0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𝟒</m:t>
                              </m:r>
                            </m:sub>
                          </m:sSub>
                        </m:num>
                        <m:den>
                          <m:sSup>
                            <m:sSupPr>
                              <m:ctrlPr>
                                <a:rPr lang="en-GB" b="1" i="1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b="1" i="1" dirty="0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b="1" i="1" dirty="0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IN" b="1" i="0" dirty="0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𝛍</m:t>
                                      </m:r>
                                    </m:e>
                                    <m:sub>
                                      <m:r>
                                        <a:rPr lang="en-IN" b="1" i="0" dirty="0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𝟐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GB" b="1" i="0" dirty="0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p>
                          </m:sSup>
                          <m:r>
                            <a:rPr lang="en-GB" b="1" i="0" dirty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  <a:p>
                <a:r>
                  <a:rPr lang="en-GB" dirty="0"/>
                  <a:t>The greater the value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i="0" dirty="0" smtClean="0"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b>
                        <m:r>
                          <a:rPr lang="en-GB" i="0" dirty="0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GB" dirty="0"/>
                  <a:t>, the more peaked is the distribution.</a:t>
                </a:r>
              </a:p>
            </p:txBody>
          </p:sp>
        </mc:Choice>
        <mc:Fallback xmlns="">
          <p:sp>
            <p:nvSpPr>
              <p:cNvPr id="9" name="Content Placeholder 8">
                <a:extLst>
                  <a:ext uri="{FF2B5EF4-FFF2-40B4-BE49-F238E27FC236}">
                    <a16:creationId xmlns:a16="http://schemas.microsoft.com/office/drawing/2014/main" id="{66AC3BD9-C5CE-43B8-8801-1F8ED6AA769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46420" y="863444"/>
                <a:ext cx="11929641" cy="5590565"/>
              </a:xfrm>
              <a:blipFill>
                <a:blip r:embed="rId2"/>
                <a:stretch>
                  <a:fillRect l="-920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703364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077D6D02-99CD-472B-97DC-65F448A567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Kurtosis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Content Placeholder 8">
                <a:extLst>
                  <a:ext uri="{FF2B5EF4-FFF2-40B4-BE49-F238E27FC236}">
                    <a16:creationId xmlns:a16="http://schemas.microsoft.com/office/drawing/2014/main" id="{66AC3BD9-C5CE-43B8-8801-1F8ED6AA7693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146420" y="863444"/>
                <a:ext cx="11929641" cy="5590565"/>
              </a:xfrm>
            </p:spPr>
            <p:txBody>
              <a:bodyPr/>
              <a:lstStyle/>
              <a:p>
                <a:r>
                  <a:rPr lang="en-GB" dirty="0"/>
                  <a:t>When the value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𝛃</m:t>
                        </m:r>
                      </m:e>
                      <m:sub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r>
                  <a:rPr lang="en-GB" dirty="0"/>
                  <a:t>, the curve is </a:t>
                </a:r>
                <a:r>
                  <a:rPr lang="en-GB" b="1" dirty="0"/>
                  <a:t>normal curve</a:t>
                </a:r>
                <a:r>
                  <a:rPr lang="en-GB" dirty="0"/>
                  <a:t> and the distribution is known as </a:t>
                </a:r>
                <a:r>
                  <a:rPr lang="en-GB" b="1" dirty="0">
                    <a:solidFill>
                      <a:srgbClr val="FF0000"/>
                    </a:solidFill>
                  </a:rPr>
                  <a:t>mesokurtic</a:t>
                </a:r>
                <a:r>
                  <a:rPr lang="en-GB" dirty="0"/>
                  <a:t>.</a:t>
                </a:r>
              </a:p>
              <a:p>
                <a:pPr>
                  <a:spcBef>
                    <a:spcPts val="1200"/>
                  </a:spcBef>
                </a:pPr>
                <a:r>
                  <a:rPr lang="en-GB" dirty="0"/>
                  <a:t>When the value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𝛃</m:t>
                        </m:r>
                      </m:e>
                      <m:sub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&gt;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r>
                  <a:rPr lang="en-GB" dirty="0"/>
                  <a:t>, the curve is </a:t>
                </a:r>
                <a:r>
                  <a:rPr lang="en-GB" b="1" dirty="0"/>
                  <a:t>more</a:t>
                </a:r>
                <a:r>
                  <a:rPr lang="en-GB" dirty="0"/>
                  <a:t> </a:t>
                </a:r>
                <a:r>
                  <a:rPr lang="en-GB" b="1" dirty="0"/>
                  <a:t>peaked</a:t>
                </a:r>
                <a:r>
                  <a:rPr lang="en-GB" dirty="0"/>
                  <a:t> than normal curve and the distribution is known as </a:t>
                </a:r>
                <a:r>
                  <a:rPr lang="en-GB" b="1" dirty="0">
                    <a:solidFill>
                      <a:srgbClr val="FF0000"/>
                    </a:solidFill>
                  </a:rPr>
                  <a:t>leptokurtic</a:t>
                </a:r>
                <a:r>
                  <a:rPr lang="en-GB" dirty="0"/>
                  <a:t>.</a:t>
                </a:r>
              </a:p>
              <a:p>
                <a:pPr>
                  <a:spcBef>
                    <a:spcPts val="1200"/>
                  </a:spcBef>
                </a:pPr>
                <a:r>
                  <a:rPr lang="en-GB" dirty="0"/>
                  <a:t>When the value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𝛃</m:t>
                        </m:r>
                      </m:e>
                      <m:sub>
                        <m:r>
                          <a:rPr lang="en-GB" b="1" i="0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&lt;</m:t>
                    </m:r>
                    <m:r>
                      <a:rPr lang="en-GB" b="1" i="0" dirty="0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𝟑</m:t>
                    </m:r>
                  </m:oMath>
                </a14:m>
                <a:r>
                  <a:rPr lang="en-GB" dirty="0"/>
                  <a:t>, the curve is </a:t>
                </a:r>
                <a:r>
                  <a:rPr lang="en-GB" b="1" dirty="0"/>
                  <a:t>less</a:t>
                </a:r>
                <a:r>
                  <a:rPr lang="en-GB" dirty="0"/>
                  <a:t> </a:t>
                </a:r>
                <a:r>
                  <a:rPr lang="en-GB" b="1" dirty="0"/>
                  <a:t>peaked</a:t>
                </a:r>
                <a:r>
                  <a:rPr lang="en-GB" dirty="0"/>
                  <a:t> than normal curve and the distribution is known as </a:t>
                </a:r>
                <a:r>
                  <a:rPr lang="en-GB" b="1" dirty="0">
                    <a:solidFill>
                      <a:srgbClr val="FF0000"/>
                    </a:solidFill>
                  </a:rPr>
                  <a:t>platykurtic</a:t>
                </a:r>
                <a:r>
                  <a:rPr lang="en-GB" dirty="0"/>
                  <a:t>.</a:t>
                </a:r>
              </a:p>
            </p:txBody>
          </p:sp>
        </mc:Choice>
        <mc:Fallback xmlns="">
          <p:sp>
            <p:nvSpPr>
              <p:cNvPr id="9" name="Content Placeholder 8">
                <a:extLst>
                  <a:ext uri="{FF2B5EF4-FFF2-40B4-BE49-F238E27FC236}">
                    <a16:creationId xmlns:a16="http://schemas.microsoft.com/office/drawing/2014/main" id="{66AC3BD9-C5CE-43B8-8801-1F8ED6AA7693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146420" y="863444"/>
                <a:ext cx="11929641" cy="5590565"/>
              </a:xfrm>
              <a:blipFill>
                <a:blip r:embed="rId2"/>
                <a:stretch>
                  <a:fillRect l="-920" r="-107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4" name="Picture 3">
            <a:extLst>
              <a:ext uri="{FF2B5EF4-FFF2-40B4-BE49-F238E27FC236}">
                <a16:creationId xmlns:a16="http://schemas.microsoft.com/office/drawing/2014/main" id="{0714BF62-E83F-4867-B420-C8CB060D0B9E}"/>
              </a:ext>
            </a:extLst>
          </p:cNvPr>
          <p:cNvPicPr/>
          <p:nvPr/>
        </p:nvPicPr>
        <p:blipFill rotWithShape="1"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45000"/>
                    </a14:imgEffect>
                    <a14:imgEffect>
                      <a14:brightnessContrast bright="10000" contrast="4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338" t="21421" r="3909" b="6637"/>
          <a:stretch/>
        </p:blipFill>
        <p:spPr bwMode="auto">
          <a:xfrm>
            <a:off x="5499919" y="4141973"/>
            <a:ext cx="4897079" cy="2312036"/>
          </a:xfrm>
          <a:prstGeom prst="rect">
            <a:avLst/>
          </a:prstGeom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</p:spTree>
    <p:extLst>
      <p:ext uri="{BB962C8B-B14F-4D97-AF65-F5344CB8AC3E}">
        <p14:creationId xmlns:p14="http://schemas.microsoft.com/office/powerpoint/2010/main" val="8463961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077D6D02-99CD-472B-97DC-65F448A567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"/>
            <a:ext cx="12192000" cy="711200"/>
          </a:xfrm>
        </p:spPr>
        <p:txBody>
          <a:bodyPr/>
          <a:lstStyle/>
          <a:p>
            <a:r>
              <a:rPr lang="en-IN" dirty="0"/>
              <a:t>Kurtosis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3282882-B0E9-4753-A95D-55A33F7175FD}"/>
              </a:ext>
            </a:extLst>
          </p:cNvPr>
          <p:cNvPicPr/>
          <p:nvPr/>
        </p:nvPicPr>
        <p:blipFill rotWithShape="1"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45000"/>
                    </a14:imgEffect>
                    <a14:imgEffect>
                      <a14:brightnessContrast bright="10000" contrast="4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338" t="21421" r="3909" b="6637"/>
          <a:stretch/>
        </p:blipFill>
        <p:spPr bwMode="auto">
          <a:xfrm>
            <a:off x="628650" y="817245"/>
            <a:ext cx="10934700" cy="5162550"/>
          </a:xfrm>
          <a:prstGeom prst="rect">
            <a:avLst/>
          </a:prstGeom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</p:spTree>
    <p:extLst>
      <p:ext uri="{BB962C8B-B14F-4D97-AF65-F5344CB8AC3E}">
        <p14:creationId xmlns:p14="http://schemas.microsoft.com/office/powerpoint/2010/main" val="10512977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A8B3DA50-FCAA-CF50-34C8-ADDEC17F5F82}"/>
              </a:ext>
            </a:extLst>
          </p:cNvPr>
          <p:cNvSpPr txBox="1">
            <a:spLocks/>
          </p:cNvSpPr>
          <p:nvPr/>
        </p:nvSpPr>
        <p:spPr>
          <a:xfrm>
            <a:off x="131176" y="834127"/>
            <a:ext cx="11929645" cy="202025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lnSpc>
                <a:spcPct val="120000"/>
              </a:lnSpc>
              <a:spcBef>
                <a:spcPts val="600"/>
              </a:spcBef>
            </a:pPr>
            <a:r>
              <a:rPr lang="en-GB" dirty="0"/>
              <a:t>Find the Kurtosis for the following data. Also comment on type of distribution.</a:t>
            </a: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1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02ED77-3558-8E6E-DD92-16D6BADE450F}"/>
              </a:ext>
            </a:extLst>
          </p:cNvPr>
          <p:cNvSpPr txBox="1">
            <a:spLocks/>
          </p:cNvSpPr>
          <p:nvPr/>
        </p:nvSpPr>
        <p:spPr>
          <a:xfrm>
            <a:off x="131176" y="297730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ACC87626-AD47-4255-A944-398EE938C654}"/>
              </a:ext>
            </a:extLst>
          </p:cNvPr>
          <p:cNvGraphicFramePr>
            <a:graphicFrameLocks noGrp="1"/>
          </p:cNvGraphicFramePr>
          <p:nvPr/>
        </p:nvGraphicFramePr>
        <p:xfrm>
          <a:off x="290368" y="1455504"/>
          <a:ext cx="11471904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11984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578298016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239360781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9FDDC998-92A7-462F-ACCE-11BB0D8C4848}"/>
              </a:ext>
            </a:extLst>
          </p:cNvPr>
          <p:cNvSpPr txBox="1"/>
          <p:nvPr/>
        </p:nvSpPr>
        <p:spPr>
          <a:xfrm>
            <a:off x="2740524" y="1479980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50F73EF-051A-4080-BE1B-17E25D88326F}"/>
              </a:ext>
            </a:extLst>
          </p:cNvPr>
          <p:cNvSpPr txBox="1"/>
          <p:nvPr/>
        </p:nvSpPr>
        <p:spPr>
          <a:xfrm>
            <a:off x="2731890" y="2055880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4EDD7F0-A37A-42D5-AA85-DA6F6ECFC9CC}"/>
              </a:ext>
            </a:extLst>
          </p:cNvPr>
          <p:cNvSpPr txBox="1"/>
          <p:nvPr/>
        </p:nvSpPr>
        <p:spPr>
          <a:xfrm>
            <a:off x="1594213" y="2951976"/>
            <a:ext cx="861390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To compute Kurtosis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BBCC5A1-AD89-4B75-8893-C31FDF78DDFA}"/>
              </a:ext>
            </a:extLst>
          </p:cNvPr>
          <p:cNvSpPr txBox="1"/>
          <p:nvPr/>
        </p:nvSpPr>
        <p:spPr>
          <a:xfrm>
            <a:off x="725846" y="1482652"/>
            <a:ext cx="104190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i="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  <a:cs typeface="Shruti" panose="020B0502040204020203" pitchFamily="34" charset="0"/>
              </a:rPr>
              <a:t>x</a:t>
            </a:r>
            <a:endParaRPr lang="en-IN" sz="2800" dirty="0">
              <a:solidFill>
                <a:schemeClr val="bg2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45DEFA-85DB-44FF-8A29-A982056C0EDB}"/>
              </a:ext>
            </a:extLst>
          </p:cNvPr>
          <p:cNvSpPr txBox="1"/>
          <p:nvPr/>
        </p:nvSpPr>
        <p:spPr>
          <a:xfrm>
            <a:off x="725846" y="2052744"/>
            <a:ext cx="104190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  <a:cs typeface="Shruti" panose="020B0502040204020203" pitchFamily="34" charset="0"/>
              </a:rPr>
              <a:t>f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87B20-3416-47BE-9C15-3A926B4F4688}"/>
              </a:ext>
            </a:extLst>
          </p:cNvPr>
          <p:cNvSpPr txBox="1"/>
          <p:nvPr/>
        </p:nvSpPr>
        <p:spPr>
          <a:xfrm>
            <a:off x="4662542" y="14826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8952009-0A79-4F52-B51B-AB78818EF80F}"/>
              </a:ext>
            </a:extLst>
          </p:cNvPr>
          <p:cNvSpPr txBox="1"/>
          <p:nvPr/>
        </p:nvSpPr>
        <p:spPr>
          <a:xfrm>
            <a:off x="6558656" y="14826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B7E1488-FECC-4A58-97C1-DA8B214BE8CE}"/>
              </a:ext>
            </a:extLst>
          </p:cNvPr>
          <p:cNvSpPr txBox="1"/>
          <p:nvPr/>
        </p:nvSpPr>
        <p:spPr>
          <a:xfrm>
            <a:off x="8489309" y="14826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5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34FA565-FB24-46F9-BC2C-E7278FD85A8B}"/>
              </a:ext>
            </a:extLst>
          </p:cNvPr>
          <p:cNvSpPr txBox="1"/>
          <p:nvPr/>
        </p:nvSpPr>
        <p:spPr>
          <a:xfrm>
            <a:off x="4662542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04DA256-2944-4804-B464-C5B032717740}"/>
              </a:ext>
            </a:extLst>
          </p:cNvPr>
          <p:cNvSpPr txBox="1"/>
          <p:nvPr/>
        </p:nvSpPr>
        <p:spPr>
          <a:xfrm>
            <a:off x="6558656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7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58F76AC-927E-4BCD-BCE3-37BEEC7DC006}"/>
              </a:ext>
            </a:extLst>
          </p:cNvPr>
          <p:cNvSpPr txBox="1"/>
          <p:nvPr/>
        </p:nvSpPr>
        <p:spPr>
          <a:xfrm>
            <a:off x="8489309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1594213" y="3875543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3" y="3875543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2056249" y="3623455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6249" y="3623455"/>
                <a:ext cx="1644650" cy="89793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TextBox 41">
            <a:extLst>
              <a:ext uri="{FF2B5EF4-FFF2-40B4-BE49-F238E27FC236}">
                <a16:creationId xmlns:a16="http://schemas.microsoft.com/office/drawing/2014/main" id="{185E5959-A273-4F54-AE60-640B68556BD0}"/>
              </a:ext>
            </a:extLst>
          </p:cNvPr>
          <p:cNvSpPr txBox="1"/>
          <p:nvPr/>
        </p:nvSpPr>
        <p:spPr>
          <a:xfrm>
            <a:off x="1594213" y="4776385"/>
            <a:ext cx="117946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Where,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F37DB2B-3981-4096-A413-757B3C328E7D}"/>
                  </a:ext>
                </a:extLst>
              </p:cNvPr>
              <p:cNvSpPr txBox="1"/>
              <p:nvPr/>
            </p:nvSpPr>
            <p:spPr>
              <a:xfrm>
                <a:off x="2680723" y="4776385"/>
                <a:ext cx="47556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US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are second and fourth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F37DB2B-3981-4096-A413-757B3C328E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80723" y="4776385"/>
                <a:ext cx="4755637" cy="523220"/>
              </a:xfrm>
              <a:prstGeom prst="rect">
                <a:avLst/>
              </a:prstGeom>
              <a:blipFill>
                <a:blip r:embed="rId5"/>
                <a:stretch>
                  <a:fillRect t="-11765" r="-641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!!MM">
            <a:extLst>
              <a:ext uri="{FF2B5EF4-FFF2-40B4-BE49-F238E27FC236}">
                <a16:creationId xmlns:a16="http://schemas.microsoft.com/office/drawing/2014/main" id="{9EE3A939-48BD-4B09-B709-0F5D817D58C5}"/>
              </a:ext>
            </a:extLst>
          </p:cNvPr>
          <p:cNvSpPr txBox="1"/>
          <p:nvPr/>
        </p:nvSpPr>
        <p:spPr>
          <a:xfrm>
            <a:off x="7350656" y="4776385"/>
            <a:ext cx="336088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moments about mean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860A78A-AD95-451B-A135-1C1971825370}"/>
              </a:ext>
            </a:extLst>
          </p:cNvPr>
          <p:cNvSpPr txBox="1"/>
          <p:nvPr/>
        </p:nvSpPr>
        <p:spPr>
          <a:xfrm>
            <a:off x="10411327" y="14826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6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9ED342D-8AC5-42CE-A0B3-045C5CE85590}"/>
              </a:ext>
            </a:extLst>
          </p:cNvPr>
          <p:cNvSpPr txBox="1"/>
          <p:nvPr/>
        </p:nvSpPr>
        <p:spPr>
          <a:xfrm>
            <a:off x="10411327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3250911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8" grpId="0"/>
      <p:bldP spid="40" grpId="0"/>
      <p:bldP spid="41" grpId="0"/>
      <p:bldP spid="42" grpId="0"/>
      <p:bldP spid="43" grpId="0"/>
      <p:bldP spid="45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1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10085314" y="5954944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85314" y="5954944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10547350" y="5702856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47350" y="5702856"/>
                <a:ext cx="1644650" cy="89793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!!MM">
            <a:extLst>
              <a:ext uri="{FF2B5EF4-FFF2-40B4-BE49-F238E27FC236}">
                <a16:creationId xmlns:a16="http://schemas.microsoft.com/office/drawing/2014/main" id="{14182449-8FA8-4969-B8E2-A5863532C97C}"/>
              </a:ext>
            </a:extLst>
          </p:cNvPr>
          <p:cNvSpPr txBox="1"/>
          <p:nvPr/>
        </p:nvSpPr>
        <p:spPr>
          <a:xfrm>
            <a:off x="137160" y="69596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6" name="Table 25">
                <a:extLst>
                  <a:ext uri="{FF2B5EF4-FFF2-40B4-BE49-F238E27FC236}">
                    <a16:creationId xmlns:a16="http://schemas.microsoft.com/office/drawing/2014/main" id="{0DE56326-9F37-403C-89AD-25B44559B23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918748" y="1272380"/>
              <a:ext cx="10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bar>
                                  <m:barPr>
                                    <m:pos m:val="top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bar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</m:ba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6" name="Table 25">
                <a:extLst>
                  <a:ext uri="{FF2B5EF4-FFF2-40B4-BE49-F238E27FC236}">
                    <a16:creationId xmlns:a16="http://schemas.microsoft.com/office/drawing/2014/main" id="{0DE56326-9F37-403C-89AD-25B44559B23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918748" y="1272380"/>
              <a:ext cx="10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5"/>
                          <a:stretch>
                            <a:fillRect l="-559" t="-1124" r="-1676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545628005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7" name="Table 26">
                <a:extLst>
                  <a:ext uri="{FF2B5EF4-FFF2-40B4-BE49-F238E27FC236}">
                    <a16:creationId xmlns:a16="http://schemas.microsoft.com/office/drawing/2014/main" id="{752C5C68-C952-48E9-8BA1-BBAEB77D132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998748" y="127238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7" name="Table 26">
                <a:extLst>
                  <a:ext uri="{FF2B5EF4-FFF2-40B4-BE49-F238E27FC236}">
                    <a16:creationId xmlns:a16="http://schemas.microsoft.com/office/drawing/2014/main" id="{752C5C68-C952-48E9-8BA1-BBAEB77D132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998748" y="127238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615" t="-1124" r="-923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1" name="Table 30">
                <a:extLst>
                  <a:ext uri="{FF2B5EF4-FFF2-40B4-BE49-F238E27FC236}">
                    <a16:creationId xmlns:a16="http://schemas.microsoft.com/office/drawing/2014/main" id="{060AC19D-81EC-41FD-A245-6039709D1BD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0076" y="127238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1" name="Table 30">
                <a:extLst>
                  <a:ext uri="{FF2B5EF4-FFF2-40B4-BE49-F238E27FC236}">
                    <a16:creationId xmlns:a16="http://schemas.microsoft.com/office/drawing/2014/main" id="{060AC19D-81EC-41FD-A245-6039709D1BD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0076" y="1272381"/>
              <a:ext cx="690154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690154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7"/>
                          <a:stretch>
                            <a:fillRect l="-1754" t="-1124" r="-2632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3" name="Table 32">
                <a:extLst>
                  <a:ext uri="{FF2B5EF4-FFF2-40B4-BE49-F238E27FC236}">
                    <a16:creationId xmlns:a16="http://schemas.microsoft.com/office/drawing/2014/main" id="{3E4EB2C0-0638-4198-AFC5-44F5AC6FD15B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978691" y="127238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3" name="Table 32">
                <a:extLst>
                  <a:ext uri="{FF2B5EF4-FFF2-40B4-BE49-F238E27FC236}">
                    <a16:creationId xmlns:a16="http://schemas.microsoft.com/office/drawing/2014/main" id="{3E4EB2C0-0638-4198-AFC5-44F5AC6FD15B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6978691" y="1272381"/>
              <a:ext cx="1980000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8"/>
                          <a:stretch>
                            <a:fillRect l="-307" t="-1124" r="-920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905740318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DAF33C0F-E917-4A6A-821B-8AB632A4203D}"/>
                  </a:ext>
                </a:extLst>
              </p:cNvPr>
              <p:cNvSpPr/>
              <p:nvPr/>
            </p:nvSpPr>
            <p:spPr>
              <a:xfrm>
                <a:off x="-6038" y="182839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DAF33C0F-E917-4A6A-821B-8AB632A4203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1828395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36AF2234-758D-482E-8498-9F60A6189823}"/>
                  </a:ext>
                </a:extLst>
              </p:cNvPr>
              <p:cNvSpPr/>
              <p:nvPr/>
            </p:nvSpPr>
            <p:spPr>
              <a:xfrm>
                <a:off x="-6038" y="235339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36AF2234-758D-482E-8498-9F60A61898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353392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BE262AC-ACBF-490F-A8DF-D2C57959D603}"/>
                  </a:ext>
                </a:extLst>
              </p:cNvPr>
              <p:cNvSpPr/>
              <p:nvPr/>
            </p:nvSpPr>
            <p:spPr>
              <a:xfrm>
                <a:off x="-6038" y="287838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BE262AC-ACBF-490F-A8DF-D2C57959D60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2878389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C9F22906-8614-41AF-A73C-3980F5F5FA75}"/>
                  </a:ext>
                </a:extLst>
              </p:cNvPr>
              <p:cNvSpPr/>
              <p:nvPr/>
            </p:nvSpPr>
            <p:spPr>
              <a:xfrm>
                <a:off x="-6038" y="340338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C9F22906-8614-41AF-A73C-3980F5F5FA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3403386"/>
                <a:ext cx="792000" cy="52200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AF6A4C3C-A057-47E6-8598-FF9F670807F6}"/>
                  </a:ext>
                </a:extLst>
              </p:cNvPr>
              <p:cNvSpPr/>
              <p:nvPr/>
            </p:nvSpPr>
            <p:spPr>
              <a:xfrm>
                <a:off x="-6038" y="391285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AF6A4C3C-A057-47E6-8598-FF9F670807F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038" y="3912853"/>
                <a:ext cx="792000" cy="52200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3FAC994C-DA70-40EB-A332-B56624900B35}"/>
                  </a:ext>
                </a:extLst>
              </p:cNvPr>
              <p:cNvSpPr/>
              <p:nvPr/>
            </p:nvSpPr>
            <p:spPr>
              <a:xfrm>
                <a:off x="4074434" y="1830172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3FAC994C-DA70-40EB-A332-B56624900B3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74434" y="1830172"/>
                <a:ext cx="737655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5564EB04-7C28-4C39-8075-053DED7E0135}"/>
                  </a:ext>
                </a:extLst>
              </p:cNvPr>
              <p:cNvSpPr/>
              <p:nvPr/>
            </p:nvSpPr>
            <p:spPr>
              <a:xfrm>
                <a:off x="4074434" y="2353671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5564EB04-7C28-4C39-8075-053DED7E013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74434" y="2353671"/>
                <a:ext cx="737655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85166AE0-DAE2-4307-939F-9222679827BD}"/>
                  </a:ext>
                </a:extLst>
              </p:cNvPr>
              <p:cNvSpPr/>
              <p:nvPr/>
            </p:nvSpPr>
            <p:spPr>
              <a:xfrm>
                <a:off x="4074434" y="2877170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85166AE0-DAE2-4307-939F-9222679827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74434" y="2877170"/>
                <a:ext cx="737655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17B6AAC4-64BA-4B6B-9279-59646A845D13}"/>
                  </a:ext>
                </a:extLst>
              </p:cNvPr>
              <p:cNvSpPr/>
              <p:nvPr/>
            </p:nvSpPr>
            <p:spPr>
              <a:xfrm>
                <a:off x="4074434" y="3400669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17B6AAC4-64BA-4B6B-9279-59646A845D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74434" y="3400669"/>
                <a:ext cx="737655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AF71C5D-6039-4FCF-80DE-B1B8F3527270}"/>
                  </a:ext>
                </a:extLst>
              </p:cNvPr>
              <p:cNvSpPr/>
              <p:nvPr/>
            </p:nvSpPr>
            <p:spPr>
              <a:xfrm>
                <a:off x="4074434" y="3912243"/>
                <a:ext cx="737655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9AF71C5D-6039-4FCF-80DE-B1B8F352727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74434" y="3912243"/>
                <a:ext cx="737655" cy="52322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EC6CFA52-6584-4F75-AB55-FAB9262ED7BC}"/>
                  </a:ext>
                </a:extLst>
              </p:cNvPr>
              <p:cNvSpPr/>
              <p:nvPr/>
            </p:nvSpPr>
            <p:spPr>
              <a:xfrm>
                <a:off x="5419856" y="1831217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EC6CFA52-6584-4F75-AB55-FAB9262ED7B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19856" y="1831217"/>
                <a:ext cx="1080000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91A6DEBB-DC85-4F8C-AF21-5F6C6EA2760E}"/>
                  </a:ext>
                </a:extLst>
              </p:cNvPr>
              <p:cNvSpPr/>
              <p:nvPr/>
            </p:nvSpPr>
            <p:spPr>
              <a:xfrm>
                <a:off x="5419856" y="2351550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91A6DEBB-DC85-4F8C-AF21-5F6C6EA2760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19856" y="2351550"/>
                <a:ext cx="1080000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D0095FD2-88D0-4D3A-9122-7B426835A7C1}"/>
                  </a:ext>
                </a:extLst>
              </p:cNvPr>
              <p:cNvSpPr/>
              <p:nvPr/>
            </p:nvSpPr>
            <p:spPr>
              <a:xfrm>
                <a:off x="5419856" y="287188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D0095FD2-88D0-4D3A-9122-7B426835A7C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19856" y="2871883"/>
                <a:ext cx="1080000" cy="523220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3B8A90D9-75B3-4CEC-8F29-DD6F8F6A18F3}"/>
                  </a:ext>
                </a:extLst>
              </p:cNvPr>
              <p:cNvSpPr/>
              <p:nvPr/>
            </p:nvSpPr>
            <p:spPr>
              <a:xfrm>
                <a:off x="5419856" y="3392215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3B8A90D9-75B3-4CEC-8F29-DD6F8F6A18F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19856" y="3392215"/>
                <a:ext cx="1080000" cy="52322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4191918D-4968-4465-B11D-C913E0A865C3}"/>
                  </a:ext>
                </a:extLst>
              </p:cNvPr>
              <p:cNvSpPr/>
              <p:nvPr/>
            </p:nvSpPr>
            <p:spPr>
              <a:xfrm>
                <a:off x="5419856" y="391224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4191918D-4968-4465-B11D-C913E0A865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19856" y="3912243"/>
                <a:ext cx="1080000" cy="52322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A1D79C37-E719-4364-9354-1248B668BE71}"/>
                  </a:ext>
                </a:extLst>
              </p:cNvPr>
              <p:cNvSpPr/>
              <p:nvPr/>
            </p:nvSpPr>
            <p:spPr>
              <a:xfrm>
                <a:off x="7446476" y="1828402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A1D79C37-E719-4364-9354-1248B668BE7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6476" y="1828402"/>
                <a:ext cx="1080000" cy="52322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BD8CFEB6-0F0F-4E48-B4EF-58E0726EBA86}"/>
                  </a:ext>
                </a:extLst>
              </p:cNvPr>
              <p:cNvSpPr/>
              <p:nvPr/>
            </p:nvSpPr>
            <p:spPr>
              <a:xfrm>
                <a:off x="7446476" y="2352274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BD8CFEB6-0F0F-4E48-B4EF-58E0726EBA8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6476" y="2352274"/>
                <a:ext cx="1080000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74BA852-2EEE-481E-BEE2-596AC7FC71B8}"/>
                  </a:ext>
                </a:extLst>
              </p:cNvPr>
              <p:cNvSpPr/>
              <p:nvPr/>
            </p:nvSpPr>
            <p:spPr>
              <a:xfrm>
                <a:off x="7446476" y="2876146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474BA852-2EEE-481E-BEE2-596AC7FC71B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6476" y="2876146"/>
                <a:ext cx="1080000" cy="52322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F3891F1D-DF16-4157-A4CD-4C3CB4D2F2DA}"/>
                  </a:ext>
                </a:extLst>
              </p:cNvPr>
              <p:cNvSpPr/>
              <p:nvPr/>
            </p:nvSpPr>
            <p:spPr>
              <a:xfrm>
                <a:off x="7446476" y="3400018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F3891F1D-DF16-4157-A4CD-4C3CB4D2F2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6476" y="3400018"/>
                <a:ext cx="1080000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122069-187F-4DB0-8AC0-FA128D485F6E}"/>
                  </a:ext>
                </a:extLst>
              </p:cNvPr>
              <p:cNvSpPr/>
              <p:nvPr/>
            </p:nvSpPr>
            <p:spPr>
              <a:xfrm>
                <a:off x="7446476" y="3923889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7122069-187F-4DB0-8AC0-FA128D485F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6476" y="3923889"/>
                <a:ext cx="1080000" cy="52322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791BAFED-0E5E-4898-BB16-CA51C2F9676B}"/>
                  </a:ext>
                </a:extLst>
              </p:cNvPr>
              <p:cNvSpPr txBox="1"/>
              <p:nvPr/>
            </p:nvSpPr>
            <p:spPr>
              <a:xfrm>
                <a:off x="4822364" y="435895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791BAFED-0E5E-4898-BB16-CA51C2F967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22364" y="4358958"/>
                <a:ext cx="2376000" cy="1356012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DF255DEF-DCD9-4455-B244-190CC8B44174}"/>
                  </a:ext>
                </a:extLst>
              </p:cNvPr>
              <p:cNvSpPr txBox="1"/>
              <p:nvPr/>
            </p:nvSpPr>
            <p:spPr>
              <a:xfrm>
                <a:off x="6816044" y="4358958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38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DF255DEF-DCD9-4455-B244-190CC8B441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16044" y="4358958"/>
                <a:ext cx="2376000" cy="1356012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3" name="Table 72">
                <a:extLst>
                  <a:ext uri="{FF2B5EF4-FFF2-40B4-BE49-F238E27FC236}">
                    <a16:creationId xmlns:a16="http://schemas.microsoft.com/office/drawing/2014/main" id="{6C651C00-6FDA-406B-8947-64CC8D0F0F0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38113" y="1272381"/>
              <a:ext cx="1701707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70170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3" name="Table 72">
                <a:extLst>
                  <a:ext uri="{FF2B5EF4-FFF2-40B4-BE49-F238E27FC236}">
                    <a16:creationId xmlns:a16="http://schemas.microsoft.com/office/drawing/2014/main" id="{6C651C00-6FDA-406B-8947-64CC8D0F0F0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38113" y="1272381"/>
              <a:ext cx="1701707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70170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1"/>
                          <a:stretch>
                            <a:fillRect l="-714" t="-1124" r="-1071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8708B94-074A-476A-B4CA-EA533705BE7B}"/>
                  </a:ext>
                </a:extLst>
              </p:cNvPr>
              <p:cNvSpPr/>
              <p:nvPr/>
            </p:nvSpPr>
            <p:spPr>
              <a:xfrm>
                <a:off x="1215605" y="182839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D8708B94-074A-476A-B4CA-EA533705BE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5605" y="1828395"/>
                <a:ext cx="792000" cy="52200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4954E49B-E1C8-4958-99D1-12AE0799BB2F}"/>
                  </a:ext>
                </a:extLst>
              </p:cNvPr>
              <p:cNvSpPr/>
              <p:nvPr/>
            </p:nvSpPr>
            <p:spPr>
              <a:xfrm>
                <a:off x="1215605" y="235339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4954E49B-E1C8-4958-99D1-12AE0799BB2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5605" y="2353392"/>
                <a:ext cx="792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28A4A308-ACE4-4EF5-AA29-EFA88F0799FF}"/>
                  </a:ext>
                </a:extLst>
              </p:cNvPr>
              <p:cNvSpPr/>
              <p:nvPr/>
            </p:nvSpPr>
            <p:spPr>
              <a:xfrm>
                <a:off x="1215605" y="287838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28A4A308-ACE4-4EF5-AA29-EFA88F0799F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5605" y="2878389"/>
                <a:ext cx="792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14DA837E-94DC-4CEF-93F5-5533C72DFB57}"/>
                  </a:ext>
                </a:extLst>
              </p:cNvPr>
              <p:cNvSpPr/>
              <p:nvPr/>
            </p:nvSpPr>
            <p:spPr>
              <a:xfrm>
                <a:off x="1215605" y="340338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14DA837E-94DC-4CEF-93F5-5533C72DFB5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5605" y="3403386"/>
                <a:ext cx="792000" cy="52200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6AFF5807-2B40-43CC-96C4-87B360856D82}"/>
                  </a:ext>
                </a:extLst>
              </p:cNvPr>
              <p:cNvSpPr/>
              <p:nvPr/>
            </p:nvSpPr>
            <p:spPr>
              <a:xfrm>
                <a:off x="1215605" y="391285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6AFF5807-2B40-43CC-96C4-87B360856D8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5605" y="3912853"/>
                <a:ext cx="792000" cy="52200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6" name="Table 85">
                <a:extLst>
                  <a:ext uri="{FF2B5EF4-FFF2-40B4-BE49-F238E27FC236}">
                    <a16:creationId xmlns:a16="http://schemas.microsoft.com/office/drawing/2014/main" id="{F2DA360A-B394-4775-BA05-C17B7CDED10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439820" y="1272381"/>
              <a:ext cx="1477312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7731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6" name="Table 85">
                <a:extLst>
                  <a:ext uri="{FF2B5EF4-FFF2-40B4-BE49-F238E27FC236}">
                    <a16:creationId xmlns:a16="http://schemas.microsoft.com/office/drawing/2014/main" id="{F2DA360A-B394-4775-BA05-C17B7CDED10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439820" y="1272381"/>
              <a:ext cx="1477312" cy="4386767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477312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4427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7"/>
                          <a:stretch>
                            <a:fillRect l="-823" t="-1124" r="-1235" b="-713483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22776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23891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7556277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B7243C0E-D3F0-4758-918B-5DF689105BBD}"/>
                  </a:ext>
                </a:extLst>
              </p:cNvPr>
              <p:cNvSpPr/>
              <p:nvPr/>
            </p:nvSpPr>
            <p:spPr>
              <a:xfrm>
                <a:off x="2777935" y="1828395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B7243C0E-D3F0-4758-918B-5DF689105B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7935" y="1828395"/>
                <a:ext cx="792000" cy="52200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2FB1401-6FF7-4DF7-8123-218F767E339A}"/>
                  </a:ext>
                </a:extLst>
              </p:cNvPr>
              <p:cNvSpPr/>
              <p:nvPr/>
            </p:nvSpPr>
            <p:spPr>
              <a:xfrm>
                <a:off x="2777935" y="235339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9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32FB1401-6FF7-4DF7-8123-218F767E33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7935" y="2353392"/>
                <a:ext cx="792000" cy="52200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3A5646CD-73FD-4BD6-BAC6-BD65EFD8BE4B}"/>
                  </a:ext>
                </a:extLst>
              </p:cNvPr>
              <p:cNvSpPr/>
              <p:nvPr/>
            </p:nvSpPr>
            <p:spPr>
              <a:xfrm>
                <a:off x="2777935" y="287838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28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3A5646CD-73FD-4BD6-BAC6-BD65EFD8BE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7935" y="2878389"/>
                <a:ext cx="792000" cy="52200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2727DF65-E218-4084-BC96-B2ADF4D8DF13}"/>
                  </a:ext>
                </a:extLst>
              </p:cNvPr>
              <p:cNvSpPr/>
              <p:nvPr/>
            </p:nvSpPr>
            <p:spPr>
              <a:xfrm>
                <a:off x="2777935" y="3403386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2727DF65-E218-4084-BC96-B2ADF4D8DF1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7935" y="3403386"/>
                <a:ext cx="792000" cy="52200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A19C4184-7DBC-4CD1-9F43-3EE5797C0B22}"/>
                  </a:ext>
                </a:extLst>
              </p:cNvPr>
              <p:cNvSpPr/>
              <p:nvPr/>
            </p:nvSpPr>
            <p:spPr>
              <a:xfrm>
                <a:off x="2777935" y="391285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A19C4184-7DBC-4CD1-9F43-3EE5797C0B2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7935" y="3912853"/>
                <a:ext cx="792000" cy="52200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790CB75B-EC27-4BC1-9FB3-27E1CE2AA1F0}"/>
                  </a:ext>
                </a:extLst>
              </p:cNvPr>
              <p:cNvSpPr txBox="1"/>
              <p:nvPr/>
            </p:nvSpPr>
            <p:spPr>
              <a:xfrm>
                <a:off x="2335962" y="4358958"/>
                <a:ext cx="1691654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60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790CB75B-EC27-4BC1-9FB3-27E1CE2AA1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5962" y="4358958"/>
                <a:ext cx="1691654" cy="1356012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F73E106B-9ED6-457D-88F7-57B397FC7BC2}"/>
                  </a:ext>
                </a:extLst>
              </p:cNvPr>
              <p:cNvSpPr txBox="1"/>
              <p:nvPr/>
            </p:nvSpPr>
            <p:spPr>
              <a:xfrm>
                <a:off x="10081718" y="1835590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F73E106B-9ED6-457D-88F7-57B397FC7B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81718" y="1835590"/>
                <a:ext cx="401439" cy="523220"/>
              </a:xfrm>
              <a:prstGeom prst="rect">
                <a:avLst/>
              </a:prstGeom>
              <a:blipFill>
                <a:blip r:embed="rId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CB1E2476-4519-47DC-B96A-CE5775287B09}"/>
                  </a:ext>
                </a:extLst>
              </p:cNvPr>
              <p:cNvSpPr txBox="1"/>
              <p:nvPr/>
            </p:nvSpPr>
            <p:spPr>
              <a:xfrm>
                <a:off x="10483157" y="2728211"/>
                <a:ext cx="1570988" cy="8728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7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60 </m:t>
                          </m:r>
                        </m:num>
                        <m:den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15</m:t>
                          </m:r>
                        </m:den>
                      </m:f>
                    </m:oMath>
                  </m:oMathPara>
                </a14:m>
                <a:endParaRPr lang="en-US" sz="27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CB1E2476-4519-47DC-B96A-CE5775287B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83157" y="2728211"/>
                <a:ext cx="1570988" cy="872868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5B4CD5C8-3172-4027-B26B-D5115B0DD256}"/>
                  </a:ext>
                </a:extLst>
              </p:cNvPr>
              <p:cNvSpPr txBox="1"/>
              <p:nvPr/>
            </p:nvSpPr>
            <p:spPr>
              <a:xfrm>
                <a:off x="10483157" y="3794211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5B4CD5C8-3172-4027-B26B-D5115B0DD2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83157" y="3794211"/>
                <a:ext cx="988054" cy="523220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2C71B94-886D-49C4-8197-7F368D834EB1}"/>
                  </a:ext>
                </a:extLst>
              </p:cNvPr>
              <p:cNvSpPr txBox="1"/>
              <p:nvPr/>
            </p:nvSpPr>
            <p:spPr>
              <a:xfrm>
                <a:off x="10483157" y="1635922"/>
                <a:ext cx="1570988" cy="8991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5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5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5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5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5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5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5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5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5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5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5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5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5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US" sz="25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2C71B94-886D-49C4-8197-7F368D834E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83157" y="1635922"/>
                <a:ext cx="1570988" cy="899157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3983C407-0862-45F5-A56A-17DD3EF26238}"/>
                  </a:ext>
                </a:extLst>
              </p:cNvPr>
              <p:cNvSpPr txBox="1"/>
              <p:nvPr/>
            </p:nvSpPr>
            <p:spPr>
              <a:xfrm>
                <a:off x="736497" y="4543624"/>
                <a:ext cx="1691654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3983C407-0862-45F5-A56A-17DD3EF262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6497" y="4543624"/>
                <a:ext cx="1691654" cy="986680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64599622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5" grpId="0"/>
      <p:bldP spid="66" grpId="0"/>
      <p:bldP spid="67" grpId="0"/>
      <p:bldP spid="68" grpId="0"/>
      <p:bldP spid="69" grpId="0"/>
      <p:bldP spid="70" grpId="0"/>
      <p:bldP spid="72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1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8886708" y="1717596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86708" y="1717596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9348744" y="1465508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4" y="1465508"/>
                <a:ext cx="1644650" cy="89793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/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/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!!MM">
            <a:extLst>
              <a:ext uri="{FF2B5EF4-FFF2-40B4-BE49-F238E27FC236}">
                <a16:creationId xmlns:a16="http://schemas.microsoft.com/office/drawing/2014/main" id="{5873ADFB-8F45-413F-AC2A-453777EBF0B7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03AA9E7-B42E-4F69-83CF-90FC7C21E00A}"/>
                  </a:ext>
                </a:extLst>
              </p:cNvPr>
              <p:cNvSpPr txBox="1"/>
              <p:nvPr/>
            </p:nvSpPr>
            <p:spPr>
              <a:xfrm>
                <a:off x="351066" y="1468939"/>
                <a:ext cx="2968618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nn-NO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14</m:t>
                      </m:r>
                    </m:oMath>
                  </m:oMathPara>
                </a14:m>
                <a:endParaRPr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03AA9E7-B42E-4F69-83CF-90FC7C21E0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1468939"/>
                <a:ext cx="2968618" cy="106125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86FB582-5FD3-4EDD-A0C1-6ADF7521EBE1}"/>
                  </a:ext>
                </a:extLst>
              </p:cNvPr>
              <p:cNvSpPr txBox="1"/>
              <p:nvPr/>
            </p:nvSpPr>
            <p:spPr>
              <a:xfrm>
                <a:off x="4348107" y="1506225"/>
                <a:ext cx="3325082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38</m:t>
                      </m:r>
                    </m:oMath>
                  </m:oMathPara>
                </a14:m>
                <a:endParaRPr sz="26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86FB582-5FD3-4EDD-A0C1-6ADF7521EB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1506225"/>
                <a:ext cx="3325082" cy="106125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640084C-57C0-4D55-9180-FD9AFB995387}"/>
                  </a:ext>
                </a:extLst>
              </p:cNvPr>
              <p:cNvSpPr txBox="1"/>
              <p:nvPr/>
            </p:nvSpPr>
            <p:spPr>
              <a:xfrm>
                <a:off x="351066" y="2687245"/>
                <a:ext cx="3325069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640084C-57C0-4D55-9180-FD9AFB9953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2687245"/>
                <a:ext cx="3325069" cy="102752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E093A89-967F-4DD8-8E2E-F6DC9CD863E0}"/>
                  </a:ext>
                </a:extLst>
              </p:cNvPr>
              <p:cNvSpPr txBox="1"/>
              <p:nvPr/>
            </p:nvSpPr>
            <p:spPr>
              <a:xfrm>
                <a:off x="351066" y="3909110"/>
                <a:ext cx="1953455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14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5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E093A89-967F-4DD8-8E2E-F6DC9CD863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3909110"/>
                <a:ext cx="1953455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56CD177-E95C-40D0-923F-D8C29B1F4C89}"/>
                  </a:ext>
                </a:extLst>
              </p:cNvPr>
              <p:cNvSpPr txBox="1"/>
              <p:nvPr/>
            </p:nvSpPr>
            <p:spPr>
              <a:xfrm>
                <a:off x="351066" y="5005235"/>
                <a:ext cx="2735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0.9333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56CD177-E95C-40D0-923F-D8C29B1F4C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5005235"/>
                <a:ext cx="273586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58B6869-F96F-4977-BB4D-6B9B951D255A}"/>
                  </a:ext>
                </a:extLst>
              </p:cNvPr>
              <p:cNvSpPr txBox="1"/>
              <p:nvPr/>
            </p:nvSpPr>
            <p:spPr>
              <a:xfrm>
                <a:off x="4348107" y="2687245"/>
                <a:ext cx="3325069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58B6869-F96F-4977-BB4D-6B9B951D25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2687245"/>
                <a:ext cx="3325069" cy="102752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64F5901-708C-4783-AAE7-4EC4A0B6C1D8}"/>
                  </a:ext>
                </a:extLst>
              </p:cNvPr>
              <p:cNvSpPr txBox="1"/>
              <p:nvPr/>
            </p:nvSpPr>
            <p:spPr>
              <a:xfrm>
                <a:off x="4348107" y="3909110"/>
                <a:ext cx="2445062" cy="9185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38 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5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64F5901-708C-4783-AAE7-4EC4A0B6C1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3909110"/>
                <a:ext cx="2445062" cy="9185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5943C55-5909-46E1-B6DC-FEA9FEDA0972}"/>
                  </a:ext>
                </a:extLst>
              </p:cNvPr>
              <p:cNvSpPr txBox="1"/>
              <p:nvPr/>
            </p:nvSpPr>
            <p:spPr>
              <a:xfrm>
                <a:off x="4348107" y="5005235"/>
                <a:ext cx="2125026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i="1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2.5333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5943C55-5909-46E1-B6DC-FEA9FEDA09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5005235"/>
                <a:ext cx="2125026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5E885A95-5907-4D12-A4FB-F874209900BB}"/>
              </a:ext>
            </a:extLst>
          </p:cNvPr>
          <p:cNvCxnSpPr>
            <a:cxnSpLocks/>
          </p:cNvCxnSpPr>
          <p:nvPr/>
        </p:nvCxnSpPr>
        <p:spPr>
          <a:xfrm>
            <a:off x="3989955" y="1544884"/>
            <a:ext cx="0" cy="433977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827D74A6-8E51-4365-8C00-3F61A5A75D46}"/>
              </a:ext>
            </a:extLst>
          </p:cNvPr>
          <p:cNvCxnSpPr>
            <a:cxnSpLocks/>
          </p:cNvCxnSpPr>
          <p:nvPr/>
        </p:nvCxnSpPr>
        <p:spPr>
          <a:xfrm>
            <a:off x="8580116" y="1544884"/>
            <a:ext cx="0" cy="433977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05A7780-06F4-4617-BE9E-8A1732042010}"/>
                  </a:ext>
                </a:extLst>
              </p:cNvPr>
              <p:cNvSpPr txBox="1"/>
              <p:nvPr/>
            </p:nvSpPr>
            <p:spPr>
              <a:xfrm>
                <a:off x="9348743" y="2687245"/>
                <a:ext cx="2492191" cy="98700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.5333</m:t>
                          </m:r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.9333</m:t>
                                  </m:r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05A7780-06F4-4617-BE9E-8A17320420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2687245"/>
                <a:ext cx="2492191" cy="987001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0D67C96-9DF8-4E17-80FA-9CE1106E2BBB}"/>
                  </a:ext>
                </a:extLst>
              </p:cNvPr>
              <p:cNvSpPr txBox="1"/>
              <p:nvPr/>
            </p:nvSpPr>
            <p:spPr>
              <a:xfrm>
                <a:off x="9348743" y="3846303"/>
                <a:ext cx="2492191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2.5333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0.8710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0D67C96-9DF8-4E17-80FA-9CE1106E2B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3846303"/>
                <a:ext cx="2492191" cy="90178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7DEAC18-2F7D-4608-92F4-AF26B83104F6}"/>
                  </a:ext>
                </a:extLst>
              </p:cNvPr>
              <p:cNvSpPr txBox="1"/>
              <p:nvPr/>
            </p:nvSpPr>
            <p:spPr>
              <a:xfrm>
                <a:off x="9348744" y="5077562"/>
                <a:ext cx="17145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2.9085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7DEAC18-2F7D-4608-92F4-AF26B83104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4" y="5077562"/>
                <a:ext cx="171455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FD95E7A-3911-4D28-88D6-1DEDB56FC56C}"/>
                  </a:ext>
                </a:extLst>
              </p:cNvPr>
              <p:cNvSpPr txBox="1"/>
              <p:nvPr/>
            </p:nvSpPr>
            <p:spPr>
              <a:xfrm>
                <a:off x="5050571" y="647261"/>
                <a:ext cx="1691654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FD95E7A-3911-4D28-88D6-1DEDB56FC5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50571" y="647261"/>
                <a:ext cx="1691654" cy="98668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9C1B07F5-7D28-4F58-AE4D-89571746ACFA}"/>
              </a:ext>
            </a:extLst>
          </p:cNvPr>
          <p:cNvSpPr/>
          <p:nvPr/>
        </p:nvSpPr>
        <p:spPr>
          <a:xfrm>
            <a:off x="9348742" y="5083268"/>
            <a:ext cx="1652505" cy="492163"/>
          </a:xfrm>
          <a:prstGeom prst="roundRect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4FC71D71-FA0D-4075-9195-96B9BEAA4FFF}"/>
                  </a:ext>
                </a:extLst>
              </p:cNvPr>
              <p:cNvSpPr txBox="1"/>
              <p:nvPr/>
            </p:nvSpPr>
            <p:spPr>
              <a:xfrm>
                <a:off x="11063293" y="5077562"/>
                <a:ext cx="823361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IN" sz="280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4FC71D71-FA0D-4075-9195-96B9BEAA4F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63293" y="5077562"/>
                <a:ext cx="823361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E985025-E591-4172-BAD5-161DA81A5E5D}"/>
                  </a:ext>
                </a:extLst>
              </p:cNvPr>
              <p:cNvSpPr txBox="1"/>
              <p:nvPr/>
            </p:nvSpPr>
            <p:spPr>
              <a:xfrm>
                <a:off x="1859282" y="5949129"/>
                <a:ext cx="216286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800" dirty="0">
                    <a:solidFill>
                      <a:srgbClr val="002060"/>
                    </a:solidFill>
                  </a:rPr>
                  <a:t>Since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GB" sz="2800" i="1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GB" sz="2800" i="0" dirty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β</m:t>
                        </m:r>
                      </m:e>
                      <m:sub>
                        <m:r>
                          <a:rPr lang="en-GB" sz="2800" i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GB" sz="2800" i="0" dirty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&lt;3</m:t>
                    </m:r>
                  </m:oMath>
                </a14:m>
                <a:r>
                  <a:rPr lang="en-GB" sz="2800" dirty="0">
                    <a:solidFill>
                      <a:srgbClr val="002060"/>
                    </a:solidFill>
                  </a:rPr>
                  <a:t>, 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E985025-E591-4172-BAD5-161DA81A5E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59282" y="5949129"/>
                <a:ext cx="2162863" cy="523220"/>
              </a:xfrm>
              <a:prstGeom prst="rect">
                <a:avLst/>
              </a:prstGeom>
              <a:blipFill>
                <a:blip r:embed="rId20"/>
                <a:stretch>
                  <a:fillRect l="-5634" t="-11628" r="-7042" b="-3255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TextBox 24">
            <a:extLst>
              <a:ext uri="{FF2B5EF4-FFF2-40B4-BE49-F238E27FC236}">
                <a16:creationId xmlns:a16="http://schemas.microsoft.com/office/drawing/2014/main" id="{B696D01A-EF24-4AB2-94D2-C8934277D9D3}"/>
              </a:ext>
            </a:extLst>
          </p:cNvPr>
          <p:cNvSpPr txBox="1"/>
          <p:nvPr/>
        </p:nvSpPr>
        <p:spPr>
          <a:xfrm>
            <a:off x="4022145" y="5949129"/>
            <a:ext cx="513709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800" dirty="0">
                <a:solidFill>
                  <a:srgbClr val="002060"/>
                </a:solidFill>
              </a:rPr>
              <a:t>the distribution is </a:t>
            </a:r>
            <a:r>
              <a:rPr lang="en-GB" sz="2800" b="1" dirty="0">
                <a:solidFill>
                  <a:srgbClr val="FF0000"/>
                </a:solidFill>
              </a:rPr>
              <a:t>platykurtic</a:t>
            </a:r>
            <a:r>
              <a:rPr lang="en-GB" sz="2800" dirty="0">
                <a:solidFill>
                  <a:srgbClr val="002060"/>
                </a:solidFill>
              </a:rPr>
              <a:t>.</a:t>
            </a:r>
            <a:endParaRPr lang="en-IN" sz="280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5732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6" grpId="0"/>
      <p:bldP spid="47" grpId="0"/>
      <p:bldP spid="60" grpId="0"/>
      <p:bldP spid="62" grpId="0"/>
      <p:bldP spid="94" grpId="0"/>
      <p:bldP spid="95" grpId="0"/>
      <p:bldP spid="96" grpId="0"/>
      <p:bldP spid="3" grpId="0" animBg="1"/>
      <p:bldP spid="23" grpId="0"/>
      <p:bldP spid="24" grpId="0"/>
      <p:bldP spid="25" grpId="0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A8B3DA50-FCAA-CF50-34C8-ADDEC17F5F82}"/>
              </a:ext>
            </a:extLst>
          </p:cNvPr>
          <p:cNvSpPr txBox="1">
            <a:spLocks/>
          </p:cNvSpPr>
          <p:nvPr/>
        </p:nvSpPr>
        <p:spPr>
          <a:xfrm>
            <a:off x="131176" y="834127"/>
            <a:ext cx="11929645" cy="202025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lnSpc>
                <a:spcPct val="120000"/>
              </a:lnSpc>
              <a:spcBef>
                <a:spcPts val="600"/>
              </a:spcBef>
            </a:pPr>
            <a:r>
              <a:rPr lang="en-GB" dirty="0"/>
              <a:t>Find out the kurtosis of the following data:</a:t>
            </a: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2</a:t>
            </a:r>
            <a:endParaRPr lang="en-US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02ED77-3558-8E6E-DD92-16D6BADE450F}"/>
              </a:ext>
            </a:extLst>
          </p:cNvPr>
          <p:cNvSpPr txBox="1">
            <a:spLocks/>
          </p:cNvSpPr>
          <p:nvPr/>
        </p:nvSpPr>
        <p:spPr>
          <a:xfrm>
            <a:off x="131176" y="2977309"/>
            <a:ext cx="1463040" cy="5232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just">
              <a:lnSpc>
                <a:spcPct val="100000"/>
              </a:lnSpc>
              <a:buClr>
                <a:schemeClr val="accent6"/>
              </a:buClr>
              <a:defRPr sz="2800">
                <a:solidFill>
                  <a:schemeClr val="bg1"/>
                </a:solidFill>
              </a:defRPr>
            </a:lvl1pPr>
            <a:lvl2pPr marL="809625" indent="-352425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 3" panose="05040102010807070707" pitchFamily="18" charset="2"/>
              <a:buChar char=""/>
              <a:defRPr sz="2400">
                <a:solidFill>
                  <a:srgbClr val="002060"/>
                </a:solidFill>
              </a:defRPr>
            </a:lvl2pPr>
            <a:lvl3pPr marL="11430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Wingdings" panose="05000000000000000000" pitchFamily="2" charset="2"/>
              <a:buChar char="§"/>
              <a:defRPr sz="2000">
                <a:solidFill>
                  <a:srgbClr val="002060"/>
                </a:solidFill>
              </a:defRPr>
            </a:lvl3pPr>
            <a:lvl4pPr marL="16002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4pPr>
            <a:lvl5pPr marL="2057400" indent="-228600" algn="just">
              <a:lnSpc>
                <a:spcPct val="90000"/>
              </a:lnSpc>
              <a:spcBef>
                <a:spcPts val="500"/>
              </a:spcBef>
              <a:buClr>
                <a:schemeClr val="accent6"/>
              </a:buClr>
              <a:buFont typeface="Arial" panose="020B0604020202020204" pitchFamily="34" charset="0"/>
              <a:buChar char="•"/>
              <a:defRPr>
                <a:solidFill>
                  <a:srgbClr val="002060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Solution:</a:t>
            </a:r>
          </a:p>
        </p:txBody>
      </p:sp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ACC87626-AD47-4255-A944-398EE938C654}"/>
              </a:ext>
            </a:extLst>
          </p:cNvPr>
          <p:cNvGraphicFramePr>
            <a:graphicFrameLocks noGrp="1"/>
          </p:cNvGraphicFramePr>
          <p:nvPr/>
        </p:nvGraphicFramePr>
        <p:xfrm>
          <a:off x="290368" y="1455504"/>
          <a:ext cx="11471904" cy="11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11984">
                  <a:extLst>
                    <a:ext uri="{9D8B030D-6E8A-4147-A177-3AD203B41FA5}">
                      <a16:colId xmlns:a16="http://schemas.microsoft.com/office/drawing/2014/main" val="185101061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1165717943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7830397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264650964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578298016"/>
                    </a:ext>
                  </a:extLst>
                </a:gridCol>
                <a:gridCol w="1911984">
                  <a:extLst>
                    <a:ext uri="{9D8B030D-6E8A-4147-A177-3AD203B41FA5}">
                      <a16:colId xmlns:a16="http://schemas.microsoft.com/office/drawing/2014/main" val="2239360781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199439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IN" sz="2800" b="0" dirty="0">
                        <a:solidFill>
                          <a:schemeClr val="bg2"/>
                        </a:solidFill>
                        <a:effectLst/>
                        <a:uFill>
                          <a:solidFill>
                            <a:srgbClr val="0070C0"/>
                          </a:solidFill>
                        </a:uFill>
                        <a:latin typeface="Cambria Math" panose="02040503050406030204" pitchFamily="18" charset="0"/>
                        <a:ea typeface="Times New Roman" panose="02020603050405020304" pitchFamily="18" charset="0"/>
                        <a:cs typeface="Shruti" panose="020B0502040204020203" pitchFamily="34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9733201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9FDDC998-92A7-462F-ACCE-11BB0D8C4848}"/>
              </a:ext>
            </a:extLst>
          </p:cNvPr>
          <p:cNvSpPr txBox="1"/>
          <p:nvPr/>
        </p:nvSpPr>
        <p:spPr>
          <a:xfrm>
            <a:off x="2416674" y="1479980"/>
            <a:ext cx="147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50F73EF-051A-4080-BE1B-17E25D88326F}"/>
              </a:ext>
            </a:extLst>
          </p:cNvPr>
          <p:cNvSpPr txBox="1"/>
          <p:nvPr/>
        </p:nvSpPr>
        <p:spPr>
          <a:xfrm>
            <a:off x="2731890" y="2055880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4EDD7F0-A37A-42D5-AA85-DA6F6ECFC9CC}"/>
              </a:ext>
            </a:extLst>
          </p:cNvPr>
          <p:cNvSpPr txBox="1"/>
          <p:nvPr/>
        </p:nvSpPr>
        <p:spPr>
          <a:xfrm>
            <a:off x="1594213" y="2951976"/>
            <a:ext cx="861390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To compute Kurtosis</a:t>
            </a:r>
            <a:endParaRPr lang="en-IN" sz="2800" dirty="0">
              <a:solidFill>
                <a:srgbClr val="002060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BBCC5A1-AD89-4B75-8893-C31FDF78DDFA}"/>
              </a:ext>
            </a:extLst>
          </p:cNvPr>
          <p:cNvSpPr txBox="1"/>
          <p:nvPr/>
        </p:nvSpPr>
        <p:spPr>
          <a:xfrm>
            <a:off x="725846" y="1482652"/>
            <a:ext cx="104190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i="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  <a:cs typeface="Shruti" panose="020B0502040204020203" pitchFamily="34" charset="0"/>
              </a:rPr>
              <a:t>Class</a:t>
            </a:r>
            <a:endParaRPr lang="en-IN" sz="2800" dirty="0">
              <a:solidFill>
                <a:schemeClr val="bg2"/>
              </a:solidFill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Cambria Math" panose="02040503050406030204" pitchFamily="18" charset="0"/>
              <a:cs typeface="Shruti" panose="020B0502040204020203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F45DEFA-85DB-44FF-8A29-A982056C0EDB}"/>
              </a:ext>
            </a:extLst>
          </p:cNvPr>
          <p:cNvSpPr txBox="1"/>
          <p:nvPr/>
        </p:nvSpPr>
        <p:spPr>
          <a:xfrm>
            <a:off x="725846" y="2052744"/>
            <a:ext cx="104190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2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Cambria Math" panose="02040503050406030204" pitchFamily="18" charset="0"/>
                <a:cs typeface="Shruti" panose="020B0502040204020203" pitchFamily="34" charset="0"/>
              </a:rPr>
              <a:t>f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87B20-3416-47BE-9C15-3A926B4F4688}"/>
              </a:ext>
            </a:extLst>
          </p:cNvPr>
          <p:cNvSpPr txBox="1"/>
          <p:nvPr/>
        </p:nvSpPr>
        <p:spPr>
          <a:xfrm>
            <a:off x="4338692" y="1482652"/>
            <a:ext cx="147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8952009-0A79-4F52-B51B-AB78818EF80F}"/>
              </a:ext>
            </a:extLst>
          </p:cNvPr>
          <p:cNvSpPr txBox="1"/>
          <p:nvPr/>
        </p:nvSpPr>
        <p:spPr>
          <a:xfrm>
            <a:off x="6234806" y="1482652"/>
            <a:ext cx="147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B7E1488-FECC-4A58-97C1-DA8B214BE8CE}"/>
              </a:ext>
            </a:extLst>
          </p:cNvPr>
          <p:cNvSpPr txBox="1"/>
          <p:nvPr/>
        </p:nvSpPr>
        <p:spPr>
          <a:xfrm>
            <a:off x="8165459" y="1482652"/>
            <a:ext cx="147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34FA565-FB24-46F9-BC2C-E7278FD85A8B}"/>
              </a:ext>
            </a:extLst>
          </p:cNvPr>
          <p:cNvSpPr txBox="1"/>
          <p:nvPr/>
        </p:nvSpPr>
        <p:spPr>
          <a:xfrm>
            <a:off x="4662542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04DA256-2944-4804-B464-C5B032717740}"/>
              </a:ext>
            </a:extLst>
          </p:cNvPr>
          <p:cNvSpPr txBox="1"/>
          <p:nvPr/>
        </p:nvSpPr>
        <p:spPr>
          <a:xfrm>
            <a:off x="6558656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40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58F76AC-927E-4BCD-BCE3-37BEEC7DC006}"/>
              </a:ext>
            </a:extLst>
          </p:cNvPr>
          <p:cNvSpPr txBox="1"/>
          <p:nvPr/>
        </p:nvSpPr>
        <p:spPr>
          <a:xfrm>
            <a:off x="8489309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1594213" y="3875543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4213" y="3875543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2056249" y="3623455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6249" y="3623455"/>
                <a:ext cx="1644650" cy="89793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TextBox 41">
            <a:extLst>
              <a:ext uri="{FF2B5EF4-FFF2-40B4-BE49-F238E27FC236}">
                <a16:creationId xmlns:a16="http://schemas.microsoft.com/office/drawing/2014/main" id="{185E5959-A273-4F54-AE60-640B68556BD0}"/>
              </a:ext>
            </a:extLst>
          </p:cNvPr>
          <p:cNvSpPr txBox="1"/>
          <p:nvPr/>
        </p:nvSpPr>
        <p:spPr>
          <a:xfrm>
            <a:off x="1594213" y="4776385"/>
            <a:ext cx="117946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  <a:latin typeface="+mj-lt"/>
              </a:rPr>
              <a:t>Where,</a:t>
            </a:r>
            <a:endParaRPr lang="en-IN" sz="2800" dirty="0">
              <a:solidFill>
                <a:srgbClr val="00206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F37DB2B-3981-4096-A413-757B3C328E7D}"/>
                  </a:ext>
                </a:extLst>
              </p:cNvPr>
              <p:cNvSpPr txBox="1"/>
              <p:nvPr/>
            </p:nvSpPr>
            <p:spPr>
              <a:xfrm>
                <a:off x="2680723" y="4776385"/>
                <a:ext cx="4755637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en-US" sz="2800" i="1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IN" sz="2800" i="1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280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μ</m:t>
                        </m:r>
                      </m:e>
                      <m:sub>
                        <m:r>
                          <a:rPr lang="en-IN" sz="28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</m:oMath>
                </a14:m>
                <a:r>
                  <a:rPr lang="en-IN" sz="2800" dirty="0">
                    <a:solidFill>
                      <a:srgbClr val="002060"/>
                    </a:solidFill>
                    <a:latin typeface="+mj-lt"/>
                  </a:rPr>
                  <a:t> are second and fourth</a:t>
                </a:r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F37DB2B-3981-4096-A413-757B3C328E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80723" y="4776385"/>
                <a:ext cx="4755637" cy="523220"/>
              </a:xfrm>
              <a:prstGeom prst="rect">
                <a:avLst/>
              </a:prstGeom>
              <a:blipFill>
                <a:blip r:embed="rId5"/>
                <a:stretch>
                  <a:fillRect t="-11765" r="-641" b="-34118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!!MM">
            <a:extLst>
              <a:ext uri="{FF2B5EF4-FFF2-40B4-BE49-F238E27FC236}">
                <a16:creationId xmlns:a16="http://schemas.microsoft.com/office/drawing/2014/main" id="{9EE3A939-48BD-4B09-B709-0F5D817D58C5}"/>
              </a:ext>
            </a:extLst>
          </p:cNvPr>
          <p:cNvSpPr txBox="1"/>
          <p:nvPr/>
        </p:nvSpPr>
        <p:spPr>
          <a:xfrm>
            <a:off x="7350656" y="4776385"/>
            <a:ext cx="336088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800" dirty="0">
                <a:solidFill>
                  <a:srgbClr val="002060"/>
                </a:solidFill>
              </a:rPr>
              <a:t>moments about mean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860A78A-AD95-451B-A135-1C1971825370}"/>
              </a:ext>
            </a:extLst>
          </p:cNvPr>
          <p:cNvSpPr txBox="1"/>
          <p:nvPr/>
        </p:nvSpPr>
        <p:spPr>
          <a:xfrm>
            <a:off x="10087477" y="1482652"/>
            <a:ext cx="147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dirty="0">
                <a:solidFill>
                  <a:schemeClr val="bg1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40 – 50</a:t>
            </a:r>
            <a:endParaRPr lang="en-IN" sz="2800" b="0" i="0" dirty="0">
              <a:solidFill>
                <a:schemeClr val="bg1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9ED342D-8AC5-42CE-A0B3-045C5CE85590}"/>
              </a:ext>
            </a:extLst>
          </p:cNvPr>
          <p:cNvSpPr txBox="1"/>
          <p:nvPr/>
        </p:nvSpPr>
        <p:spPr>
          <a:xfrm>
            <a:off x="10411327" y="2058552"/>
            <a:ext cx="792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800" b="0" dirty="0">
                <a:solidFill>
                  <a:schemeClr val="bg1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</a:t>
            </a:r>
          </a:p>
        </p:txBody>
      </p:sp>
    </p:spTree>
    <p:extLst>
      <p:ext uri="{BB962C8B-B14F-4D97-AF65-F5344CB8AC3E}">
        <p14:creationId xmlns:p14="http://schemas.microsoft.com/office/powerpoint/2010/main" val="5667051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8" grpId="0"/>
      <p:bldP spid="40" grpId="0"/>
      <p:bldP spid="41" grpId="0"/>
      <p:bldP spid="42" grpId="0"/>
      <p:bldP spid="43" grpId="0"/>
      <p:bldP spid="45" grpId="0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/>
              <p:nvPr/>
            </p:nvSpPr>
            <p:spPr>
              <a:xfrm>
                <a:off x="9830901" y="18688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2A716CB2-E17C-4C9F-A2FD-1DABCD4985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30901" y="1868822"/>
                <a:ext cx="401439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/>
              <p:nvPr/>
            </p:nvSpPr>
            <p:spPr>
              <a:xfrm>
                <a:off x="10191777" y="2865936"/>
                <a:ext cx="1570988" cy="87286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7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2500 </m:t>
                          </m:r>
                        </m:num>
                        <m:den>
                          <m:r>
                            <a:rPr lang="en-IN" sz="2700" b="0" i="0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10</m:t>
                          </m:r>
                          <m:r>
                            <a:rPr lang="en-IN" sz="2700" b="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den>
                      </m:f>
                    </m:oMath>
                  </m:oMathPara>
                </a14:m>
                <a:endParaRPr lang="en-US" sz="27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FD4F9FE3-B084-4E92-9E29-E6083A49C9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91777" y="2865936"/>
                <a:ext cx="1570988" cy="87286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/>
              <p:nvPr/>
            </p:nvSpPr>
            <p:spPr>
              <a:xfrm>
                <a:off x="10191777" y="3939608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2548A433-27B6-4A32-8A2A-BD5B97C665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91777" y="3939608"/>
                <a:ext cx="988054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/>
              <p:nvPr/>
            </p:nvSpPr>
            <p:spPr>
              <a:xfrm>
                <a:off x="10191777" y="1669154"/>
                <a:ext cx="1570988" cy="9959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dirty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b="0" i="1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b="0" i="0" dirty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  <m:sSub>
                                <m:sSubPr>
                                  <m:ctrlPr>
                                    <a:rPr lang="en-IN" sz="2800" i="1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x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 i="0" dirty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BAC7A5-3E28-4228-B188-9E502A42277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91777" y="1669154"/>
                <a:ext cx="1570988" cy="99597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27702" y="1363820"/>
              <a:ext cx="1570987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77087158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27702" y="1363820"/>
              <a:ext cx="1570987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570987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6"/>
                          <a:stretch>
                            <a:fillRect l="-386" t="-1124" r="-1158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77087158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34428" y="1363821"/>
              <a:ext cx="79114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79114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7906949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5" name="Table 64">
                <a:extLst>
                  <a:ext uri="{FF2B5EF4-FFF2-40B4-BE49-F238E27FC236}">
                    <a16:creationId xmlns:a16="http://schemas.microsoft.com/office/drawing/2014/main" id="{64EFE306-C8ED-49E2-A0E6-AD78DC4FF1BF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34428" y="1363821"/>
              <a:ext cx="79114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79114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7"/>
                          <a:stretch>
                            <a:fillRect l="-763" t="-1124" r="-2290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7906949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62CBB52C-6A62-4CD2-B63A-F7709994C761}"/>
                  </a:ext>
                </a:extLst>
              </p:cNvPr>
              <p:cNvSpPr/>
              <p:nvPr/>
            </p:nvSpPr>
            <p:spPr>
              <a:xfrm>
                <a:off x="3233589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62CBB52C-6A62-4CD2-B63A-F7709994C7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1911823"/>
                <a:ext cx="792000" cy="52200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3517CDC-9E7D-4E37-8F34-F10E6895F60D}"/>
                  </a:ext>
                </a:extLst>
              </p:cNvPr>
              <p:cNvSpPr/>
              <p:nvPr/>
            </p:nvSpPr>
            <p:spPr>
              <a:xfrm>
                <a:off x="3233589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3517CDC-9E7D-4E37-8F34-F10E6895F6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2437142"/>
                <a:ext cx="792000" cy="52200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07E069F9-6948-4407-983D-AB44260DBC8F}"/>
                  </a:ext>
                </a:extLst>
              </p:cNvPr>
              <p:cNvSpPr/>
              <p:nvPr/>
            </p:nvSpPr>
            <p:spPr>
              <a:xfrm>
                <a:off x="3233589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07E069F9-6948-4407-983D-AB44260DBC8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2962461"/>
                <a:ext cx="792000" cy="52200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DF505184-6594-402C-8272-380E21691734}"/>
                  </a:ext>
                </a:extLst>
              </p:cNvPr>
              <p:cNvSpPr/>
              <p:nvPr/>
            </p:nvSpPr>
            <p:spPr>
              <a:xfrm>
                <a:off x="3233589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DF505184-6594-402C-8272-380E2169173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3487779"/>
                <a:ext cx="792000" cy="52200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/>
              <p:nvPr/>
            </p:nvSpPr>
            <p:spPr>
              <a:xfrm>
                <a:off x="4265425" y="1911213"/>
                <a:ext cx="108000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5425" y="1911213"/>
                <a:ext cx="1080001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/>
              <p:nvPr/>
            </p:nvSpPr>
            <p:spPr>
              <a:xfrm>
                <a:off x="4265425" y="2436532"/>
                <a:ext cx="108000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5425" y="2436532"/>
                <a:ext cx="1080001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/>
              <p:nvPr/>
            </p:nvSpPr>
            <p:spPr>
              <a:xfrm>
                <a:off x="4265425" y="2961851"/>
                <a:ext cx="108000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5425" y="2961851"/>
                <a:ext cx="108000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/>
              <p:nvPr/>
            </p:nvSpPr>
            <p:spPr>
              <a:xfrm>
                <a:off x="4265425" y="3487169"/>
                <a:ext cx="108000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700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5425" y="3487169"/>
                <a:ext cx="108000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09" y="1363821"/>
              <a:ext cx="167211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211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167453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37" name="Table 136">
                <a:extLst>
                  <a:ext uri="{FF2B5EF4-FFF2-40B4-BE49-F238E27FC236}">
                    <a16:creationId xmlns:a16="http://schemas.microsoft.com/office/drawing/2014/main" id="{9C854235-00F1-4746-874B-F9F076B56765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09" y="1363821"/>
              <a:ext cx="167211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211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6"/>
                          <a:stretch>
                            <a:fillRect l="-727" t="-1124" r="-1091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167453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454399A0-565A-408C-91DF-1FDE53B661C4}"/>
                  </a:ext>
                </a:extLst>
              </p:cNvPr>
              <p:cNvSpPr/>
              <p:nvPr/>
            </p:nvSpPr>
            <p:spPr>
              <a:xfrm>
                <a:off x="1944346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454399A0-565A-408C-91DF-1FDE53B661C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44346" y="1911823"/>
                <a:ext cx="792000" cy="52200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252CCC21-A04C-403E-9ADB-9727D524EB04}"/>
                  </a:ext>
                </a:extLst>
              </p:cNvPr>
              <p:cNvSpPr/>
              <p:nvPr/>
            </p:nvSpPr>
            <p:spPr>
              <a:xfrm>
                <a:off x="1944346" y="2437142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252CCC21-A04C-403E-9ADB-9727D524EB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44346" y="2437142"/>
                <a:ext cx="792000" cy="52200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23269D8-DE1A-4ACA-A19A-37B26350427C}"/>
                  </a:ext>
                </a:extLst>
              </p:cNvPr>
              <p:cNvSpPr/>
              <p:nvPr/>
            </p:nvSpPr>
            <p:spPr>
              <a:xfrm>
                <a:off x="1944346" y="2962461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23269D8-DE1A-4ACA-A19A-37B2635042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44346" y="2962461"/>
                <a:ext cx="792000" cy="52200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ACEF5DE-D55A-4BCE-B752-9E0F565C71E4}"/>
                  </a:ext>
                </a:extLst>
              </p:cNvPr>
              <p:cNvSpPr/>
              <p:nvPr/>
            </p:nvSpPr>
            <p:spPr>
              <a:xfrm>
                <a:off x="1944346" y="348777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ACEF5DE-D55A-4BCE-B752-9E0F565C71E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44346" y="3487779"/>
                <a:ext cx="792000" cy="52200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867598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48" name="Table 147">
                <a:extLst>
                  <a:ext uri="{FF2B5EF4-FFF2-40B4-BE49-F238E27FC236}">
                    <a16:creationId xmlns:a16="http://schemas.microsoft.com/office/drawing/2014/main" id="{079297B7-1179-4B9F-9547-FBF85871D83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1"/>
                          <a:stretch>
                            <a:fillRect l="-897" t="-1124" r="-1345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86759851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49" name="TextBox 148">
            <a:extLst>
              <a:ext uri="{FF2B5EF4-FFF2-40B4-BE49-F238E27FC236}">
                <a16:creationId xmlns:a16="http://schemas.microsoft.com/office/drawing/2014/main" id="{1D688283-A46A-41C4-BB78-D3FDBBF68E4C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042AA751-DFF4-4C1D-9881-79306AA6DE57}"/>
              </a:ext>
            </a:extLst>
          </p:cNvPr>
          <p:cNvSpPr txBox="1"/>
          <p:nvPr/>
        </p:nvSpPr>
        <p:spPr>
          <a:xfrm>
            <a:off x="126195" y="2436532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1CB30017-5440-4ACF-8783-2F4FE3F7DA89}"/>
              </a:ext>
            </a:extLst>
          </p:cNvPr>
          <p:cNvSpPr txBox="1"/>
          <p:nvPr/>
        </p:nvSpPr>
        <p:spPr>
          <a:xfrm>
            <a:off x="126195" y="2961851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67189F25-49F1-49AE-99D4-B89C03D408FE}"/>
              </a:ext>
            </a:extLst>
          </p:cNvPr>
          <p:cNvSpPr txBox="1"/>
          <p:nvPr/>
        </p:nvSpPr>
        <p:spPr>
          <a:xfrm>
            <a:off x="126195" y="348716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E42641A6-DC37-4EA4-B158-E734FC017FED}"/>
                  </a:ext>
                </a:extLst>
              </p:cNvPr>
              <p:cNvSpPr txBox="1"/>
              <p:nvPr/>
            </p:nvSpPr>
            <p:spPr>
              <a:xfrm>
                <a:off x="3982821" y="4534553"/>
                <a:ext cx="1570987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IN" sz="2400" i="1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x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 dirty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=2500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E42641A6-DC37-4EA4-B158-E734FC017F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2821" y="4534553"/>
                <a:ext cx="1570987" cy="1356012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29ABCA7-B9C4-49FF-9924-4D0E5F00FA8E}"/>
                  </a:ext>
                </a:extLst>
              </p:cNvPr>
              <p:cNvSpPr txBox="1"/>
              <p:nvPr/>
            </p:nvSpPr>
            <p:spPr>
              <a:xfrm>
                <a:off x="1533642" y="4769223"/>
                <a:ext cx="1761746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29ABCA7-B9C4-49FF-9924-4D0E5F00FA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3642" y="4769223"/>
                <a:ext cx="1761746" cy="98668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39ABDA6C-B9B1-49B0-BB12-6C77D4156D5D}"/>
                  </a:ext>
                </a:extLst>
              </p:cNvPr>
              <p:cNvSpPr/>
              <p:nvPr/>
            </p:nvSpPr>
            <p:spPr>
              <a:xfrm>
                <a:off x="3233589" y="406841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39ABDA6C-B9B1-49B0-BB12-6C77D4156D5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4068419"/>
                <a:ext cx="792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48C3C3D-2113-4485-9C6D-1A333ECE1558}"/>
                  </a:ext>
                </a:extLst>
              </p:cNvPr>
              <p:cNvSpPr/>
              <p:nvPr/>
            </p:nvSpPr>
            <p:spPr>
              <a:xfrm>
                <a:off x="4265425" y="4067809"/>
                <a:ext cx="108000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48C3C3D-2113-4485-9C6D-1A333ECE155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65425" y="4067809"/>
                <a:ext cx="1080001" cy="52322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E9F4BEC5-A1D1-4EF3-9E0A-03D3A1F84AC0}"/>
                  </a:ext>
                </a:extLst>
              </p:cNvPr>
              <p:cNvSpPr/>
              <p:nvPr/>
            </p:nvSpPr>
            <p:spPr>
              <a:xfrm>
                <a:off x="1944346" y="4068419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E9F4BEC5-A1D1-4EF3-9E0A-03D3A1F84AC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44346" y="4068419"/>
                <a:ext cx="792000" cy="522000"/>
              </a:xfrm>
              <a:prstGeom prst="rect">
                <a:avLst/>
              </a:prstGeom>
              <a:blipFill>
                <a:blip r:embed="rId2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TextBox 34">
            <a:extLst>
              <a:ext uri="{FF2B5EF4-FFF2-40B4-BE49-F238E27FC236}">
                <a16:creationId xmlns:a16="http://schemas.microsoft.com/office/drawing/2014/main" id="{3ED7EC52-0FE1-48FE-9D20-D431E533C595}"/>
              </a:ext>
            </a:extLst>
          </p:cNvPr>
          <p:cNvSpPr txBox="1"/>
          <p:nvPr/>
        </p:nvSpPr>
        <p:spPr>
          <a:xfrm>
            <a:off x="126195" y="4067809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40 – </a:t>
            </a:r>
            <a:r>
              <a:rPr lang="en-US" sz="280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5</a:t>
            </a:r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95E70BE4-53BC-40CE-8FA7-5251789C6EA9}"/>
                  </a:ext>
                </a:extLst>
              </p:cNvPr>
              <p:cNvSpPr txBox="1"/>
              <p:nvPr/>
            </p:nvSpPr>
            <p:spPr>
              <a:xfrm>
                <a:off x="10181810" y="5890565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95E70BE4-53BC-40CE-8FA7-5251789C6E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81810" y="5890565"/>
                <a:ext cx="808074" cy="52322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4A72555E-E513-4CE2-9EC2-BCD31AAB22D8}"/>
                  </a:ext>
                </a:extLst>
              </p:cNvPr>
              <p:cNvSpPr txBox="1"/>
              <p:nvPr/>
            </p:nvSpPr>
            <p:spPr>
              <a:xfrm>
                <a:off x="10643846" y="5638477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4A72555E-E513-4CE2-9EC2-BCD31AAB22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43846" y="5638477"/>
                <a:ext cx="1644650" cy="897938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5181991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9" grpId="0"/>
      <p:bldP spid="60" grpId="0"/>
      <p:bldP spid="61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153" grpId="0"/>
      <p:bldP spid="31" grpId="0"/>
      <p:bldP spid="32" grpId="0"/>
      <p:bldP spid="33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CE6D4-70B1-7252-A3AE-FC4B7FAF3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56B3A-5FD3-7BDA-2FA3-AF9B1BF0EB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2 (</a:t>
            </a:r>
            <a:r>
              <a:rPr lang="en-IN" dirty="0"/>
              <a:t>Continue</a:t>
            </a:r>
            <a:r>
              <a:rPr lang="en-GB" dirty="0"/>
              <a:t>)</a:t>
            </a:r>
            <a:endParaRPr lang="en-US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AC5548F-D98B-4FCC-AB96-F44FEA2621D5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25577" y="1363821"/>
              <a:ext cx="10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i</m:t>
                                    </m:r>
                                  </m:sub>
                                </m:sSub>
                                <m:r>
                                  <a:rPr lang="en-IN" sz="2800" b="0" i="0" kern="1200" smtClean="0">
                                    <a:solidFill>
                                      <a:srgbClr val="002060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bar>
                                  <m:barPr>
                                    <m:pos m:val="top"/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bar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i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</m:ba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1687152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3" name="Table 62">
                <a:extLst>
                  <a:ext uri="{FF2B5EF4-FFF2-40B4-BE49-F238E27FC236}">
                    <a16:creationId xmlns:a16="http://schemas.microsoft.com/office/drawing/2014/main" id="{DE07AD75-C133-480A-9DD8-54AC5763546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025577" y="1363821"/>
              <a:ext cx="10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080000">
                      <a:extLst>
                        <a:ext uri="{9D8B030D-6E8A-4147-A177-3AD203B41FA5}">
                          <a16:colId xmlns:a16="http://schemas.microsoft.com/office/drawing/2014/main" val="377767536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"/>
                          <a:stretch>
                            <a:fillRect l="-1124" t="-1124" r="-1685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90211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9363932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94726145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1761119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93032106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64817838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11687152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CB776156-8806-4BE1-A6D8-45F8CD26F5E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106425" y="1363821"/>
              <a:ext cx="19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71946500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4" name="Table 63">
                <a:extLst>
                  <a:ext uri="{FF2B5EF4-FFF2-40B4-BE49-F238E27FC236}">
                    <a16:creationId xmlns:a16="http://schemas.microsoft.com/office/drawing/2014/main" id="{CB776156-8806-4BE1-A6D8-45F8CD26F5E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5106425" y="1363821"/>
              <a:ext cx="19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307" t="-1124" r="-920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71946500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67" name="Table 66">
                <a:extLst>
                  <a:ext uri="{FF2B5EF4-FFF2-40B4-BE49-F238E27FC236}">
                    <a16:creationId xmlns:a16="http://schemas.microsoft.com/office/drawing/2014/main" id="{3D1AC410-0488-4D87-B1CA-30BA1580A2F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086425" y="1363821"/>
              <a:ext cx="19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b="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i</m:t>
                                    </m:r>
                                  </m:sub>
                                </m:sSub>
                                <m:sSup>
                                  <m:sSupPr>
                                    <m:ctrlPr>
                                      <a:rPr lang="en-IN" sz="2800" b="0" i="1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n-IN" sz="2800" b="0" i="1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sSub>
                                          <m:sSubPr>
                                            <m:ctrlPr>
                                              <a:rPr lang="en-US" sz="2800" b="0" i="1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x</m:t>
                                            </m:r>
                                          </m:e>
                                          <m:sub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US" sz="2800" b="0" i="0" kern="1200" smtClean="0">
                                                <a:solidFill>
                                                  <a:srgbClr val="002060"/>
                                                </a:solidFill>
                                                <a:effectLst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i</m:t>
                                            </m:r>
                                          </m:sub>
                                        </m:sSub>
                                        <m:r>
                                          <a:rPr lang="en-IN" sz="2800" b="0" i="0" kern="1200" smtClean="0">
                                            <a:solidFill>
                                              <a:srgbClr val="002060"/>
                                            </a:solidFill>
                                            <a:effectLst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−</m:t>
                                        </m:r>
                                        <m:bar>
                                          <m:barPr>
                                            <m:pos m:val="top"/>
                                            <m:ctrlPr>
                                              <a:rPr lang="en-IN" sz="2800" i="1" smtClean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</m:ctrlPr>
                                          </m:barPr>
                                          <m:e>
                                            <m:r>
                                              <m:rPr>
                                                <m:sty m:val="p"/>
                                              </m:rPr>
                                              <a:rPr lang="en-IN" sz="2800" i="0">
                                                <a:solidFill>
                                                  <a:srgbClr val="002060"/>
                                                </a:solidFill>
                                                <a:latin typeface="Cambria Math" panose="02040503050406030204" pitchFamily="18" charset="0"/>
                                                <a:ea typeface="Calibri" panose="020F0502020204030204" pitchFamily="34" charset="0"/>
                                                <a:cs typeface="Shruti" panose="020B0502040204020203" pitchFamily="34" charset="0"/>
                                              </a:rPr>
                                              <m:t>x</m:t>
                                            </m:r>
                                          </m:e>
                                        </m:bar>
                                      </m:e>
                                    </m:d>
                                  </m:e>
                                  <m:sup>
                                    <m:r>
                                      <a:rPr lang="en-IN" sz="2800" b="0" i="0" kern="1200" smtClean="0">
                                        <a:solidFill>
                                          <a:srgbClr val="002060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99894173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67" name="Table 66">
                <a:extLst>
                  <a:ext uri="{FF2B5EF4-FFF2-40B4-BE49-F238E27FC236}">
                    <a16:creationId xmlns:a16="http://schemas.microsoft.com/office/drawing/2014/main" id="{3D1AC410-0488-4D87-B1CA-30BA1580A2F9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7086425" y="1363821"/>
              <a:ext cx="1980000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980000">
                      <a:extLst>
                        <a:ext uri="{9D8B030D-6E8A-4147-A177-3AD203B41FA5}">
                          <a16:colId xmlns:a16="http://schemas.microsoft.com/office/drawing/2014/main" val="2244272546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613" t="-1124" r="-920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13104986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169056973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28098948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3663270727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77314162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317803390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199894173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/>
              <p:nvPr/>
            </p:nvSpPr>
            <p:spPr>
              <a:xfrm>
                <a:off x="4036794" y="191121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2821F33-66AE-4BAF-BB44-73D04C36651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6794" y="1911213"/>
                <a:ext cx="98181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/>
              <p:nvPr/>
            </p:nvSpPr>
            <p:spPr>
              <a:xfrm>
                <a:off x="4036794" y="245115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−10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8EE8C842-D9DB-44EC-9ED1-12D020AC1D0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6794" y="2451153"/>
                <a:ext cx="981819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/>
              <p:nvPr/>
            </p:nvSpPr>
            <p:spPr>
              <a:xfrm>
                <a:off x="4036794" y="299109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EB43669B-A65B-4488-AB42-B3D5EC42C79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6794" y="2991093"/>
                <a:ext cx="981819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/>
              <p:nvPr/>
            </p:nvSpPr>
            <p:spPr>
              <a:xfrm>
                <a:off x="4036794" y="353103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E4803E67-2D90-474D-8FC7-9383BCFE954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6794" y="3531033"/>
                <a:ext cx="981819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49137C1D-153F-4A2D-BC54-3C306011D0ED}"/>
                  </a:ext>
                </a:extLst>
              </p:cNvPr>
              <p:cNvSpPr/>
              <p:nvPr/>
            </p:nvSpPr>
            <p:spPr>
              <a:xfrm>
                <a:off x="5499426" y="191121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49137C1D-153F-4A2D-BC54-3C306011D0E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426" y="1911213"/>
                <a:ext cx="1080000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A4D0E7B3-0FA9-4D0E-9A3D-EC252C56E2DF}"/>
                  </a:ext>
                </a:extLst>
              </p:cNvPr>
              <p:cNvSpPr/>
              <p:nvPr/>
            </p:nvSpPr>
            <p:spPr>
              <a:xfrm>
                <a:off x="5499426" y="245115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A4D0E7B3-0FA9-4D0E-9A3D-EC252C56E2D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426" y="2451153"/>
                <a:ext cx="1080000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4B9B8A72-CED7-43F1-B15E-3A6F8A15A8D7}"/>
                  </a:ext>
                </a:extLst>
              </p:cNvPr>
              <p:cNvSpPr/>
              <p:nvPr/>
            </p:nvSpPr>
            <p:spPr>
              <a:xfrm>
                <a:off x="5499426" y="299109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4B9B8A72-CED7-43F1-B15E-3A6F8A15A8D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426" y="2991093"/>
                <a:ext cx="108000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6B51BE53-777E-4E70-9B99-B7B0374E6CDB}"/>
                  </a:ext>
                </a:extLst>
              </p:cNvPr>
              <p:cNvSpPr/>
              <p:nvPr/>
            </p:nvSpPr>
            <p:spPr>
              <a:xfrm>
                <a:off x="5499426" y="353103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6B51BE53-777E-4E70-9B99-B7B0374E6C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426" y="3531033"/>
                <a:ext cx="1080000" cy="52322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9CD34674-E799-4B63-A491-9BC02EE19C92}"/>
                  </a:ext>
                </a:extLst>
              </p:cNvPr>
              <p:cNvSpPr/>
              <p:nvPr/>
            </p:nvSpPr>
            <p:spPr>
              <a:xfrm>
                <a:off x="7203950" y="191121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9CD34674-E799-4B63-A491-9BC02EE19C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3950" y="1911213"/>
                <a:ext cx="1739351" cy="52322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12F5AB8E-970E-498E-A8CA-07E4F06CB11A}"/>
                  </a:ext>
                </a:extLst>
              </p:cNvPr>
              <p:cNvSpPr/>
              <p:nvPr/>
            </p:nvSpPr>
            <p:spPr>
              <a:xfrm>
                <a:off x="7203950" y="245115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12F5AB8E-970E-498E-A8CA-07E4F06CB1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3950" y="2451153"/>
                <a:ext cx="1739351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33E3A0B2-0C2C-49F1-A2B7-5B4FDE94E772}"/>
                  </a:ext>
                </a:extLst>
              </p:cNvPr>
              <p:cNvSpPr/>
              <p:nvPr/>
            </p:nvSpPr>
            <p:spPr>
              <a:xfrm>
                <a:off x="7203950" y="299109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33E3A0B2-0C2C-49F1-A2B7-5B4FDE94E77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3950" y="2991093"/>
                <a:ext cx="1739351" cy="52322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76582B1B-33E0-49FE-86A7-A817DFC4F597}"/>
                  </a:ext>
                </a:extLst>
              </p:cNvPr>
              <p:cNvSpPr/>
              <p:nvPr/>
            </p:nvSpPr>
            <p:spPr>
              <a:xfrm>
                <a:off x="7203950" y="353103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76582B1B-33E0-49FE-86A7-A817DFC4F5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3950" y="3531033"/>
                <a:ext cx="1739351" cy="523220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A5F80E7D-C3FB-44CF-9888-C6D7120C5198}"/>
                  </a:ext>
                </a:extLst>
              </p:cNvPr>
              <p:cNvSpPr txBox="1"/>
              <p:nvPr/>
            </p:nvSpPr>
            <p:spPr>
              <a:xfrm>
                <a:off x="4961169" y="4500824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en-US" sz="24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A5F80E7D-C3FB-44CF-9888-C6D7120C519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61169" y="4500824"/>
                <a:ext cx="2376000" cy="1356012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41BBB99B-4876-4BC7-A0B0-F0164AFA7DD9}"/>
                  </a:ext>
                </a:extLst>
              </p:cNvPr>
              <p:cNvSpPr txBox="1"/>
              <p:nvPr/>
            </p:nvSpPr>
            <p:spPr>
              <a:xfrm>
                <a:off x="6888425" y="4500824"/>
                <a:ext cx="2376000" cy="1356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US" sz="24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US" sz="24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US" sz="2400" b="0" i="0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4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4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US" sz="24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US" sz="24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3600000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41BBB99B-4876-4BC7-A0B0-F0164AFA7D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88425" y="4500824"/>
                <a:ext cx="2376000" cy="1356012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3E30DFF-4150-489E-AA0C-714649441B99}"/>
                  </a:ext>
                </a:extLst>
              </p:cNvPr>
              <p:cNvSpPr txBox="1"/>
              <p:nvPr/>
            </p:nvSpPr>
            <p:spPr>
              <a:xfrm>
                <a:off x="3645433" y="782453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3E30DFF-4150-489E-AA0C-714649441B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45433" y="782453"/>
                <a:ext cx="401439" cy="523220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16BF086-CC0B-4CE3-91A8-2817D0F9659E}"/>
                  </a:ext>
                </a:extLst>
              </p:cNvPr>
              <p:cNvSpPr txBox="1"/>
              <p:nvPr/>
            </p:nvSpPr>
            <p:spPr>
              <a:xfrm>
                <a:off x="3969468" y="789036"/>
                <a:ext cx="1570988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016BF086-CC0B-4CE3-91A8-2817D0F965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69468" y="789036"/>
                <a:ext cx="1570988" cy="523220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3" name="Table 52">
                <a:extLst>
                  <a:ext uri="{FF2B5EF4-FFF2-40B4-BE49-F238E27FC236}">
                    <a16:creationId xmlns:a16="http://schemas.microsoft.com/office/drawing/2014/main" id="{58DE843B-96DB-4BF5-8FF5-F9121FD8270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34428" y="1363821"/>
              <a:ext cx="79114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79114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x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7906949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3" name="Table 52">
                <a:extLst>
                  <a:ext uri="{FF2B5EF4-FFF2-40B4-BE49-F238E27FC236}">
                    <a16:creationId xmlns:a16="http://schemas.microsoft.com/office/drawing/2014/main" id="{58DE843B-96DB-4BF5-8FF5-F9121FD82704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3234428" y="1363821"/>
              <a:ext cx="79114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79114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1"/>
                          <a:stretch>
                            <a:fillRect l="-763" t="-1124" r="-2290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79069492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7250FD1E-66C0-4172-BBCF-AE1BF5439D1D}"/>
                  </a:ext>
                </a:extLst>
              </p:cNvPr>
              <p:cNvSpPr/>
              <p:nvPr/>
            </p:nvSpPr>
            <p:spPr>
              <a:xfrm>
                <a:off x="3233589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7250FD1E-66C0-4172-BBCF-AE1BF5439D1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1911823"/>
                <a:ext cx="792000" cy="522000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D99283F4-E43A-473C-9294-DC3F83C3759C}"/>
                  </a:ext>
                </a:extLst>
              </p:cNvPr>
              <p:cNvSpPr/>
              <p:nvPr/>
            </p:nvSpPr>
            <p:spPr>
              <a:xfrm>
                <a:off x="3233589" y="245176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D99283F4-E43A-473C-9294-DC3F83C375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2451763"/>
                <a:ext cx="792000" cy="52200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28792533-E361-46D9-8B39-7219C1A6BDDB}"/>
                  </a:ext>
                </a:extLst>
              </p:cNvPr>
              <p:cNvSpPr/>
              <p:nvPr/>
            </p:nvSpPr>
            <p:spPr>
              <a:xfrm>
                <a:off x="3233589" y="299170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28792533-E361-46D9-8B39-7219C1A6BD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2991703"/>
                <a:ext cx="792000" cy="522000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9F584320-3C1A-422E-94F3-B990C4A21D81}"/>
                  </a:ext>
                </a:extLst>
              </p:cNvPr>
              <p:cNvSpPr/>
              <p:nvPr/>
            </p:nvSpPr>
            <p:spPr>
              <a:xfrm>
                <a:off x="3233589" y="353164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9F584320-3C1A-422E-94F3-B990C4A21D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3531643"/>
                <a:ext cx="792000" cy="522000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1" name="Table 80">
                <a:extLst>
                  <a:ext uri="{FF2B5EF4-FFF2-40B4-BE49-F238E27FC236}">
                    <a16:creationId xmlns:a16="http://schemas.microsoft.com/office/drawing/2014/main" id="{C0752495-BB73-418B-982D-B8E9292F4CB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09" y="1363821"/>
              <a:ext cx="167211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211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IN" sz="2800" i="1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en-IN" sz="2800" b="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f</m:t>
                                    </m:r>
                                  </m:e>
                                  <m:sub>
                                    <m:r>
                                      <m:rPr>
                                        <m:sty m:val="p"/>
                                      </m:rPr>
                                      <a:rPr lang="en-US" sz="2800" i="0" smtClean="0">
                                        <a:solidFill>
                                          <a:srgbClr val="002060"/>
                                        </a:solidFill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Shruti" panose="020B0502040204020203" pitchFamily="34" charset="0"/>
                                      </a:rPr>
                                      <m:t>i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1674530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1" name="Table 80">
                <a:extLst>
                  <a:ext uri="{FF2B5EF4-FFF2-40B4-BE49-F238E27FC236}">
                    <a16:creationId xmlns:a16="http://schemas.microsoft.com/office/drawing/2014/main" id="{C0752495-BB73-418B-982D-B8E9292F4CB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562309" y="1363821"/>
              <a:ext cx="1672119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672119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26"/>
                          <a:stretch>
                            <a:fillRect l="-727" t="-1124" r="-1091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4281674530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53534F38-D30A-4AFE-894D-D68E7E87C55E}"/>
                  </a:ext>
                </a:extLst>
              </p:cNvPr>
              <p:cNvSpPr/>
              <p:nvPr/>
            </p:nvSpPr>
            <p:spPr>
              <a:xfrm>
                <a:off x="1987562" y="191182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53534F38-D30A-4AFE-894D-D68E7E87C5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1911823"/>
                <a:ext cx="792000" cy="522000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A384B7DA-ED9F-433C-B8E0-1E912C91B035}"/>
                  </a:ext>
                </a:extLst>
              </p:cNvPr>
              <p:cNvSpPr/>
              <p:nvPr/>
            </p:nvSpPr>
            <p:spPr>
              <a:xfrm>
                <a:off x="1987562" y="245176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A384B7DA-ED9F-433C-B8E0-1E912C91B03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2451763"/>
                <a:ext cx="792000" cy="522000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9CCB0BB2-8BDD-449E-A607-C0A464270EA4}"/>
                  </a:ext>
                </a:extLst>
              </p:cNvPr>
              <p:cNvSpPr/>
              <p:nvPr/>
            </p:nvSpPr>
            <p:spPr>
              <a:xfrm>
                <a:off x="1987562" y="299170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9CCB0BB2-8BDD-449E-A607-C0A464270EA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2991703"/>
                <a:ext cx="792000" cy="522000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16996D44-8C40-4899-A609-18859034D14A}"/>
                  </a:ext>
                </a:extLst>
              </p:cNvPr>
              <p:cNvSpPr/>
              <p:nvPr/>
            </p:nvSpPr>
            <p:spPr>
              <a:xfrm>
                <a:off x="1987562" y="353164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16996D44-8C40-4899-A609-18859034D14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3531643"/>
                <a:ext cx="792000" cy="522000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86" name="Table 85">
                <a:extLst>
                  <a:ext uri="{FF2B5EF4-FFF2-40B4-BE49-F238E27FC236}">
                    <a16:creationId xmlns:a16="http://schemas.microsoft.com/office/drawing/2014/main" id="{370E44D5-6AEB-4317-B854-1134D7A8BD5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pPr algn="l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en-IN" sz="280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C</m:t>
                                </m:r>
                                <m:r>
                                  <m:rPr>
                                    <m:sty m:val="p"/>
                                  </m:rPr>
                                  <a:rPr lang="en-IN" sz="2800" b="0" i="0" smtClean="0">
                                    <a:solidFill>
                                      <a:srgbClr val="002060"/>
                                    </a:solidFill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Shruti" panose="020B0502040204020203" pitchFamily="34" charset="0"/>
                                  </a:rPr>
                                  <m:t>lass</m:t>
                                </m:r>
                              </m:oMath>
                            </m:oMathPara>
                          </a14:m>
                          <a:br>
                            <a:rPr lang="en-IN" sz="2800" b="0" i="0" dirty="0">
                              <a:solidFill>
                                <a:srgbClr val="002060"/>
                              </a:solidFill>
                            </a:rPr>
                          </a:br>
                          <a:endParaRPr lang="en-IN" sz="2800" b="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6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8675985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86" name="Table 85">
                <a:extLst>
                  <a:ext uri="{FF2B5EF4-FFF2-40B4-BE49-F238E27FC236}">
                    <a16:creationId xmlns:a16="http://schemas.microsoft.com/office/drawing/2014/main" id="{370E44D5-6AEB-4317-B854-1134D7A8BD51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1780" y="1363821"/>
              <a:ext cx="1354817" cy="4464000"/>
            </p:xfrm>
            <a:graphic>
              <a:graphicData uri="http://schemas.openxmlformats.org/drawingml/2006/table">
                <a:tbl>
                  <a:tblPr firstRow="1" bandRow="1">
                    <a:tableStyleId>{2D5ABB26-0587-4C30-8999-92F81FD0307C}</a:tableStyleId>
                  </a:tblPr>
                  <a:tblGrid>
                    <a:gridCol w="1354817">
                      <a:extLst>
                        <a:ext uri="{9D8B030D-6E8A-4147-A177-3AD203B41FA5}">
                          <a16:colId xmlns:a16="http://schemas.microsoft.com/office/drawing/2014/main" val="3485125588"/>
                        </a:ext>
                      </a:extLst>
                    </a:gridCol>
                  </a:tblGrid>
                  <a:tr h="54000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1"/>
                          <a:stretch>
                            <a:fillRect l="-897" t="-1124" r="-1345" b="-7280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421269763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555186234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87129879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528652006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883997350"/>
                      </a:ext>
                    </a:extLst>
                  </a:tr>
                  <a:tr h="540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2241950703"/>
                      </a:ext>
                    </a:extLst>
                  </a:tr>
                  <a:tr h="1224000">
                    <a:tc>
                      <a:txBody>
                        <a:bodyPr/>
                        <a:lstStyle/>
                        <a:p>
                          <a:pPr algn="ctr"/>
                          <a:endParaRPr lang="en-IN" sz="2800" i="0" dirty="0">
                            <a:solidFill>
                              <a:srgbClr val="002060"/>
                            </a:solidFill>
                          </a:endParaRPr>
                        </a:p>
                      </a:txBody>
                      <a:tcPr marL="38100" marR="38100" marT="38100" marB="38100" anchor="ctr">
                        <a:lnL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905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986759851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87" name="TextBox 86">
            <a:extLst>
              <a:ext uri="{FF2B5EF4-FFF2-40B4-BE49-F238E27FC236}">
                <a16:creationId xmlns:a16="http://schemas.microsoft.com/office/drawing/2014/main" id="{A62EB980-0BD6-4179-AFF7-A81F8A6FCA49}"/>
              </a:ext>
            </a:extLst>
          </p:cNvPr>
          <p:cNvSpPr txBox="1"/>
          <p:nvPr/>
        </p:nvSpPr>
        <p:spPr>
          <a:xfrm>
            <a:off x="126195" y="191121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 – 10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B2B1C41C-E3B6-44BA-8A5A-074A0F6D8063}"/>
              </a:ext>
            </a:extLst>
          </p:cNvPr>
          <p:cNvSpPr txBox="1"/>
          <p:nvPr/>
        </p:nvSpPr>
        <p:spPr>
          <a:xfrm>
            <a:off x="126195" y="245115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10 – 20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3D26C9C4-92F1-4BD4-9060-C814244562AE}"/>
              </a:ext>
            </a:extLst>
          </p:cNvPr>
          <p:cNvSpPr txBox="1"/>
          <p:nvPr/>
        </p:nvSpPr>
        <p:spPr>
          <a:xfrm>
            <a:off x="126195" y="299109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20 – 30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92256F20-E3A3-488F-A0F4-4183AEEF1839}"/>
              </a:ext>
            </a:extLst>
          </p:cNvPr>
          <p:cNvSpPr txBox="1"/>
          <p:nvPr/>
        </p:nvSpPr>
        <p:spPr>
          <a:xfrm>
            <a:off x="126195" y="353103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30 – 40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79773575-66DD-4644-9B17-8117C2BBA3E9}"/>
                  </a:ext>
                </a:extLst>
              </p:cNvPr>
              <p:cNvSpPr txBox="1"/>
              <p:nvPr/>
            </p:nvSpPr>
            <p:spPr>
              <a:xfrm>
                <a:off x="1533642" y="4769223"/>
                <a:ext cx="1761746" cy="9866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subHide m:val="on"/>
                          <m:supHide m:val="on"/>
                          <m:ctrlPr>
                            <a:rPr lang="en-IN" sz="2400" i="1" dirty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b="0" i="1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b="0" i="0" dirty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IN" sz="2400" b="0" i="1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=100</m:t>
                      </m:r>
                    </m:oMath>
                  </m:oMathPara>
                </a14:m>
                <a:endParaRPr lang="en-IN" sz="2400" dirty="0"/>
              </a:p>
            </p:txBody>
          </p:sp>
        </mc:Choice>
        <mc:Fallback xmlns=""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79773575-66DD-4644-9B17-8117C2BBA3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3642" y="4769223"/>
                <a:ext cx="1761746" cy="986680"/>
              </a:xfrm>
              <a:prstGeom prst="rect">
                <a:avLst/>
              </a:prstGeom>
              <a:blipFill>
                <a:blip r:embed="rId3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58B6EE04-9068-41CE-B8E8-8524097E387F}"/>
                  </a:ext>
                </a:extLst>
              </p:cNvPr>
              <p:cNvSpPr/>
              <p:nvPr/>
            </p:nvSpPr>
            <p:spPr>
              <a:xfrm>
                <a:off x="3233589" y="40715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58B6EE04-9068-41CE-B8E8-8524097E38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33589" y="4071583"/>
                <a:ext cx="792000" cy="522000"/>
              </a:xfrm>
              <a:prstGeom prst="rect">
                <a:avLst/>
              </a:prstGeom>
              <a:blipFill>
                <a:blip r:embed="rId3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A6E55B19-F3E3-432C-AAC3-E534937CB1F0}"/>
                  </a:ext>
                </a:extLst>
              </p:cNvPr>
              <p:cNvSpPr/>
              <p:nvPr/>
            </p:nvSpPr>
            <p:spPr>
              <a:xfrm>
                <a:off x="1987562" y="4071583"/>
                <a:ext cx="792000" cy="522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A6E55B19-F3E3-432C-AAC3-E534937CB1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7562" y="4071583"/>
                <a:ext cx="792000" cy="522000"/>
              </a:xfrm>
              <a:prstGeom prst="rect">
                <a:avLst/>
              </a:prstGeom>
              <a:blipFill>
                <a:blip r:embed="rId3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6" name="TextBox 95">
            <a:extLst>
              <a:ext uri="{FF2B5EF4-FFF2-40B4-BE49-F238E27FC236}">
                <a16:creationId xmlns:a16="http://schemas.microsoft.com/office/drawing/2014/main" id="{CD0926A4-2CBC-4A1B-B487-9CAF382DB7D9}"/>
              </a:ext>
            </a:extLst>
          </p:cNvPr>
          <p:cNvSpPr txBox="1"/>
          <p:nvPr/>
        </p:nvSpPr>
        <p:spPr>
          <a:xfrm>
            <a:off x="126195" y="4070973"/>
            <a:ext cx="15301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40 – </a:t>
            </a:r>
            <a:r>
              <a:rPr lang="en-US" sz="2800" dirty="0">
                <a:solidFill>
                  <a:srgbClr val="002060"/>
                </a:solidFill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5</a:t>
            </a:r>
            <a:r>
              <a:rPr lang="en-US" sz="2800" b="0" dirty="0">
                <a:solidFill>
                  <a:srgbClr val="002060"/>
                </a:solidFill>
                <a:effectLst/>
                <a:uFill>
                  <a:solidFill>
                    <a:srgbClr val="0070C0"/>
                  </a:solidFill>
                </a:uFill>
                <a:latin typeface="Cambria Math" panose="02040503050406030204" pitchFamily="18" charset="0"/>
                <a:ea typeface="Times New Roman" panose="02020603050405020304" pitchFamily="18" charset="0"/>
                <a:cs typeface="Shruti" panose="020B0502040204020203" pitchFamily="34" charset="0"/>
              </a:rPr>
              <a:t>0</a:t>
            </a:r>
            <a:endParaRPr lang="en-IN" sz="2800" b="0" dirty="0">
              <a:solidFill>
                <a:srgbClr val="002060"/>
              </a:solidFill>
              <a:effectLst/>
              <a:uFill>
                <a:solidFill>
                  <a:srgbClr val="0070C0"/>
                </a:solidFill>
              </a:uFill>
              <a:latin typeface="Cambria Math" panose="02040503050406030204" pitchFamily="18" charset="0"/>
              <a:ea typeface="Times New Roman" panose="02020603050405020304" pitchFamily="18" charset="0"/>
              <a:cs typeface="Shruti" panose="020B0502040204020203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BEC203D2-4039-43DA-8B9E-8E4677BC2642}"/>
                  </a:ext>
                </a:extLst>
              </p:cNvPr>
              <p:cNvSpPr txBox="1"/>
              <p:nvPr/>
            </p:nvSpPr>
            <p:spPr>
              <a:xfrm>
                <a:off x="10181810" y="5890565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BEC203D2-4039-43DA-8B9E-8E4677BC26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81810" y="5890565"/>
                <a:ext cx="808074" cy="52322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028AD183-3912-4F39-B074-7AE33B07D783}"/>
                  </a:ext>
                </a:extLst>
              </p:cNvPr>
              <p:cNvSpPr txBox="1"/>
              <p:nvPr/>
            </p:nvSpPr>
            <p:spPr>
              <a:xfrm>
                <a:off x="10643846" y="5638477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028AD183-3912-4F39-B074-7AE33B07D7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43846" y="5638477"/>
                <a:ext cx="1644650" cy="897938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248CD6C4-2FBF-4A23-81B6-D9DF49583832}"/>
                  </a:ext>
                </a:extLst>
              </p:cNvPr>
              <p:cNvSpPr/>
              <p:nvPr/>
            </p:nvSpPr>
            <p:spPr>
              <a:xfrm>
                <a:off x="4036794" y="4070973"/>
                <a:ext cx="981819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248CD6C4-2FBF-4A23-81B6-D9DF4958383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6794" y="4070973"/>
                <a:ext cx="981819" cy="52322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F0F0CA84-2220-4754-AC4A-11D767A8DDEE}"/>
                  </a:ext>
                </a:extLst>
              </p:cNvPr>
              <p:cNvSpPr/>
              <p:nvPr/>
            </p:nvSpPr>
            <p:spPr>
              <a:xfrm>
                <a:off x="5499426" y="4070973"/>
                <a:ext cx="1080000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4000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F0F0CA84-2220-4754-AC4A-11D767A8DDE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99426" y="4070973"/>
                <a:ext cx="1080000" cy="52322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4E254E52-13C3-4E59-AF01-30863A4CC8E2}"/>
                  </a:ext>
                </a:extLst>
              </p:cNvPr>
              <p:cNvSpPr/>
              <p:nvPr/>
            </p:nvSpPr>
            <p:spPr>
              <a:xfrm>
                <a:off x="7203950" y="4070973"/>
                <a:ext cx="1739351" cy="52322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pAutoFit/>
              </a:bodyPr>
              <a:lstStyle/>
              <a:p>
                <a:pPr algn="just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1600000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4E254E52-13C3-4E59-AF01-30863A4CC8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3950" y="4070973"/>
                <a:ext cx="1739351" cy="52322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095646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/>
      <p:bldP spid="73" grpId="0"/>
      <p:bldP spid="74" grpId="0"/>
      <p:bldP spid="75" grpId="0"/>
      <p:bldP spid="76" grpId="0"/>
      <p:bldP spid="77" grpId="0"/>
      <p:bldP spid="78" grpId="0"/>
      <p:bldP spid="125" grpId="0"/>
      <p:bldP spid="130" grpId="0"/>
      <p:bldP spid="131" grpId="0"/>
      <p:bldP spid="132" grpId="0"/>
      <p:bldP spid="133" grpId="0"/>
      <p:bldP spid="134" grpId="0"/>
      <p:bldP spid="136" grpId="0"/>
      <p:bldP spid="99" grpId="0"/>
      <p:bldP spid="100" grpId="0"/>
      <p:bldP spid="101" grpId="0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F9EC6-DCDA-8716-87B9-2036B253E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9693B2-3FFC-E049-ECB9-DCA8C6813E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 6 ⇝ Example 2 (Continue)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/>
              <p:nvPr/>
            </p:nvSpPr>
            <p:spPr>
              <a:xfrm>
                <a:off x="8886708" y="1717596"/>
                <a:ext cx="80807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800" b="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β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B569997-1FE0-4C69-8EBC-B45E27902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86708" y="1717596"/>
                <a:ext cx="808074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/>
              <p:nvPr/>
            </p:nvSpPr>
            <p:spPr>
              <a:xfrm>
                <a:off x="9348744" y="1465508"/>
                <a:ext cx="1644650" cy="8979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US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μ</m:t>
                              </m:r>
                            </m:e>
                            <m:sub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b>
                          </m:sSub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μ</m:t>
                                      </m:r>
                                    </m:e>
                                    <m:sub>
                                      <m:r>
                                        <a:rPr lang="en-US" sz="28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E36F80E6-02B7-49FC-86BC-30E006000F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4" y="1465508"/>
                <a:ext cx="1644650" cy="89793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/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barPr>
                        <m:e>
                          <m:r>
                            <m:rPr>
                              <m:sty m:val="p"/>
                            </m:rP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x</m:t>
                          </m:r>
                        </m:e>
                      </m:ba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DCF15A5-1FF5-4B18-89C9-42F711ED9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0709" y="783922"/>
                <a:ext cx="401439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/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b="0" i="0" dirty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i="1" dirty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25</m:t>
                      </m:r>
                    </m:oMath>
                  </m:oMathPara>
                </a14:m>
                <a:endParaRPr lang="en-US" sz="2800" b="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CD59DC8B-5402-43B2-A413-258D257D48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1585" y="783922"/>
                <a:ext cx="988054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!!MM">
            <a:extLst>
              <a:ext uri="{FF2B5EF4-FFF2-40B4-BE49-F238E27FC236}">
                <a16:creationId xmlns:a16="http://schemas.microsoft.com/office/drawing/2014/main" id="{5873ADFB-8F45-413F-AC2A-453777EBF0B7}"/>
              </a:ext>
            </a:extLst>
          </p:cNvPr>
          <p:cNvSpPr txBox="1"/>
          <p:nvPr/>
        </p:nvSpPr>
        <p:spPr>
          <a:xfrm>
            <a:off x="137160" y="787401"/>
            <a:ext cx="343498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</a:rPr>
              <a:t>Moments About Mean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03AA9E7-B42E-4F69-83CF-90FC7C21E00A}"/>
                  </a:ext>
                </a:extLst>
              </p:cNvPr>
              <p:cNvSpPr txBox="1"/>
              <p:nvPr/>
            </p:nvSpPr>
            <p:spPr>
              <a:xfrm>
                <a:off x="351065" y="1468939"/>
                <a:ext cx="3638889" cy="1061253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nn-NO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nn-NO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nn-NO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nn-NO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nn-NO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nn-NO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nn-NO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nn-NO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nn-NO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e>
                      </m:nary>
                      <m:r>
                        <a:rPr lang="nn-NO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12000</m:t>
                      </m:r>
                    </m:oMath>
                  </m:oMathPara>
                </a14:m>
                <a:endParaRPr sz="2600" dirty="0"/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103AA9E7-B42E-4F69-83CF-90FC7C21E0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5" y="1468939"/>
                <a:ext cx="3638889" cy="1061253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86FB582-5FD3-4EDD-A0C1-6ADF7521EBE1}"/>
                  </a:ext>
                </a:extLst>
              </p:cNvPr>
              <p:cNvSpPr txBox="1"/>
              <p:nvPr/>
            </p:nvSpPr>
            <p:spPr>
              <a:xfrm>
                <a:off x="4348106" y="1506225"/>
                <a:ext cx="4376793" cy="10612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6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6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  <m:sSup>
                            <m:sSupPr>
                              <m:ctrlPr>
                                <a:rPr lang="en-IN" sz="26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6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x</m:t>
                                      </m:r>
                                    </m:e>
                                    <m:sub>
                                      <m:r>
                                        <m:rPr>
                                          <m:sty m:val="p"/>
                                        </m:rPr>
                                        <a:rPr lang="en-IN" sz="26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i</m:t>
                                      </m:r>
                                    </m:sub>
                                  </m:sSub>
                                  <m:r>
                                    <a:rPr lang="en-IN" sz="2600" i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bar>
                                    <m:barPr>
                                      <m:pos m:val="top"/>
                                      <m:ctrlPr>
                                        <a:rPr lang="en-IN" sz="26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barPr>
                                    <m:e>
                                      <m:r>
                                        <m:rPr>
                                          <m:sty m:val="p"/>
                                        </m:rPr>
                                        <a:rPr lang="en-IN" sz="260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x</m:t>
                                      </m:r>
                                    </m:e>
                                  </m:bar>
                                </m:e>
                              </m:d>
                            </m:e>
                            <m:sup>
                              <m:r>
                                <a:rPr lang="en-IN" sz="26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sup>
                          </m:sSup>
                        </m:e>
                      </m:nary>
                      <m:r>
                        <a:rPr lang="en-IN" sz="26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6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3600000</m:t>
                      </m:r>
                    </m:oMath>
                  </m:oMathPara>
                </a14:m>
                <a:endParaRPr sz="2600" dirty="0"/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86FB582-5FD3-4EDD-A0C1-6ADF7521EB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6" y="1506225"/>
                <a:ext cx="4376793" cy="106125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640084C-57C0-4D55-9180-FD9AFB995387}"/>
                  </a:ext>
                </a:extLst>
              </p:cNvPr>
              <p:cNvSpPr txBox="1"/>
              <p:nvPr/>
            </p:nvSpPr>
            <p:spPr>
              <a:xfrm>
                <a:off x="351066" y="2687245"/>
                <a:ext cx="3325069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640084C-57C0-4D55-9180-FD9AFB9953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2687245"/>
                <a:ext cx="3325069" cy="102752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E093A89-967F-4DD8-8E2E-F6DC9CD863E0}"/>
                  </a:ext>
                </a:extLst>
              </p:cNvPr>
              <p:cNvSpPr txBox="1"/>
              <p:nvPr/>
            </p:nvSpPr>
            <p:spPr>
              <a:xfrm>
                <a:off x="351066" y="3909110"/>
                <a:ext cx="2438836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12000 </m:t>
                          </m:r>
                        </m:num>
                        <m:den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00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E093A89-967F-4DD8-8E2E-F6DC9CD863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3909110"/>
                <a:ext cx="2438836" cy="90178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56CD177-E95C-40D0-923F-D8C29B1F4C89}"/>
                  </a:ext>
                </a:extLst>
              </p:cNvPr>
              <p:cNvSpPr txBox="1"/>
              <p:nvPr/>
            </p:nvSpPr>
            <p:spPr>
              <a:xfrm>
                <a:off x="351066" y="5005235"/>
                <a:ext cx="273586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2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120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C56CD177-E95C-40D0-923F-D8C29B1F4C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066" y="5005235"/>
                <a:ext cx="2735860" cy="52322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58B6869-F96F-4977-BB4D-6B9B951D255A}"/>
                  </a:ext>
                </a:extLst>
              </p:cNvPr>
              <p:cNvSpPr txBox="1"/>
              <p:nvPr/>
            </p:nvSpPr>
            <p:spPr>
              <a:xfrm>
                <a:off x="4348107" y="2687245"/>
                <a:ext cx="3325069" cy="10275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i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nary>
                            <m:naryPr>
                              <m:chr m:val="∑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i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IN" sz="2800" i="1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IN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  <m:sSub>
                                        <m:sSubPr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2800" i="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i</m:t>
                                          </m:r>
                                        </m:sub>
                                      </m:sSub>
                                      <m:r>
                                        <a:rPr lang="en-US" sz="2800" i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−</m:t>
                                      </m:r>
                                      <m:bar>
                                        <m:barPr>
                                          <m:pos m:val="top"/>
                                          <m:ctrlPr>
                                            <a:rPr lang="en-IN" sz="2800" i="1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</m:ctrlPr>
                                        </m:bar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IN" sz="2800">
                                              <a:solidFill>
                                                <a:srgbClr val="002060"/>
                                              </a:solidFill>
                                              <a:latin typeface="Cambria Math" panose="02040503050406030204" pitchFamily="18" charset="0"/>
                                              <a:ea typeface="Calibri" panose="020F0502020204030204" pitchFamily="34" charset="0"/>
                                              <a:cs typeface="Shruti" panose="020B0502040204020203" pitchFamily="34" charset="0"/>
                                            </a:rPr>
                                            <m:t>x</m:t>
                                          </m:r>
                                        </m:e>
                                      </m:bar>
                                      <m:r>
                                        <a:rPr lang="en-IN" sz="2800" b="0" i="1" smtClean="0">
                                          <a:solidFill>
                                            <a:srgbClr val="002060"/>
                                          </a:solidFill>
                                          <a:latin typeface="Cambria Math" panose="02040503050406030204" pitchFamily="18" charset="0"/>
                                          <a:ea typeface="Calibri" panose="020F0502020204030204" pitchFamily="34" charset="0"/>
                                          <a:cs typeface="Shruti" panose="020B0502040204020203" pitchFamily="34" charset="0"/>
                                        </a:rPr>
                                        <m:t> </m:t>
                                      </m:r>
                                    </m:e>
                                  </m:d>
                                </m:e>
                                <m:sup>
                                  <m: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4</m:t>
                                  </m:r>
                                </m:sup>
                              </m:sSup>
                              <m:r>
                                <a:rPr lang="en-IN" sz="28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Shruti" panose="020B0502040204020203" pitchFamily="34" charset="0"/>
                                </a:rPr>
                                <m:t> </m:t>
                              </m:r>
                            </m:e>
                          </m:nary>
                        </m:num>
                        <m:den>
                          <m:nary>
                            <m:naryPr>
                              <m:chr m:val="∑"/>
                              <m:limLoc m:val="undOvr"/>
                              <m:subHide m:val="on"/>
                              <m:supHide m:val="on"/>
                              <m:ctrlPr>
                                <a:rPr lang="en-IN" sz="28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/>
                            <m:sup/>
                            <m:e>
                              <m:r>
                                <a:rPr lang="en-IN" sz="280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sSub>
                                <m:sSubPr>
                                  <m:ctrlP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f</m:t>
                                  </m:r>
                                </m:e>
                                <m:sub>
                                  <m:r>
                                    <m:rPr>
                                      <m:sty m:val="p"/>
                                    </m:rPr>
                                    <a:rPr lang="en-IN" sz="280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  <m:t>i</m:t>
                                  </m:r>
                                </m:sub>
                              </m:sSub>
                            </m:e>
                          </m:nary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58B6869-F96F-4977-BB4D-6B9B951D255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7" y="2687245"/>
                <a:ext cx="3325069" cy="1027525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64F5901-708C-4783-AAE7-4EC4A0B6C1D8}"/>
                  </a:ext>
                </a:extLst>
              </p:cNvPr>
              <p:cNvSpPr txBox="1"/>
              <p:nvPr/>
            </p:nvSpPr>
            <p:spPr>
              <a:xfrm>
                <a:off x="4348106" y="3909110"/>
                <a:ext cx="3031959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 </m:t>
                          </m:r>
                          <m: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3600000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1</m:t>
                          </m:r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00</m:t>
                          </m:r>
                        </m:den>
                      </m:f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464F5901-708C-4783-AAE7-4EC4A0B6C1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6" y="3909110"/>
                <a:ext cx="3031959" cy="901785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5943C55-5909-46E1-B6DC-FEA9FEDA0972}"/>
                  </a:ext>
                </a:extLst>
              </p:cNvPr>
              <p:cNvSpPr txBox="1"/>
              <p:nvPr/>
            </p:nvSpPr>
            <p:spPr>
              <a:xfrm>
                <a:off x="4348106" y="5005235"/>
                <a:ext cx="2319393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IN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μ</m:t>
                          </m:r>
                        </m:e>
                        <m:sub>
                          <m:r>
                            <a:rPr lang="en-IN" sz="2800" b="0" i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4</m:t>
                          </m:r>
                        </m:sub>
                      </m:sSub>
                      <m:r>
                        <a:rPr lang="en-IN" sz="2800" i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  <a:ea typeface="Calibri" panose="020F0502020204030204" pitchFamily="34" charset="0"/>
                          <a:cs typeface="Shruti" panose="020B0502040204020203" pitchFamily="34" charset="0"/>
                        </a:rPr>
                        <m:t>36000</m:t>
                      </m:r>
                    </m:oMath>
                  </m:oMathPara>
                </a14:m>
                <a:endParaRPr lang="en-IN" sz="2800" dirty="0"/>
              </a:p>
            </p:txBody>
          </p:sp>
        </mc:Choice>
        <mc:Fallback xmlns=""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5943C55-5909-46E1-B6DC-FEA9FEDA09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8106" y="5005235"/>
                <a:ext cx="2319393" cy="52322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5E885A95-5907-4D12-A4FB-F874209900BB}"/>
              </a:ext>
            </a:extLst>
          </p:cNvPr>
          <p:cNvCxnSpPr>
            <a:cxnSpLocks/>
          </p:cNvCxnSpPr>
          <p:nvPr/>
        </p:nvCxnSpPr>
        <p:spPr>
          <a:xfrm>
            <a:off x="3989955" y="1544884"/>
            <a:ext cx="0" cy="433977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827D74A6-8E51-4365-8C00-3F61A5A75D46}"/>
              </a:ext>
            </a:extLst>
          </p:cNvPr>
          <p:cNvCxnSpPr>
            <a:cxnSpLocks/>
          </p:cNvCxnSpPr>
          <p:nvPr/>
        </p:nvCxnSpPr>
        <p:spPr>
          <a:xfrm>
            <a:off x="8580116" y="1544884"/>
            <a:ext cx="0" cy="433977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05A7780-06F4-4617-BE9E-8A1732042010}"/>
                  </a:ext>
                </a:extLst>
              </p:cNvPr>
              <p:cNvSpPr txBox="1"/>
              <p:nvPr/>
            </p:nvSpPr>
            <p:spPr>
              <a:xfrm>
                <a:off x="9348743" y="2687245"/>
                <a:ext cx="2492191" cy="98700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i="1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ea typeface="Calibri" panose="020F0502020204030204" pitchFamily="34" charset="0"/>
                              <a:cs typeface="Shruti" panose="020B0502040204020203" pitchFamily="34" charset="0"/>
                            </a:rPr>
                            <m:t>36000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sSup>
                            <m:sSupPr>
                              <m:ctrlPr>
                                <a:rPr lang="en-IN" sz="2800" b="0" i="1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IN" sz="2800" b="0" i="1" smtClean="0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IN" sz="2800" i="1">
                                      <a:solidFill>
                                        <a:srgbClr val="002060"/>
                                      </a:solidFill>
                                      <a:latin typeface="Cambria Math" panose="02040503050406030204" pitchFamily="18" charset="0"/>
                                      <a:ea typeface="Calibri" panose="020F0502020204030204" pitchFamily="34" charset="0"/>
                                      <a:cs typeface="Shruti" panose="020B0502040204020203" pitchFamily="34" charset="0"/>
                                    </a:rPr>
                                    <m:t>120</m:t>
                                  </m:r>
                                </m:e>
                              </m:d>
                            </m:e>
                            <m:sup>
                              <m:r>
                                <a:rPr lang="en-IN" sz="2800" b="0" i="0" smtClean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en-US" sz="280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05A7780-06F4-4617-BE9E-8A17320420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2687245"/>
                <a:ext cx="2492191" cy="987001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0D67C96-9DF8-4E17-80FA-9CE1106E2BBB}"/>
                  </a:ext>
                </a:extLst>
              </p:cNvPr>
              <p:cNvSpPr txBox="1"/>
              <p:nvPr/>
            </p:nvSpPr>
            <p:spPr>
              <a:xfrm>
                <a:off x="9348743" y="3846303"/>
                <a:ext cx="2492191" cy="90178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IN" sz="28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36000</m:t>
                          </m:r>
                        </m:num>
                        <m:den>
                          <m:r>
                            <a:rPr lang="en-IN" sz="2800" b="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  <m:t> 14400 </m:t>
                          </m:r>
                        </m:den>
                      </m:f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30D67C96-9DF8-4E17-80FA-9CE1106E2B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3" y="3846303"/>
                <a:ext cx="2492191" cy="90178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7DEAC18-2F7D-4608-92F4-AF26B83104F6}"/>
                  </a:ext>
                </a:extLst>
              </p:cNvPr>
              <p:cNvSpPr txBox="1"/>
              <p:nvPr/>
            </p:nvSpPr>
            <p:spPr>
              <a:xfrm>
                <a:off x="9348744" y="5077562"/>
                <a:ext cx="1714550" cy="5232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280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800" b="0" i="1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2.5</m:t>
                      </m:r>
                    </m:oMath>
                  </m:oMathPara>
                </a14:m>
                <a:endParaRPr lang="en-IN" sz="28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87DEAC18-2F7D-4608-92F4-AF26B83104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8744" y="5077562"/>
                <a:ext cx="1714550" cy="523220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FD95E7A-3911-4D28-88D6-1DEDB56FC56C}"/>
                  </a:ext>
                </a:extLst>
              </p:cNvPr>
              <p:cNvSpPr txBox="1"/>
              <p:nvPr/>
            </p:nvSpPr>
            <p:spPr>
              <a:xfrm>
                <a:off x="5050571" y="647261"/>
                <a:ext cx="2329494" cy="986680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nary>
                        <m:naryPr>
                          <m:chr m:val="∑"/>
                          <m:limLoc m:val="undOvr"/>
                          <m:subHide m:val="on"/>
                          <m:supHide m:val="on"/>
                          <m:ctrlPr>
                            <a:rPr lang="en-IN" sz="2400" i="1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sSub>
                            <m:sSubPr>
                              <m:ctrlPr>
                                <a:rPr lang="en-IN" sz="2400" i="1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en-IN" sz="2400" i="0">
                                  <a:solidFill>
                                    <a:srgbClr val="002060"/>
                                  </a:solidFill>
                                  <a:latin typeface="Cambria Math" panose="02040503050406030204" pitchFamily="18" charset="0"/>
                                </a:rPr>
                                <m:t>i</m:t>
                              </m:r>
                            </m:sub>
                          </m:sSub>
                        </m:e>
                      </m:nary>
                      <m:r>
                        <a:rPr lang="en-US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sz="2400" b="0" i="0" smtClean="0">
                          <a:solidFill>
                            <a:srgbClr val="002060"/>
                          </a:solidFill>
                          <a:latin typeface="Cambria Math" panose="02040503050406030204" pitchFamily="18" charset="0"/>
                        </a:rPr>
                        <m:t>100</m:t>
                      </m:r>
                    </m:oMath>
                  </m:oMathPara>
                </a14:m>
                <a:endParaRPr lang="en-IN" sz="24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FD95E7A-3911-4D28-88D6-1DEDB56FC56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50571" y="647261"/>
                <a:ext cx="2329494" cy="986680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23109294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6" grpId="0"/>
      <p:bldP spid="47" grpId="0"/>
      <p:bldP spid="60" grpId="0"/>
      <p:bldP spid="62" grpId="0"/>
      <p:bldP spid="94" grpId="0"/>
      <p:bldP spid="95" grpId="0"/>
      <p:bldP spid="96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FF5B8673-7BA1-4EA7-991A-5F4DCD3054D0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pPr>
              <a:lnSpc>
                <a:spcPct val="100000"/>
              </a:lnSpc>
            </a:pPr>
            <a:r>
              <a:rPr lang="en-US" dirty="0"/>
              <a:t>Probability &amp; Statistics (PS)</a:t>
            </a:r>
          </a:p>
          <a:p>
            <a:pPr>
              <a:lnSpc>
                <a:spcPct val="100000"/>
              </a:lnSpc>
            </a:pPr>
            <a:r>
              <a:rPr lang="en-US" dirty="0"/>
              <a:t>DU # 2301HS402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677FDF1-46E9-47E1-A974-B878D8645D19}"/>
              </a:ext>
            </a:extLst>
          </p:cNvPr>
          <p:cNvGrpSpPr/>
          <p:nvPr/>
        </p:nvGrpSpPr>
        <p:grpSpPr>
          <a:xfrm>
            <a:off x="26704" y="1462475"/>
            <a:ext cx="8044476" cy="3103418"/>
            <a:chOff x="-12804" y="1537545"/>
            <a:chExt cx="8044476" cy="3103418"/>
          </a:xfrm>
        </p:grpSpPr>
        <p:sp>
          <p:nvSpPr>
            <p:cNvPr id="21" name="Title 1">
              <a:extLst>
                <a:ext uri="{FF2B5EF4-FFF2-40B4-BE49-F238E27FC236}">
                  <a16:creationId xmlns:a16="http://schemas.microsoft.com/office/drawing/2014/main" id="{CA4DBECA-252D-4599-A864-6399BFFEB65B}"/>
                </a:ext>
              </a:extLst>
            </p:cNvPr>
            <p:cNvSpPr txBox="1">
              <a:spLocks/>
            </p:cNvSpPr>
            <p:nvPr/>
          </p:nvSpPr>
          <p:spPr>
            <a:xfrm>
              <a:off x="-12804" y="2160999"/>
              <a:ext cx="2594560" cy="185650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lvl="0"/>
            </a:lstStyle>
            <a:p>
              <a:r>
                <a:rPr lang="en-GB" dirty="0">
                  <a:solidFill>
                    <a:srgbClr val="ED524F"/>
                  </a:solidFill>
                </a:rPr>
                <a:t> </a:t>
              </a:r>
            </a:p>
          </p:txBody>
        </p:sp>
        <p:sp>
          <p:nvSpPr>
            <p:cNvPr id="22" name="Hexagon 21">
              <a:extLst>
                <a:ext uri="{FF2B5EF4-FFF2-40B4-BE49-F238E27FC236}">
                  <a16:creationId xmlns:a16="http://schemas.microsoft.com/office/drawing/2014/main" id="{FB21F4C4-30D4-4011-8510-CF20FEFC370B}"/>
                </a:ext>
              </a:extLst>
            </p:cNvPr>
            <p:cNvSpPr/>
            <p:nvPr/>
          </p:nvSpPr>
          <p:spPr>
            <a:xfrm rot="5400000">
              <a:off x="2457725" y="1742096"/>
              <a:ext cx="3103418" cy="2694316"/>
            </a:xfrm>
            <a:prstGeom prst="hexagon">
              <a:avLst/>
            </a:prstGeom>
            <a:noFill/>
            <a:ln w="57150">
              <a:solidFill>
                <a:schemeClr val="tx1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r>
                <a:rPr lang="en-GB" sz="4400" b="1" dirty="0">
                  <a:solidFill>
                    <a:srgbClr val="B14440"/>
                  </a:solidFill>
                </a:rPr>
                <a:t>THANK YOU</a:t>
              </a:r>
            </a:p>
          </p:txBody>
        </p:sp>
        <p:sp>
          <p:nvSpPr>
            <p:cNvPr id="23" name="Title 1">
              <a:extLst>
                <a:ext uri="{FF2B5EF4-FFF2-40B4-BE49-F238E27FC236}">
                  <a16:creationId xmlns:a16="http://schemas.microsoft.com/office/drawing/2014/main" id="{96D0D2A0-7D7D-452B-9ADA-174886259D92}"/>
                </a:ext>
              </a:extLst>
            </p:cNvPr>
            <p:cNvSpPr txBox="1">
              <a:spLocks/>
            </p:cNvSpPr>
            <p:nvPr/>
          </p:nvSpPr>
          <p:spPr>
            <a:xfrm rot="10800000">
              <a:off x="5437112" y="2160998"/>
              <a:ext cx="2594560" cy="1856509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lvl="0"/>
            </a:lstStyle>
            <a:p>
              <a:r>
                <a:rPr lang="en-GB" dirty="0">
                  <a:solidFill>
                    <a:srgbClr val="ED524F"/>
                  </a:solidFill>
                </a:rPr>
                <a:t> </a:t>
              </a:r>
            </a:p>
          </p:txBody>
        </p:sp>
      </p:grpSp>
      <p:sp>
        <p:nvSpPr>
          <p:cNvPr id="41" name="Text Placeholder 15">
            <a:extLst>
              <a:ext uri="{FF2B5EF4-FFF2-40B4-BE49-F238E27FC236}">
                <a16:creationId xmlns:a16="http://schemas.microsoft.com/office/drawing/2014/main" id="{6509AF85-45A5-4613-B12E-BFDC20FEF87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2180943" y="6175935"/>
            <a:ext cx="3735998" cy="290081"/>
          </a:xfrm>
        </p:spPr>
        <p:txBody>
          <a:bodyPr/>
          <a:lstStyle/>
          <a:p>
            <a:r>
              <a:rPr lang="en-US" dirty="0"/>
              <a:t>vasudev.barjadiya@darshan.ac.in</a:t>
            </a:r>
          </a:p>
        </p:txBody>
      </p:sp>
      <p:sp>
        <p:nvSpPr>
          <p:cNvPr id="42" name="Text Placeholder 16">
            <a:extLst>
              <a:ext uri="{FF2B5EF4-FFF2-40B4-BE49-F238E27FC236}">
                <a16:creationId xmlns:a16="http://schemas.microsoft.com/office/drawing/2014/main" id="{E4CBA8C8-FA78-4D49-9EF1-47756152DFD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183874" y="6460218"/>
            <a:ext cx="3735998" cy="290081"/>
          </a:xfrm>
        </p:spPr>
        <p:txBody>
          <a:bodyPr/>
          <a:lstStyle/>
          <a:p>
            <a:r>
              <a:rPr lang="en-US" dirty="0"/>
              <a:t>901 64 27 200</a:t>
            </a:r>
          </a:p>
        </p:txBody>
      </p:sp>
      <p:sp>
        <p:nvSpPr>
          <p:cNvPr id="43" name="Text Placeholder 17">
            <a:extLst>
              <a:ext uri="{FF2B5EF4-FFF2-40B4-BE49-F238E27FC236}">
                <a16:creationId xmlns:a16="http://schemas.microsoft.com/office/drawing/2014/main" id="{36584E9B-E21C-4E0E-BA19-AD78AF10758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837678" y="5537768"/>
            <a:ext cx="3735998" cy="290081"/>
          </a:xfrm>
        </p:spPr>
        <p:txBody>
          <a:bodyPr/>
          <a:lstStyle/>
          <a:p>
            <a:r>
              <a:rPr lang="en-US" dirty="0"/>
              <a:t>Department of Humanities &amp; Science</a:t>
            </a:r>
          </a:p>
        </p:txBody>
      </p:sp>
      <p:pic>
        <p:nvPicPr>
          <p:cNvPr id="44" name="Picture Placeholder 9">
            <a:extLst>
              <a:ext uri="{FF2B5EF4-FFF2-40B4-BE49-F238E27FC236}">
                <a16:creationId xmlns:a16="http://schemas.microsoft.com/office/drawing/2014/main" id="{348A4B38-2CAA-493E-B655-79CC3983DDA6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353569" y="5211251"/>
            <a:ext cx="1353599" cy="1353599"/>
          </a:xfrm>
        </p:spPr>
      </p:pic>
    </p:spTree>
    <p:extLst>
      <p:ext uri="{BB962C8B-B14F-4D97-AF65-F5344CB8AC3E}">
        <p14:creationId xmlns:p14="http://schemas.microsoft.com/office/powerpoint/2010/main" val="209363741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Jay">
      <a:dk1>
        <a:srgbClr val="212121"/>
      </a:dk1>
      <a:lt1>
        <a:sysClr val="window" lastClr="FFFFFF"/>
      </a:lt1>
      <a:dk2>
        <a:srgbClr val="1D6FA9"/>
      </a:dk2>
      <a:lt2>
        <a:srgbClr val="FFFFFF"/>
      </a:lt2>
      <a:accent1>
        <a:srgbClr val="909090"/>
      </a:accent1>
      <a:accent2>
        <a:srgbClr val="00BBD3"/>
      </a:accent2>
      <a:accent3>
        <a:srgbClr val="8BC145"/>
      </a:accent3>
      <a:accent4>
        <a:srgbClr val="1D9A78"/>
      </a:accent4>
      <a:accent5>
        <a:srgbClr val="F19D19"/>
      </a:accent5>
      <a:accent6>
        <a:srgbClr val="B84742"/>
      </a:accent6>
      <a:hlink>
        <a:srgbClr val="70AD47"/>
      </a:hlink>
      <a:folHlink>
        <a:srgbClr val="ED7D31"/>
      </a:folHlink>
    </a:clrScheme>
    <a:fontScheme name="Custom 1">
      <a:majorFont>
        <a:latin typeface="Roboto Condensed"/>
        <a:ea typeface=""/>
        <a:cs typeface=""/>
      </a:majorFont>
      <a:minorFont>
        <a:latin typeface="Roboto Condensed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webextensions/_rels/taskpanes.xml.rels><?xml version="1.0" encoding="UTF-8" standalone="yes"?>
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50" row="3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160CB386-78CA-4575-9F5B-1025EB3E0C65}">
  <we:reference id="wa200005566" version="1.0.0.0" store="en-US" storeType="OMEX"/>
  <we:alternateReferences>
    <we:reference id="wa200005566" version="1.0.0.0" store="" storeType="OMEX"/>
  </we:alternateReferences>
  <we:properties/>
  <we:bindings/>
  <we:snapshot xmlns:r="http://schemas.openxmlformats.org/officeDocument/2006/relationships"/>
</we:webextension>
</file>

<file path=docProps/app.xml><?xml version="1.0" encoding="utf-8"?>
<Properties xmlns="http://schemas.openxmlformats.org/officeDocument/2006/extended-properties" xmlns:vt="http://schemas.openxmlformats.org/officeDocument/2006/docPropsVTypes">
  <TotalTime>37957</TotalTime>
  <Words>10281</Words>
  <Application>Microsoft Office PowerPoint</Application>
  <PresentationFormat>Widescreen</PresentationFormat>
  <Paragraphs>3557</Paragraphs>
  <Slides>166</Slides>
  <Notes>95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166</vt:i4>
      </vt:variant>
    </vt:vector>
  </HeadingPairs>
  <TitlesOfParts>
    <vt:vector size="175" baseType="lpstr">
      <vt:lpstr>Roboto Condensed Light</vt:lpstr>
      <vt:lpstr>Arial</vt:lpstr>
      <vt:lpstr>Wingdings 3</vt:lpstr>
      <vt:lpstr>Calibri</vt:lpstr>
      <vt:lpstr>Cambria Math</vt:lpstr>
      <vt:lpstr>Cambria</vt:lpstr>
      <vt:lpstr>Roboto Condensed</vt:lpstr>
      <vt:lpstr>Wingdings</vt:lpstr>
      <vt:lpstr>Office Theme</vt:lpstr>
      <vt:lpstr>Unit – 1 Descriptive Statistics</vt:lpstr>
      <vt:lpstr>PowerPoint Presentation</vt:lpstr>
      <vt:lpstr>PowerPoint Presentation</vt:lpstr>
      <vt:lpstr>PowerPoint Presentation</vt:lpstr>
      <vt:lpstr>PowerPoint Presentation</vt:lpstr>
      <vt:lpstr>Introduction</vt:lpstr>
      <vt:lpstr>Introduction</vt:lpstr>
      <vt:lpstr>Descriptive Statistics</vt:lpstr>
      <vt:lpstr>Descriptive Statistics </vt:lpstr>
      <vt:lpstr>Method 1 Frequency Distributions</vt:lpstr>
      <vt:lpstr>Frequency Distribution</vt:lpstr>
      <vt:lpstr>Frequency Distribution of Ungrouped Data</vt:lpstr>
      <vt:lpstr>Frequency Distribution of Grouped Data</vt:lpstr>
      <vt:lpstr>Frequency Distribution</vt:lpstr>
      <vt:lpstr>Class Intervals</vt:lpstr>
      <vt:lpstr>Class Intervals </vt:lpstr>
      <vt:lpstr>Class Length</vt:lpstr>
      <vt:lpstr>Mid-Point of Class</vt:lpstr>
      <vt:lpstr>Method 2 Measure of Central Tendency</vt:lpstr>
      <vt:lpstr>Central Tendency</vt:lpstr>
      <vt:lpstr>Method 2.1 Mean</vt:lpstr>
      <vt:lpstr>Mean</vt:lpstr>
      <vt:lpstr>Mean</vt:lpstr>
      <vt:lpstr>Mean</vt:lpstr>
      <vt:lpstr>Method 2.1 ⇝ Example 1</vt:lpstr>
      <vt:lpstr>Method 2.1 ⇝ Example 2</vt:lpstr>
      <vt:lpstr>Method 2.1 ⇝ Example 2 (Continue)</vt:lpstr>
      <vt:lpstr>Method 2.1 ⇝ Example 3</vt:lpstr>
      <vt:lpstr>Method 2.1 ⇝ Example 3 (Continue)</vt:lpstr>
      <vt:lpstr>Method 2.1 ⇝ Example 3 (Continue)</vt:lpstr>
      <vt:lpstr>Method 2.1 ⇝ Example 3 (Continue)</vt:lpstr>
      <vt:lpstr>Method 2.1 ⇝ Example 4</vt:lpstr>
      <vt:lpstr>Method 2.1 ⇝ Example 4(Continue)</vt:lpstr>
      <vt:lpstr>Method 2.1 ⇝ Example 4(Continue)</vt:lpstr>
      <vt:lpstr>Method 2.1 ⇝ Example 5</vt:lpstr>
      <vt:lpstr>Method 2.1 ⇝ Example 5 (Continue)</vt:lpstr>
      <vt:lpstr>Method 2.2 Median</vt:lpstr>
      <vt:lpstr>Median</vt:lpstr>
      <vt:lpstr>Median</vt:lpstr>
      <vt:lpstr>Median</vt:lpstr>
      <vt:lpstr>Method 2.2 ⇝ Example 1</vt:lpstr>
      <vt:lpstr>Method 2.2 ⇝ Example 2</vt:lpstr>
      <vt:lpstr>Method 2.2 ⇝ Example 2 (Continue)</vt:lpstr>
      <vt:lpstr>Method 2.2 ⇝ Example 3</vt:lpstr>
      <vt:lpstr>Method 2.2 ⇝ Example 3 (Continue)</vt:lpstr>
      <vt:lpstr>Method 2.2 ⇝ Example 4</vt:lpstr>
      <vt:lpstr>Method 2.2 ⇝ Example 4 (Continue)</vt:lpstr>
      <vt:lpstr>Method 2.2 ⇝ Example 5</vt:lpstr>
      <vt:lpstr>Method 2.2 ⇝ Example 5 (Continue)</vt:lpstr>
      <vt:lpstr>Method 2.2 ⇝ Example 5 (Continue)</vt:lpstr>
      <vt:lpstr>Method 2.3 Mode</vt:lpstr>
      <vt:lpstr>Mode</vt:lpstr>
      <vt:lpstr>Mode</vt:lpstr>
      <vt:lpstr>Mode</vt:lpstr>
      <vt:lpstr>Relation Between Mean, Median, and Mode</vt:lpstr>
      <vt:lpstr>Method 2.3 ⇝ Example 1</vt:lpstr>
      <vt:lpstr>Method 2.3 ⇝ Example 2</vt:lpstr>
      <vt:lpstr>Method 2.3 ⇝ Example 3</vt:lpstr>
      <vt:lpstr>Method 2.3 ⇝ Example 4 </vt:lpstr>
      <vt:lpstr>Method 2.3 ⇝ Example 4 (Continue)</vt:lpstr>
      <vt:lpstr>Method 2.3 ⇝ Example 5</vt:lpstr>
      <vt:lpstr>Method 2.3 ⇝ Example 5 (Continue)</vt:lpstr>
      <vt:lpstr>Method 2.3 ⇝ Example 5 (Continue)</vt:lpstr>
      <vt:lpstr>Method 2.3 ⇝ Example 5 (Continue)</vt:lpstr>
      <vt:lpstr>Method 3 Measure of Variability</vt:lpstr>
      <vt:lpstr>Measure of Variability</vt:lpstr>
      <vt:lpstr>Measure of Variability</vt:lpstr>
      <vt:lpstr>Range</vt:lpstr>
      <vt:lpstr>Standard Deviation</vt:lpstr>
      <vt:lpstr>Standard Deviation</vt:lpstr>
      <vt:lpstr>Standard Deviation</vt:lpstr>
      <vt:lpstr>Variance</vt:lpstr>
      <vt:lpstr> Coefficient of Variation </vt:lpstr>
      <vt:lpstr>Mean Deviation</vt:lpstr>
      <vt:lpstr>Mean Deviation</vt:lpstr>
      <vt:lpstr>Method 3 ⇝ Example 1</vt:lpstr>
      <vt:lpstr>Method 3 ⇝ Example 1 (Continue)</vt:lpstr>
      <vt:lpstr>Method 3 ⇝ Example 2</vt:lpstr>
      <vt:lpstr>Method 3 ⇝ Example 2 (Continue)</vt:lpstr>
      <vt:lpstr>Method 3 ⇝ Example 3</vt:lpstr>
      <vt:lpstr>Method 3 ⇝ Example 3 (Continue)</vt:lpstr>
      <vt:lpstr>Method 3 ⇝ Example 3 (Continue)</vt:lpstr>
      <vt:lpstr>Method 3 ⇝ Example 4</vt:lpstr>
      <vt:lpstr>Method 3 ⇝ Example 4 (Continue)</vt:lpstr>
      <vt:lpstr>Method 3 ⇝ Example 5</vt:lpstr>
      <vt:lpstr>Method 3 ⇝ Example 5 (Continue)</vt:lpstr>
      <vt:lpstr>Method 3 ⇝ Example 5 (Continue)</vt:lpstr>
      <vt:lpstr>Method 3 ⇝ Example 6</vt:lpstr>
      <vt:lpstr>Method 3 ⇝ Example 6 (Continue)</vt:lpstr>
      <vt:lpstr>Method 3 ⇝ Example 6 (Continue)</vt:lpstr>
      <vt:lpstr>Method 3 ⇝ Example 6 (Continue)</vt:lpstr>
      <vt:lpstr>Method 3 ⇝ Example 6 (Continue)</vt:lpstr>
      <vt:lpstr>Method 3 ⇝ Example 7</vt:lpstr>
      <vt:lpstr>Method 3 ⇝ Example 7 (Continue)</vt:lpstr>
      <vt:lpstr>Method 3 ⇝ Example 8</vt:lpstr>
      <vt:lpstr>Method 3 ⇝ Example 8 (Continue)</vt:lpstr>
      <vt:lpstr>Method 3 ⇝ Example 8 (Continue)</vt:lpstr>
      <vt:lpstr>Method 3 ⇝ Example 8 (Continue)</vt:lpstr>
      <vt:lpstr>Method 3 ⇝ Example 8 (Continue)</vt:lpstr>
      <vt:lpstr>Method 3 ⇝ Example 9</vt:lpstr>
      <vt:lpstr>Method 3 ⇝ Example 9 (Continue)</vt:lpstr>
      <vt:lpstr>Method 3 ⇝ Example 9 (Continue)</vt:lpstr>
      <vt:lpstr>Method 3 ⇝ Example 9 (Continue)</vt:lpstr>
      <vt:lpstr>Method 3 ⇝ Example 9 (Continue)</vt:lpstr>
      <vt:lpstr>Method 3 ⇝ Example 9 (Continue)</vt:lpstr>
      <vt:lpstr>Method 3 ⇝ Example 9 (Continue)</vt:lpstr>
      <vt:lpstr>Method 4 Moments</vt:lpstr>
      <vt:lpstr>Moments</vt:lpstr>
      <vt:lpstr>Moment About Mean</vt:lpstr>
      <vt:lpstr>Moment About Assumed Mean</vt:lpstr>
      <vt:lpstr>Moment About Zero</vt:lpstr>
      <vt:lpstr>Moment</vt:lpstr>
      <vt:lpstr>Method 4 ⇝ Example 1</vt:lpstr>
      <vt:lpstr>Method 4 ⇝ Example 1 (Continue)</vt:lpstr>
      <vt:lpstr>Method 4 ⇝ Example 1 (Continue)</vt:lpstr>
      <vt:lpstr>Method 4 ⇝ Example 1 (Continue)</vt:lpstr>
      <vt:lpstr>Method 4 ⇝ Example 1 (Continue)</vt:lpstr>
      <vt:lpstr>Method 4 ⇝ Example 1 (Continue)</vt:lpstr>
      <vt:lpstr>Method 4 ⇝ Example 1 (Continue)</vt:lpstr>
      <vt:lpstr>Method 4 ⇝ Example 2 </vt:lpstr>
      <vt:lpstr>Method 4 ⇝ Example 2 (Continue)</vt:lpstr>
      <vt:lpstr>Method 4 ⇝ Example 2 (Continue)</vt:lpstr>
      <vt:lpstr>Method 4 ⇝ Example 2 (Continue)</vt:lpstr>
      <vt:lpstr>Method 4 ⇝ Example 2 (Continue)</vt:lpstr>
      <vt:lpstr>Method 4 ⇝ Example 2 (Continue)</vt:lpstr>
      <vt:lpstr>Method 4 ⇝ Example 2 (Continue)</vt:lpstr>
      <vt:lpstr>Method 4 ⇝ Example 3</vt:lpstr>
      <vt:lpstr>Method 4 ⇝ Example 3 (Continue)</vt:lpstr>
      <vt:lpstr>Method 4 ⇝ Example 3 (Continue)</vt:lpstr>
      <vt:lpstr>Method 4 ⇝ Example 3 (Continue)</vt:lpstr>
      <vt:lpstr>Method 4 ⇝ Example 3 (Continue)</vt:lpstr>
      <vt:lpstr>Method 4 ⇝ Example 3 (Continue)</vt:lpstr>
      <vt:lpstr>Method 4 ⇝ Example 3 (Continue)</vt:lpstr>
      <vt:lpstr>Method 4 ⇝ Example 3 (Continue)</vt:lpstr>
      <vt:lpstr>Method 5 Measures of Skewness</vt:lpstr>
      <vt:lpstr>Skewness</vt:lpstr>
      <vt:lpstr>Measures of Skewness</vt:lpstr>
      <vt:lpstr>Skewness</vt:lpstr>
      <vt:lpstr>Skewness</vt:lpstr>
      <vt:lpstr>Types of Skewness</vt:lpstr>
      <vt:lpstr>Types of Skewness</vt:lpstr>
      <vt:lpstr>Method 5 ⇝ Example 1</vt:lpstr>
      <vt:lpstr>Method 5 ⇝ Example 1 (Continue)</vt:lpstr>
      <vt:lpstr>Method 5 ⇝ Example 1 (Continue)</vt:lpstr>
      <vt:lpstr>Method 5 ⇝ Example 2</vt:lpstr>
      <vt:lpstr>Method 5 ⇝ Example 3</vt:lpstr>
      <vt:lpstr>Method 5 ⇝ Example 3 (Continue)</vt:lpstr>
      <vt:lpstr>Method 5 ⇝ Example 4</vt:lpstr>
      <vt:lpstr>Method 5 ⇝ Example 4</vt:lpstr>
      <vt:lpstr>Method 5 ⇝ Example 5</vt:lpstr>
      <vt:lpstr>Method 5 ⇝ Example 5 (Continue)</vt:lpstr>
      <vt:lpstr>Method 5 ⇝ Example 5 (Continue)</vt:lpstr>
      <vt:lpstr>Method 5 ⇝ Example 5 (Continue)</vt:lpstr>
      <vt:lpstr>Method 6 Kurtosis</vt:lpstr>
      <vt:lpstr>Introduction</vt:lpstr>
      <vt:lpstr>Kurtosis</vt:lpstr>
      <vt:lpstr>Kurtosis</vt:lpstr>
      <vt:lpstr>Kurtosis</vt:lpstr>
      <vt:lpstr>Method 6 ⇝ Example 1</vt:lpstr>
      <vt:lpstr>Method 6 ⇝ Example 1 (Continue)</vt:lpstr>
      <vt:lpstr>Method 6 ⇝ Example 1 (Continue)</vt:lpstr>
      <vt:lpstr>Method 6 ⇝ Example 2</vt:lpstr>
      <vt:lpstr>Method 6 ⇝ Example 2 (Continue)</vt:lpstr>
      <vt:lpstr>Method 6 ⇝ Example 2 (Continue)</vt:lpstr>
      <vt:lpstr>Method 6 ⇝ Example 2 (Continue)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ADMIN</dc:creator>
  <cp:lastModifiedBy>Vasudev </cp:lastModifiedBy>
  <cp:revision>1844</cp:revision>
  <dcterms:created xsi:type="dcterms:W3CDTF">2020-05-01T05:09:15Z</dcterms:created>
  <dcterms:modified xsi:type="dcterms:W3CDTF">2024-12-13T05:10:11Z</dcterms:modified>
</cp:coreProperties>
</file>